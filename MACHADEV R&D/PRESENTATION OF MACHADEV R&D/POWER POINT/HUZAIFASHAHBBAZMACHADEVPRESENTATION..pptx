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1.png"/><Relationship Id="rId7" Type="http://schemas.openxmlformats.org/officeDocument/2006/relationships/image" Target="../media/image61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5.png"/><Relationship Id="rId7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81.svg"/><Relationship Id="rId4" Type="http://schemas.openxmlformats.org/officeDocument/2006/relationships/image" Target="../media/image77.svg"/><Relationship Id="rId9" Type="http://schemas.openxmlformats.org/officeDocument/2006/relationships/image" Target="../media/image8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1.png"/><Relationship Id="rId7" Type="http://schemas.openxmlformats.org/officeDocument/2006/relationships/image" Target="../media/image61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5.png"/><Relationship Id="rId7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81.svg"/><Relationship Id="rId4" Type="http://schemas.openxmlformats.org/officeDocument/2006/relationships/image" Target="../media/image77.svg"/><Relationship Id="rId9" Type="http://schemas.openxmlformats.org/officeDocument/2006/relationships/image" Target="../media/image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D34BA9-4E47-4CD0-89BF-2267A9B177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037F7A-9449-439F-8EB0-38A231ED330C}">
      <dgm:prSet/>
      <dgm:spPr/>
      <dgm:t>
        <a:bodyPr/>
        <a:lstStyle/>
        <a:p>
          <a:r>
            <a:rPr lang="en-US"/>
            <a:t>PRESENTED BY</a:t>
          </a:r>
        </a:p>
      </dgm:t>
    </dgm:pt>
    <dgm:pt modelId="{685313F7-6A7F-42A6-BAEC-4C9F40845C0B}" type="parTrans" cxnId="{A1C51573-BBF3-4E7B-8C23-4EDAEAC67C16}">
      <dgm:prSet/>
      <dgm:spPr/>
      <dgm:t>
        <a:bodyPr/>
        <a:lstStyle/>
        <a:p>
          <a:endParaRPr lang="en-US"/>
        </a:p>
      </dgm:t>
    </dgm:pt>
    <dgm:pt modelId="{94BCC73E-C805-4C6D-BEC9-77ABBA5DEEA4}" type="sibTrans" cxnId="{A1C51573-BBF3-4E7B-8C23-4EDAEAC67C16}">
      <dgm:prSet/>
      <dgm:spPr/>
      <dgm:t>
        <a:bodyPr/>
        <a:lstStyle/>
        <a:p>
          <a:endParaRPr lang="en-US"/>
        </a:p>
      </dgm:t>
    </dgm:pt>
    <dgm:pt modelId="{42CF50D1-334C-42DD-8F8B-1295B50BAE2E}">
      <dgm:prSet/>
      <dgm:spPr/>
      <dgm:t>
        <a:bodyPr/>
        <a:lstStyle/>
        <a:p>
          <a:r>
            <a:rPr lang="en-US" dirty="0"/>
            <a:t>HUZAIFA SHAHBAZ </a:t>
          </a:r>
        </a:p>
      </dgm:t>
    </dgm:pt>
    <dgm:pt modelId="{BADDB1A9-E6FC-412A-A376-4ADC980C4D90}" type="parTrans" cxnId="{26D80E8E-3981-4316-876D-CDE491112A59}">
      <dgm:prSet/>
      <dgm:spPr/>
      <dgm:t>
        <a:bodyPr/>
        <a:lstStyle/>
        <a:p>
          <a:endParaRPr lang="en-US"/>
        </a:p>
      </dgm:t>
    </dgm:pt>
    <dgm:pt modelId="{5CB66D3C-DF32-4A98-864D-10B2948FE326}" type="sibTrans" cxnId="{26D80E8E-3981-4316-876D-CDE491112A59}">
      <dgm:prSet/>
      <dgm:spPr/>
      <dgm:t>
        <a:bodyPr/>
        <a:lstStyle/>
        <a:p>
          <a:endParaRPr lang="en-US"/>
        </a:p>
      </dgm:t>
    </dgm:pt>
    <dgm:pt modelId="{2F79AC01-6C04-427F-8F47-970A724B50DB}">
      <dgm:prSet/>
      <dgm:spPr/>
      <dgm:t>
        <a:bodyPr/>
        <a:lstStyle/>
        <a:p>
          <a:r>
            <a:rPr lang="en-US"/>
            <a:t>PRESENTED TO</a:t>
          </a:r>
        </a:p>
      </dgm:t>
    </dgm:pt>
    <dgm:pt modelId="{C18A6E3C-F95A-48A0-8F47-9EDE562664DB}" type="parTrans" cxnId="{C490882C-BDA8-47E2-957D-B707200D9231}">
      <dgm:prSet/>
      <dgm:spPr/>
      <dgm:t>
        <a:bodyPr/>
        <a:lstStyle/>
        <a:p>
          <a:endParaRPr lang="en-US"/>
        </a:p>
      </dgm:t>
    </dgm:pt>
    <dgm:pt modelId="{5596BB98-64DA-49C9-80AD-2052523962B4}" type="sibTrans" cxnId="{C490882C-BDA8-47E2-957D-B707200D9231}">
      <dgm:prSet/>
      <dgm:spPr/>
      <dgm:t>
        <a:bodyPr/>
        <a:lstStyle/>
        <a:p>
          <a:endParaRPr lang="en-US"/>
        </a:p>
      </dgm:t>
    </dgm:pt>
    <dgm:pt modelId="{87AF7D4C-7BB0-4D8D-92FD-D3C67409AC90}">
      <dgm:prSet/>
      <dgm:spPr/>
      <dgm:t>
        <a:bodyPr/>
        <a:lstStyle/>
        <a:p>
          <a:r>
            <a:rPr lang="en-US"/>
            <a:t>MACHADEV</a:t>
          </a:r>
        </a:p>
      </dgm:t>
    </dgm:pt>
    <dgm:pt modelId="{B3BCE734-A246-4BCF-AD39-08A0FB9C6B41}" type="parTrans" cxnId="{5478B51D-D120-46D1-A2EE-72C61C598FC1}">
      <dgm:prSet/>
      <dgm:spPr/>
      <dgm:t>
        <a:bodyPr/>
        <a:lstStyle/>
        <a:p>
          <a:endParaRPr lang="en-US"/>
        </a:p>
      </dgm:t>
    </dgm:pt>
    <dgm:pt modelId="{B03ACBB0-03E4-4AF1-98DC-2D321B5BED92}" type="sibTrans" cxnId="{5478B51D-D120-46D1-A2EE-72C61C598FC1}">
      <dgm:prSet/>
      <dgm:spPr/>
      <dgm:t>
        <a:bodyPr/>
        <a:lstStyle/>
        <a:p>
          <a:endParaRPr lang="en-US"/>
        </a:p>
      </dgm:t>
    </dgm:pt>
    <dgm:pt modelId="{033C8C09-0BBA-4A9F-8AB2-98C36AAED030}" type="pres">
      <dgm:prSet presAssocID="{A8D34BA9-4E47-4CD0-89BF-2267A9B1770A}" presName="linear" presStyleCnt="0">
        <dgm:presLayoutVars>
          <dgm:animLvl val="lvl"/>
          <dgm:resizeHandles val="exact"/>
        </dgm:presLayoutVars>
      </dgm:prSet>
      <dgm:spPr/>
    </dgm:pt>
    <dgm:pt modelId="{F7F3A980-B151-4EB4-A36F-30BE666355A0}" type="pres">
      <dgm:prSet presAssocID="{C4037F7A-9449-439F-8EB0-38A231ED33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2E07C9-A46D-49AA-AF05-5DCEA19339C9}" type="pres">
      <dgm:prSet presAssocID="{94BCC73E-C805-4C6D-BEC9-77ABBA5DEEA4}" presName="spacer" presStyleCnt="0"/>
      <dgm:spPr/>
    </dgm:pt>
    <dgm:pt modelId="{6263E8F1-9F05-4B71-9E05-15CAB52E48CF}" type="pres">
      <dgm:prSet presAssocID="{42CF50D1-334C-42DD-8F8B-1295B50BAE2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57D808-3E62-4AAA-B3E1-49EE2A7CE215}" type="pres">
      <dgm:prSet presAssocID="{5CB66D3C-DF32-4A98-864D-10B2948FE326}" presName="spacer" presStyleCnt="0"/>
      <dgm:spPr/>
    </dgm:pt>
    <dgm:pt modelId="{43A98A25-DA5E-47C7-950E-EA1BE0497BB7}" type="pres">
      <dgm:prSet presAssocID="{2F79AC01-6C04-427F-8F47-970A724B50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842714-5E66-4D3E-9ADA-3DC538A25B51}" type="pres">
      <dgm:prSet presAssocID="{5596BB98-64DA-49C9-80AD-2052523962B4}" presName="spacer" presStyleCnt="0"/>
      <dgm:spPr/>
    </dgm:pt>
    <dgm:pt modelId="{960F1556-FEAC-4C57-AA12-6A2EFBFD9748}" type="pres">
      <dgm:prSet presAssocID="{87AF7D4C-7BB0-4D8D-92FD-D3C67409AC9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78B51D-D120-46D1-A2EE-72C61C598FC1}" srcId="{A8D34BA9-4E47-4CD0-89BF-2267A9B1770A}" destId="{87AF7D4C-7BB0-4D8D-92FD-D3C67409AC90}" srcOrd="3" destOrd="0" parTransId="{B3BCE734-A246-4BCF-AD39-08A0FB9C6B41}" sibTransId="{B03ACBB0-03E4-4AF1-98DC-2D321B5BED92}"/>
    <dgm:cxn modelId="{C490882C-BDA8-47E2-957D-B707200D9231}" srcId="{A8D34BA9-4E47-4CD0-89BF-2267A9B1770A}" destId="{2F79AC01-6C04-427F-8F47-970A724B50DB}" srcOrd="2" destOrd="0" parTransId="{C18A6E3C-F95A-48A0-8F47-9EDE562664DB}" sibTransId="{5596BB98-64DA-49C9-80AD-2052523962B4}"/>
    <dgm:cxn modelId="{52FA484F-58BF-41AD-BE04-36E55248C62E}" type="presOf" srcId="{C4037F7A-9449-439F-8EB0-38A231ED330C}" destId="{F7F3A980-B151-4EB4-A36F-30BE666355A0}" srcOrd="0" destOrd="0" presId="urn:microsoft.com/office/officeart/2005/8/layout/vList2"/>
    <dgm:cxn modelId="{A1C51573-BBF3-4E7B-8C23-4EDAEAC67C16}" srcId="{A8D34BA9-4E47-4CD0-89BF-2267A9B1770A}" destId="{C4037F7A-9449-439F-8EB0-38A231ED330C}" srcOrd="0" destOrd="0" parTransId="{685313F7-6A7F-42A6-BAEC-4C9F40845C0B}" sibTransId="{94BCC73E-C805-4C6D-BEC9-77ABBA5DEEA4}"/>
    <dgm:cxn modelId="{26D80E8E-3981-4316-876D-CDE491112A59}" srcId="{A8D34BA9-4E47-4CD0-89BF-2267A9B1770A}" destId="{42CF50D1-334C-42DD-8F8B-1295B50BAE2E}" srcOrd="1" destOrd="0" parTransId="{BADDB1A9-E6FC-412A-A376-4ADC980C4D90}" sibTransId="{5CB66D3C-DF32-4A98-864D-10B2948FE326}"/>
    <dgm:cxn modelId="{05B22890-D085-44B8-8E81-C9C59DE635D8}" type="presOf" srcId="{42CF50D1-334C-42DD-8F8B-1295B50BAE2E}" destId="{6263E8F1-9F05-4B71-9E05-15CAB52E48CF}" srcOrd="0" destOrd="0" presId="urn:microsoft.com/office/officeart/2005/8/layout/vList2"/>
    <dgm:cxn modelId="{32B3A198-CFDE-49A5-9DF9-8ABD6671C1D8}" type="presOf" srcId="{A8D34BA9-4E47-4CD0-89BF-2267A9B1770A}" destId="{033C8C09-0BBA-4A9F-8AB2-98C36AAED030}" srcOrd="0" destOrd="0" presId="urn:microsoft.com/office/officeart/2005/8/layout/vList2"/>
    <dgm:cxn modelId="{75A967D1-0370-4B40-930B-90625EAD7560}" type="presOf" srcId="{87AF7D4C-7BB0-4D8D-92FD-D3C67409AC90}" destId="{960F1556-FEAC-4C57-AA12-6A2EFBFD9748}" srcOrd="0" destOrd="0" presId="urn:microsoft.com/office/officeart/2005/8/layout/vList2"/>
    <dgm:cxn modelId="{BAC238E1-6BED-4251-B601-9D075009FFEB}" type="presOf" srcId="{2F79AC01-6C04-427F-8F47-970A724B50DB}" destId="{43A98A25-DA5E-47C7-950E-EA1BE0497BB7}" srcOrd="0" destOrd="0" presId="urn:microsoft.com/office/officeart/2005/8/layout/vList2"/>
    <dgm:cxn modelId="{7B2CF07C-34BE-425B-AB7C-DE14022DD7AB}" type="presParOf" srcId="{033C8C09-0BBA-4A9F-8AB2-98C36AAED030}" destId="{F7F3A980-B151-4EB4-A36F-30BE666355A0}" srcOrd="0" destOrd="0" presId="urn:microsoft.com/office/officeart/2005/8/layout/vList2"/>
    <dgm:cxn modelId="{6BE5A7A6-0916-478F-BB7C-22D1601A6AE8}" type="presParOf" srcId="{033C8C09-0BBA-4A9F-8AB2-98C36AAED030}" destId="{952E07C9-A46D-49AA-AF05-5DCEA19339C9}" srcOrd="1" destOrd="0" presId="urn:microsoft.com/office/officeart/2005/8/layout/vList2"/>
    <dgm:cxn modelId="{89121C4A-8508-4725-AC88-01C771E0AC91}" type="presParOf" srcId="{033C8C09-0BBA-4A9F-8AB2-98C36AAED030}" destId="{6263E8F1-9F05-4B71-9E05-15CAB52E48CF}" srcOrd="2" destOrd="0" presId="urn:microsoft.com/office/officeart/2005/8/layout/vList2"/>
    <dgm:cxn modelId="{CD640BEE-B545-4ECF-911E-2D489E32B411}" type="presParOf" srcId="{033C8C09-0BBA-4A9F-8AB2-98C36AAED030}" destId="{C257D808-3E62-4AAA-B3E1-49EE2A7CE215}" srcOrd="3" destOrd="0" presId="urn:microsoft.com/office/officeart/2005/8/layout/vList2"/>
    <dgm:cxn modelId="{72C9E0E1-6FF7-489F-8DEC-C8F2BBD454BA}" type="presParOf" srcId="{033C8C09-0BBA-4A9F-8AB2-98C36AAED030}" destId="{43A98A25-DA5E-47C7-950E-EA1BE0497BB7}" srcOrd="4" destOrd="0" presId="urn:microsoft.com/office/officeart/2005/8/layout/vList2"/>
    <dgm:cxn modelId="{9E974093-9A8D-4F69-9C97-742B31362945}" type="presParOf" srcId="{033C8C09-0BBA-4A9F-8AB2-98C36AAED030}" destId="{79842714-5E66-4D3E-9ADA-3DC538A25B51}" srcOrd="5" destOrd="0" presId="urn:microsoft.com/office/officeart/2005/8/layout/vList2"/>
    <dgm:cxn modelId="{AEA83B7C-FB9C-4021-96D0-3F518AAF53B6}" type="presParOf" srcId="{033C8C09-0BBA-4A9F-8AB2-98C36AAED030}" destId="{960F1556-FEAC-4C57-AA12-6A2EFBFD97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783D4F-9EB0-43AC-B282-5F3D3F08DC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B78E72-EF74-47C5-A6D1-C2143BA02EE4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B507D8B0-3D62-48E1-8AD0-0230E8BCE55A}" type="parTrans" cxnId="{F234FE36-B6D9-41B1-927D-CDD946CA956A}">
      <dgm:prSet/>
      <dgm:spPr/>
      <dgm:t>
        <a:bodyPr/>
        <a:lstStyle/>
        <a:p>
          <a:endParaRPr lang="en-US"/>
        </a:p>
      </dgm:t>
    </dgm:pt>
    <dgm:pt modelId="{E7FBC7C3-E351-4504-860A-96869A51467B}" type="sibTrans" cxnId="{F234FE36-B6D9-41B1-927D-CDD946CA956A}">
      <dgm:prSet/>
      <dgm:spPr/>
      <dgm:t>
        <a:bodyPr/>
        <a:lstStyle/>
        <a:p>
          <a:endParaRPr lang="en-US"/>
        </a:p>
      </dgm:t>
    </dgm:pt>
    <dgm:pt modelId="{1CCC13CF-979B-418C-89CA-E9192A8E90BE}">
      <dgm:prSet/>
      <dgm:spPr/>
      <dgm:t>
        <a:bodyPr/>
        <a:lstStyle/>
        <a:p>
          <a:r>
            <a:rPr lang="en-US"/>
            <a:t>STRENGTHS</a:t>
          </a:r>
        </a:p>
      </dgm:t>
    </dgm:pt>
    <dgm:pt modelId="{E0B901A5-811A-426D-B52A-27196FEA540C}" type="parTrans" cxnId="{71176337-72C7-4E0E-B9CA-B893D34C3614}">
      <dgm:prSet/>
      <dgm:spPr/>
      <dgm:t>
        <a:bodyPr/>
        <a:lstStyle/>
        <a:p>
          <a:endParaRPr lang="en-US"/>
        </a:p>
      </dgm:t>
    </dgm:pt>
    <dgm:pt modelId="{6A8C1EEE-C52F-41F5-8378-FBB25D4290CB}" type="sibTrans" cxnId="{71176337-72C7-4E0E-B9CA-B893D34C3614}">
      <dgm:prSet/>
      <dgm:spPr/>
      <dgm:t>
        <a:bodyPr/>
        <a:lstStyle/>
        <a:p>
          <a:endParaRPr lang="en-US"/>
        </a:p>
      </dgm:t>
    </dgm:pt>
    <dgm:pt modelId="{6FA89C03-9F80-4F35-9A2E-9CC1ADEE3611}">
      <dgm:prSet/>
      <dgm:spPr/>
      <dgm:t>
        <a:bodyPr/>
        <a:lstStyle/>
        <a:p>
          <a:r>
            <a:rPr lang="en-US"/>
            <a:t>WEAKNESS</a:t>
          </a:r>
        </a:p>
      </dgm:t>
    </dgm:pt>
    <dgm:pt modelId="{E6204646-4BF2-414A-8EC0-21F3ACB0459E}" type="parTrans" cxnId="{B51CD3D4-576B-4B8A-85F2-29B3A2948B96}">
      <dgm:prSet/>
      <dgm:spPr/>
      <dgm:t>
        <a:bodyPr/>
        <a:lstStyle/>
        <a:p>
          <a:endParaRPr lang="en-US"/>
        </a:p>
      </dgm:t>
    </dgm:pt>
    <dgm:pt modelId="{D2F96C12-E6A9-41B8-80F9-F46F6CE14004}" type="sibTrans" cxnId="{B51CD3D4-576B-4B8A-85F2-29B3A2948B96}">
      <dgm:prSet/>
      <dgm:spPr/>
      <dgm:t>
        <a:bodyPr/>
        <a:lstStyle/>
        <a:p>
          <a:endParaRPr lang="en-US"/>
        </a:p>
      </dgm:t>
    </dgm:pt>
    <dgm:pt modelId="{FCFDC95E-4626-4C03-9485-DB56117ABB7A}">
      <dgm:prSet/>
      <dgm:spPr/>
      <dgm:t>
        <a:bodyPr/>
        <a:lstStyle/>
        <a:p>
          <a:r>
            <a:rPr lang="en-US" b="1"/>
            <a:t>Areas that I am Developing</a:t>
          </a:r>
          <a:endParaRPr lang="en-US"/>
        </a:p>
      </dgm:t>
    </dgm:pt>
    <dgm:pt modelId="{FC1AC1F3-5B55-4687-981F-1B4DD8ED10A8}" type="parTrans" cxnId="{C2FF280F-EC95-4042-B731-4504B1A45091}">
      <dgm:prSet/>
      <dgm:spPr/>
      <dgm:t>
        <a:bodyPr/>
        <a:lstStyle/>
        <a:p>
          <a:endParaRPr lang="en-US"/>
        </a:p>
      </dgm:t>
    </dgm:pt>
    <dgm:pt modelId="{DDFCEFDD-880E-4384-ADA2-72E37921E820}" type="sibTrans" cxnId="{C2FF280F-EC95-4042-B731-4504B1A45091}">
      <dgm:prSet/>
      <dgm:spPr/>
      <dgm:t>
        <a:bodyPr/>
        <a:lstStyle/>
        <a:p>
          <a:endParaRPr lang="en-US"/>
        </a:p>
      </dgm:t>
    </dgm:pt>
    <dgm:pt modelId="{17016D61-89E7-4C0B-9875-0448B8D68C46}">
      <dgm:prSet/>
      <dgm:spPr/>
      <dgm:t>
        <a:bodyPr/>
        <a:lstStyle/>
        <a:p>
          <a:r>
            <a:rPr lang="en-US" dirty="0"/>
            <a:t>My Role at MachaDev </a:t>
          </a:r>
        </a:p>
      </dgm:t>
    </dgm:pt>
    <dgm:pt modelId="{4AEAD9BC-F58D-4B49-A0CF-3C655057B367}" type="parTrans" cxnId="{F5477C2F-8018-416A-96F7-09C40C38EC45}">
      <dgm:prSet/>
      <dgm:spPr/>
      <dgm:t>
        <a:bodyPr/>
        <a:lstStyle/>
        <a:p>
          <a:endParaRPr lang="en-US"/>
        </a:p>
      </dgm:t>
    </dgm:pt>
    <dgm:pt modelId="{9B32A0AC-453C-4330-B94B-160CDFD08EB1}" type="sibTrans" cxnId="{F5477C2F-8018-416A-96F7-09C40C38EC45}">
      <dgm:prSet/>
      <dgm:spPr/>
      <dgm:t>
        <a:bodyPr/>
        <a:lstStyle/>
        <a:p>
          <a:endParaRPr lang="en-US"/>
        </a:p>
      </dgm:t>
    </dgm:pt>
    <dgm:pt modelId="{90C000BE-D51B-4F7C-9DAB-A4D7C57AEDF6}">
      <dgm:prSet/>
      <dgm:spPr/>
      <dgm:t>
        <a:bodyPr/>
        <a:lstStyle/>
        <a:p>
          <a:r>
            <a:rPr lang="en-US" dirty="0"/>
            <a:t>MY JOURNEY AT MACHADEV</a:t>
          </a:r>
        </a:p>
      </dgm:t>
    </dgm:pt>
    <dgm:pt modelId="{F1B45DA5-6D8D-4ED8-B6DC-E53F7768A6E1}" type="parTrans" cxnId="{9F8189EB-27A6-4CB0-AB44-15E74199D923}">
      <dgm:prSet/>
      <dgm:spPr/>
      <dgm:t>
        <a:bodyPr/>
        <a:lstStyle/>
        <a:p>
          <a:endParaRPr lang="en-US"/>
        </a:p>
      </dgm:t>
    </dgm:pt>
    <dgm:pt modelId="{CA1CE98E-AD07-4D3F-98F0-4E5E5FC443A3}" type="sibTrans" cxnId="{9F8189EB-27A6-4CB0-AB44-15E74199D923}">
      <dgm:prSet/>
      <dgm:spPr/>
      <dgm:t>
        <a:bodyPr/>
        <a:lstStyle/>
        <a:p>
          <a:endParaRPr lang="en-US"/>
        </a:p>
      </dgm:t>
    </dgm:pt>
    <dgm:pt modelId="{E2D21E1D-CF6E-4888-9408-55837A2F8DF0}">
      <dgm:prSet/>
      <dgm:spPr/>
      <dgm:t>
        <a:bodyPr/>
        <a:lstStyle/>
        <a:p>
          <a:r>
            <a:rPr lang="en-US" dirty="0"/>
            <a:t>MY MISSION AT MACHADEV</a:t>
          </a:r>
        </a:p>
      </dgm:t>
    </dgm:pt>
    <dgm:pt modelId="{3404C286-5DF2-4EB0-BF61-B08D1EC69B75}" type="parTrans" cxnId="{1595053C-B6C9-4F18-AE99-E833CB5BABDC}">
      <dgm:prSet/>
      <dgm:spPr/>
      <dgm:t>
        <a:bodyPr/>
        <a:lstStyle/>
        <a:p>
          <a:endParaRPr lang="en-US"/>
        </a:p>
      </dgm:t>
    </dgm:pt>
    <dgm:pt modelId="{FC576F0F-DCB1-465D-95AF-80F1216CF09C}" type="sibTrans" cxnId="{1595053C-B6C9-4F18-AE99-E833CB5BABDC}">
      <dgm:prSet/>
      <dgm:spPr/>
      <dgm:t>
        <a:bodyPr/>
        <a:lstStyle/>
        <a:p>
          <a:endParaRPr lang="en-US"/>
        </a:p>
      </dgm:t>
    </dgm:pt>
    <dgm:pt modelId="{253B9D83-87B4-4B7F-A227-DB4B7A319C26}" type="pres">
      <dgm:prSet presAssocID="{9F783D4F-9EB0-43AC-B282-5F3D3F08DCDE}" presName="linear" presStyleCnt="0">
        <dgm:presLayoutVars>
          <dgm:animLvl val="lvl"/>
          <dgm:resizeHandles val="exact"/>
        </dgm:presLayoutVars>
      </dgm:prSet>
      <dgm:spPr/>
    </dgm:pt>
    <dgm:pt modelId="{609DB99A-06F5-487B-B642-F25F30366A77}" type="pres">
      <dgm:prSet presAssocID="{6AB78E72-EF74-47C5-A6D1-C2143BA02EE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BA57353-DC24-49DE-B390-D78D94CA2EBD}" type="pres">
      <dgm:prSet presAssocID="{E7FBC7C3-E351-4504-860A-96869A51467B}" presName="spacer" presStyleCnt="0"/>
      <dgm:spPr/>
    </dgm:pt>
    <dgm:pt modelId="{02B9188A-393B-4219-8386-9FB294B45302}" type="pres">
      <dgm:prSet presAssocID="{1CCC13CF-979B-418C-89CA-E9192A8E90B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20D8D24-F451-45AA-9FDA-E5830C057C25}" type="pres">
      <dgm:prSet presAssocID="{6A8C1EEE-C52F-41F5-8378-FBB25D4290CB}" presName="spacer" presStyleCnt="0"/>
      <dgm:spPr/>
    </dgm:pt>
    <dgm:pt modelId="{5E87C7AA-033F-44F6-AFBD-54655E9D045A}" type="pres">
      <dgm:prSet presAssocID="{6FA89C03-9F80-4F35-9A2E-9CC1ADEE361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33E4FFF-20D3-4F01-B793-451995371126}" type="pres">
      <dgm:prSet presAssocID="{D2F96C12-E6A9-41B8-80F9-F46F6CE14004}" presName="spacer" presStyleCnt="0"/>
      <dgm:spPr/>
    </dgm:pt>
    <dgm:pt modelId="{7A8CEEF7-510E-4FB6-A671-3E6B0339E175}" type="pres">
      <dgm:prSet presAssocID="{FCFDC95E-4626-4C03-9485-DB56117ABB7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CBBF3B4-5BC4-4A74-9CF6-620C4748B60E}" type="pres">
      <dgm:prSet presAssocID="{DDFCEFDD-880E-4384-ADA2-72E37921E820}" presName="spacer" presStyleCnt="0"/>
      <dgm:spPr/>
    </dgm:pt>
    <dgm:pt modelId="{4D87F9A9-FAE3-481E-957C-65A85D36B918}" type="pres">
      <dgm:prSet presAssocID="{17016D61-89E7-4C0B-9875-0448B8D68C4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98087B5-EA32-4C68-87BD-BB01FC0AC0B2}" type="pres">
      <dgm:prSet presAssocID="{9B32A0AC-453C-4330-B94B-160CDFD08EB1}" presName="spacer" presStyleCnt="0"/>
      <dgm:spPr/>
    </dgm:pt>
    <dgm:pt modelId="{62E56D97-112E-4D65-A222-D00E1BB2E8BF}" type="pres">
      <dgm:prSet presAssocID="{90C000BE-D51B-4F7C-9DAB-A4D7C57AEDF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DCB66D8-0E7B-482C-B80A-96A6F42B80BA}" type="pres">
      <dgm:prSet presAssocID="{CA1CE98E-AD07-4D3F-98F0-4E5E5FC443A3}" presName="spacer" presStyleCnt="0"/>
      <dgm:spPr/>
    </dgm:pt>
    <dgm:pt modelId="{0F6107A7-F202-455E-8AED-91AB40022E9B}" type="pres">
      <dgm:prSet presAssocID="{E2D21E1D-CF6E-4888-9408-55837A2F8DF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2FF280F-EC95-4042-B731-4504B1A45091}" srcId="{9F783D4F-9EB0-43AC-B282-5F3D3F08DCDE}" destId="{FCFDC95E-4626-4C03-9485-DB56117ABB7A}" srcOrd="3" destOrd="0" parTransId="{FC1AC1F3-5B55-4687-981F-1B4DD8ED10A8}" sibTransId="{DDFCEFDD-880E-4384-ADA2-72E37921E820}"/>
    <dgm:cxn modelId="{F662251C-8B5B-4733-B871-9D4944A7056E}" type="presOf" srcId="{6FA89C03-9F80-4F35-9A2E-9CC1ADEE3611}" destId="{5E87C7AA-033F-44F6-AFBD-54655E9D045A}" srcOrd="0" destOrd="0" presId="urn:microsoft.com/office/officeart/2005/8/layout/vList2"/>
    <dgm:cxn modelId="{D337262F-15C6-4088-B75D-55A9B3662784}" type="presOf" srcId="{1CCC13CF-979B-418C-89CA-E9192A8E90BE}" destId="{02B9188A-393B-4219-8386-9FB294B45302}" srcOrd="0" destOrd="0" presId="urn:microsoft.com/office/officeart/2005/8/layout/vList2"/>
    <dgm:cxn modelId="{EBCD5B2F-3994-4CB9-A203-A57C2BB64376}" type="presOf" srcId="{17016D61-89E7-4C0B-9875-0448B8D68C46}" destId="{4D87F9A9-FAE3-481E-957C-65A85D36B918}" srcOrd="0" destOrd="0" presId="urn:microsoft.com/office/officeart/2005/8/layout/vList2"/>
    <dgm:cxn modelId="{F5477C2F-8018-416A-96F7-09C40C38EC45}" srcId="{9F783D4F-9EB0-43AC-B282-5F3D3F08DCDE}" destId="{17016D61-89E7-4C0B-9875-0448B8D68C46}" srcOrd="4" destOrd="0" parTransId="{4AEAD9BC-F58D-4B49-A0CF-3C655057B367}" sibTransId="{9B32A0AC-453C-4330-B94B-160CDFD08EB1}"/>
    <dgm:cxn modelId="{795AC130-C5B5-4511-B6D2-207C5EE65BF1}" type="presOf" srcId="{9F783D4F-9EB0-43AC-B282-5F3D3F08DCDE}" destId="{253B9D83-87B4-4B7F-A227-DB4B7A319C26}" srcOrd="0" destOrd="0" presId="urn:microsoft.com/office/officeart/2005/8/layout/vList2"/>
    <dgm:cxn modelId="{F234FE36-B6D9-41B1-927D-CDD946CA956A}" srcId="{9F783D4F-9EB0-43AC-B282-5F3D3F08DCDE}" destId="{6AB78E72-EF74-47C5-A6D1-C2143BA02EE4}" srcOrd="0" destOrd="0" parTransId="{B507D8B0-3D62-48E1-8AD0-0230E8BCE55A}" sibTransId="{E7FBC7C3-E351-4504-860A-96869A51467B}"/>
    <dgm:cxn modelId="{71176337-72C7-4E0E-B9CA-B893D34C3614}" srcId="{9F783D4F-9EB0-43AC-B282-5F3D3F08DCDE}" destId="{1CCC13CF-979B-418C-89CA-E9192A8E90BE}" srcOrd="1" destOrd="0" parTransId="{E0B901A5-811A-426D-B52A-27196FEA540C}" sibTransId="{6A8C1EEE-C52F-41F5-8378-FBB25D4290CB}"/>
    <dgm:cxn modelId="{1595053C-B6C9-4F18-AE99-E833CB5BABDC}" srcId="{9F783D4F-9EB0-43AC-B282-5F3D3F08DCDE}" destId="{E2D21E1D-CF6E-4888-9408-55837A2F8DF0}" srcOrd="6" destOrd="0" parTransId="{3404C286-5DF2-4EB0-BF61-B08D1EC69B75}" sibTransId="{FC576F0F-DCB1-465D-95AF-80F1216CF09C}"/>
    <dgm:cxn modelId="{8F30F74D-C841-4413-BB0B-EB3254F3CDD5}" type="presOf" srcId="{6AB78E72-EF74-47C5-A6D1-C2143BA02EE4}" destId="{609DB99A-06F5-487B-B642-F25F30366A77}" srcOrd="0" destOrd="0" presId="urn:microsoft.com/office/officeart/2005/8/layout/vList2"/>
    <dgm:cxn modelId="{57844AA5-D009-474C-B3F3-D34715A0EC0C}" type="presOf" srcId="{FCFDC95E-4626-4C03-9485-DB56117ABB7A}" destId="{7A8CEEF7-510E-4FB6-A671-3E6B0339E175}" srcOrd="0" destOrd="0" presId="urn:microsoft.com/office/officeart/2005/8/layout/vList2"/>
    <dgm:cxn modelId="{3E550FD4-F908-448B-9354-5FD63322BC07}" type="presOf" srcId="{90C000BE-D51B-4F7C-9DAB-A4D7C57AEDF6}" destId="{62E56D97-112E-4D65-A222-D00E1BB2E8BF}" srcOrd="0" destOrd="0" presId="urn:microsoft.com/office/officeart/2005/8/layout/vList2"/>
    <dgm:cxn modelId="{B51CD3D4-576B-4B8A-85F2-29B3A2948B96}" srcId="{9F783D4F-9EB0-43AC-B282-5F3D3F08DCDE}" destId="{6FA89C03-9F80-4F35-9A2E-9CC1ADEE3611}" srcOrd="2" destOrd="0" parTransId="{E6204646-4BF2-414A-8EC0-21F3ACB0459E}" sibTransId="{D2F96C12-E6A9-41B8-80F9-F46F6CE14004}"/>
    <dgm:cxn modelId="{429BB5E3-5526-42AF-8E95-1134F141B543}" type="presOf" srcId="{E2D21E1D-CF6E-4888-9408-55837A2F8DF0}" destId="{0F6107A7-F202-455E-8AED-91AB40022E9B}" srcOrd="0" destOrd="0" presId="urn:microsoft.com/office/officeart/2005/8/layout/vList2"/>
    <dgm:cxn modelId="{9F8189EB-27A6-4CB0-AB44-15E74199D923}" srcId="{9F783D4F-9EB0-43AC-B282-5F3D3F08DCDE}" destId="{90C000BE-D51B-4F7C-9DAB-A4D7C57AEDF6}" srcOrd="5" destOrd="0" parTransId="{F1B45DA5-6D8D-4ED8-B6DC-E53F7768A6E1}" sibTransId="{CA1CE98E-AD07-4D3F-98F0-4E5E5FC443A3}"/>
    <dgm:cxn modelId="{F2E5A8BA-7FA1-4215-BC89-912101BE49D2}" type="presParOf" srcId="{253B9D83-87B4-4B7F-A227-DB4B7A319C26}" destId="{609DB99A-06F5-487B-B642-F25F30366A77}" srcOrd="0" destOrd="0" presId="urn:microsoft.com/office/officeart/2005/8/layout/vList2"/>
    <dgm:cxn modelId="{6E0AD305-88BD-41E3-9943-F6F27F61E4A2}" type="presParOf" srcId="{253B9D83-87B4-4B7F-A227-DB4B7A319C26}" destId="{7BA57353-DC24-49DE-B390-D78D94CA2EBD}" srcOrd="1" destOrd="0" presId="urn:microsoft.com/office/officeart/2005/8/layout/vList2"/>
    <dgm:cxn modelId="{960106AE-8243-4859-976C-D958584A0926}" type="presParOf" srcId="{253B9D83-87B4-4B7F-A227-DB4B7A319C26}" destId="{02B9188A-393B-4219-8386-9FB294B45302}" srcOrd="2" destOrd="0" presId="urn:microsoft.com/office/officeart/2005/8/layout/vList2"/>
    <dgm:cxn modelId="{7CF15FE9-DDA4-42E5-85CE-968EA1127764}" type="presParOf" srcId="{253B9D83-87B4-4B7F-A227-DB4B7A319C26}" destId="{C20D8D24-F451-45AA-9FDA-E5830C057C25}" srcOrd="3" destOrd="0" presId="urn:microsoft.com/office/officeart/2005/8/layout/vList2"/>
    <dgm:cxn modelId="{70D5EB39-EF20-4C49-AD2D-3691BDC4E6AE}" type="presParOf" srcId="{253B9D83-87B4-4B7F-A227-DB4B7A319C26}" destId="{5E87C7AA-033F-44F6-AFBD-54655E9D045A}" srcOrd="4" destOrd="0" presId="urn:microsoft.com/office/officeart/2005/8/layout/vList2"/>
    <dgm:cxn modelId="{8885B023-C773-4D1E-BA74-E6533E0F7493}" type="presParOf" srcId="{253B9D83-87B4-4B7F-A227-DB4B7A319C26}" destId="{F33E4FFF-20D3-4F01-B793-451995371126}" srcOrd="5" destOrd="0" presId="urn:microsoft.com/office/officeart/2005/8/layout/vList2"/>
    <dgm:cxn modelId="{45859548-2B23-4D22-9B86-B7E249866540}" type="presParOf" srcId="{253B9D83-87B4-4B7F-A227-DB4B7A319C26}" destId="{7A8CEEF7-510E-4FB6-A671-3E6B0339E175}" srcOrd="6" destOrd="0" presId="urn:microsoft.com/office/officeart/2005/8/layout/vList2"/>
    <dgm:cxn modelId="{1B75F682-8521-4E4F-9A73-43F7F22FA34F}" type="presParOf" srcId="{253B9D83-87B4-4B7F-A227-DB4B7A319C26}" destId="{3CBBF3B4-5BC4-4A74-9CF6-620C4748B60E}" srcOrd="7" destOrd="0" presId="urn:microsoft.com/office/officeart/2005/8/layout/vList2"/>
    <dgm:cxn modelId="{BCC152F1-A9F7-4FFC-95AC-8617F4315EBB}" type="presParOf" srcId="{253B9D83-87B4-4B7F-A227-DB4B7A319C26}" destId="{4D87F9A9-FAE3-481E-957C-65A85D36B918}" srcOrd="8" destOrd="0" presId="urn:microsoft.com/office/officeart/2005/8/layout/vList2"/>
    <dgm:cxn modelId="{CC8B7BF8-89A3-42E8-98F8-9AD094BB1D58}" type="presParOf" srcId="{253B9D83-87B4-4B7F-A227-DB4B7A319C26}" destId="{498087B5-EA32-4C68-87BD-BB01FC0AC0B2}" srcOrd="9" destOrd="0" presId="urn:microsoft.com/office/officeart/2005/8/layout/vList2"/>
    <dgm:cxn modelId="{96FE1E0A-DD38-4D3E-B346-7A786F15782C}" type="presParOf" srcId="{253B9D83-87B4-4B7F-A227-DB4B7A319C26}" destId="{62E56D97-112E-4D65-A222-D00E1BB2E8BF}" srcOrd="10" destOrd="0" presId="urn:microsoft.com/office/officeart/2005/8/layout/vList2"/>
    <dgm:cxn modelId="{5E3FBC75-BEFB-4E4F-82BA-43D00765C5C1}" type="presParOf" srcId="{253B9D83-87B4-4B7F-A227-DB4B7A319C26}" destId="{ADCB66D8-0E7B-482C-B80A-96A6F42B80BA}" srcOrd="11" destOrd="0" presId="urn:microsoft.com/office/officeart/2005/8/layout/vList2"/>
    <dgm:cxn modelId="{39EAA081-1F8B-4318-BDAD-7EC7E0F97EC9}" type="presParOf" srcId="{253B9D83-87B4-4B7F-A227-DB4B7A319C26}" destId="{0F6107A7-F202-455E-8AED-91AB40022E9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D74583-A9F2-44F0-8EC8-13E519BDAC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0A583-451E-4158-AFE1-AC79C109E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am graduate computer engineer from HITEC UNIVERSITY.</a:t>
          </a:r>
        </a:p>
      </dgm:t>
    </dgm:pt>
    <dgm:pt modelId="{9CBFBB94-CCE2-4963-BEEC-90D31A0DA501}" type="parTrans" cxnId="{78AEFB52-A842-4E12-87BD-26F435EE99C1}">
      <dgm:prSet/>
      <dgm:spPr/>
      <dgm:t>
        <a:bodyPr/>
        <a:lstStyle/>
        <a:p>
          <a:endParaRPr lang="en-US"/>
        </a:p>
      </dgm:t>
    </dgm:pt>
    <dgm:pt modelId="{2F378A2D-F3B6-4291-99C6-5DE7571145BD}" type="sibTrans" cxnId="{78AEFB52-A842-4E12-87BD-26F435EE99C1}">
      <dgm:prSet/>
      <dgm:spPr/>
      <dgm:t>
        <a:bodyPr/>
        <a:lstStyle/>
        <a:p>
          <a:endParaRPr lang="en-US"/>
        </a:p>
      </dgm:t>
    </dgm:pt>
    <dgm:pt modelId="{23787319-1604-4610-A755-02A241793B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 am currently serving as a Trainee R&amp;D here at MachaDev.</a:t>
          </a:r>
        </a:p>
      </dgm:t>
    </dgm:pt>
    <dgm:pt modelId="{EC198864-EC36-442E-8F23-2E103B92B4D2}" type="parTrans" cxnId="{79ADE7A5-8360-4D51-BEAE-35D607FCBB28}">
      <dgm:prSet/>
      <dgm:spPr/>
      <dgm:t>
        <a:bodyPr/>
        <a:lstStyle/>
        <a:p>
          <a:endParaRPr lang="en-US"/>
        </a:p>
      </dgm:t>
    </dgm:pt>
    <dgm:pt modelId="{CD2C3C1E-5795-4D46-8CA2-97494D9C5C72}" type="sibTrans" cxnId="{79ADE7A5-8360-4D51-BEAE-35D607FCBB28}">
      <dgm:prSet/>
      <dgm:spPr/>
      <dgm:t>
        <a:bodyPr/>
        <a:lstStyle/>
        <a:p>
          <a:endParaRPr lang="en-US"/>
        </a:p>
      </dgm:t>
    </dgm:pt>
    <dgm:pt modelId="{199F4D9D-FF8C-408A-83DD-0B304EF45B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final year project was IOT-BASED AIR QUALITY INDEX METER SYSTEM.</a:t>
          </a:r>
        </a:p>
      </dgm:t>
    </dgm:pt>
    <dgm:pt modelId="{32742094-30D8-48A7-A173-55C20B34599A}" type="parTrans" cxnId="{3B2ACA5A-F884-4C9A-A3A7-02F3031915B3}">
      <dgm:prSet/>
      <dgm:spPr/>
      <dgm:t>
        <a:bodyPr/>
        <a:lstStyle/>
        <a:p>
          <a:endParaRPr lang="en-US"/>
        </a:p>
      </dgm:t>
    </dgm:pt>
    <dgm:pt modelId="{FAA37907-80C1-4010-9F04-9F287D9BC753}" type="sibTrans" cxnId="{3B2ACA5A-F884-4C9A-A3A7-02F3031915B3}">
      <dgm:prSet/>
      <dgm:spPr/>
      <dgm:t>
        <a:bodyPr/>
        <a:lstStyle/>
        <a:p>
          <a:endParaRPr lang="en-US"/>
        </a:p>
      </dgm:t>
    </dgm:pt>
    <dgm:pt modelId="{FC27097D-BD91-47EE-8BE4-C99161DDCB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 DID TWO INTERNSHIP  AT TWO DIFFERNET COMPANIES THAT ARE RISETECH AND MACHADEV.</a:t>
          </a:r>
        </a:p>
      </dgm:t>
    </dgm:pt>
    <dgm:pt modelId="{E05347E6-E609-4962-BACF-C9B3C724C6E5}" type="parTrans" cxnId="{1FF010B3-454E-495B-92E9-E199159DD701}">
      <dgm:prSet/>
      <dgm:spPr/>
      <dgm:t>
        <a:bodyPr/>
        <a:lstStyle/>
        <a:p>
          <a:endParaRPr lang="en-US"/>
        </a:p>
      </dgm:t>
    </dgm:pt>
    <dgm:pt modelId="{65253C43-73FC-41BE-BAF5-23AA68665975}" type="sibTrans" cxnId="{1FF010B3-454E-495B-92E9-E199159DD701}">
      <dgm:prSet/>
      <dgm:spPr/>
      <dgm:t>
        <a:bodyPr/>
        <a:lstStyle/>
        <a:p>
          <a:endParaRPr lang="en-US"/>
        </a:p>
      </dgm:t>
    </dgm:pt>
    <dgm:pt modelId="{7A0FA426-C883-49DD-90A3-BBE6461BB4C5}" type="pres">
      <dgm:prSet presAssocID="{7FD74583-A9F2-44F0-8EC8-13E519BDAC6D}" presName="root" presStyleCnt="0">
        <dgm:presLayoutVars>
          <dgm:dir/>
          <dgm:resizeHandles val="exact"/>
        </dgm:presLayoutVars>
      </dgm:prSet>
      <dgm:spPr/>
    </dgm:pt>
    <dgm:pt modelId="{D39EBE7F-385C-447B-A452-FD4349AD0838}" type="pres">
      <dgm:prSet presAssocID="{0660A583-451E-4158-AFE1-AC79C109ECF2}" presName="compNode" presStyleCnt="0"/>
      <dgm:spPr/>
    </dgm:pt>
    <dgm:pt modelId="{74E15FF8-0EE3-465B-A400-36A8E2E41830}" type="pres">
      <dgm:prSet presAssocID="{0660A583-451E-4158-AFE1-AC79C109ECF2}" presName="bgRect" presStyleLbl="bgShp" presStyleIdx="0" presStyleCnt="4"/>
      <dgm:spPr/>
    </dgm:pt>
    <dgm:pt modelId="{115E218D-4E4A-4CA6-98D6-E86379DD926A}" type="pres">
      <dgm:prSet presAssocID="{0660A583-451E-4158-AFE1-AC79C109ECF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F5B3FB0-6C1C-4829-A906-36D7BD26FD5C}" type="pres">
      <dgm:prSet presAssocID="{0660A583-451E-4158-AFE1-AC79C109ECF2}" presName="spaceRect" presStyleCnt="0"/>
      <dgm:spPr/>
    </dgm:pt>
    <dgm:pt modelId="{4439B5C0-C176-4F95-A443-CB2462CFEEA0}" type="pres">
      <dgm:prSet presAssocID="{0660A583-451E-4158-AFE1-AC79C109ECF2}" presName="parTx" presStyleLbl="revTx" presStyleIdx="0" presStyleCnt="4">
        <dgm:presLayoutVars>
          <dgm:chMax val="0"/>
          <dgm:chPref val="0"/>
        </dgm:presLayoutVars>
      </dgm:prSet>
      <dgm:spPr/>
    </dgm:pt>
    <dgm:pt modelId="{2CA25B1C-24F9-48FD-8864-F632D4B2D0A6}" type="pres">
      <dgm:prSet presAssocID="{2F378A2D-F3B6-4291-99C6-5DE7571145BD}" presName="sibTrans" presStyleCnt="0"/>
      <dgm:spPr/>
    </dgm:pt>
    <dgm:pt modelId="{9A158050-0430-4D71-9284-38F7BF43B625}" type="pres">
      <dgm:prSet presAssocID="{23787319-1604-4610-A755-02A241793B78}" presName="compNode" presStyleCnt="0"/>
      <dgm:spPr/>
    </dgm:pt>
    <dgm:pt modelId="{BCBDB221-1A36-44ED-A913-041C5B73125A}" type="pres">
      <dgm:prSet presAssocID="{23787319-1604-4610-A755-02A241793B78}" presName="bgRect" presStyleLbl="bgShp" presStyleIdx="1" presStyleCnt="4"/>
      <dgm:spPr/>
    </dgm:pt>
    <dgm:pt modelId="{F0B59B4A-27C9-420A-BAFD-D32F02B570CB}" type="pres">
      <dgm:prSet presAssocID="{23787319-1604-4610-A755-02A241793B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7A0C3FD-637E-4289-8AF6-21AC810521CD}" type="pres">
      <dgm:prSet presAssocID="{23787319-1604-4610-A755-02A241793B78}" presName="spaceRect" presStyleCnt="0"/>
      <dgm:spPr/>
    </dgm:pt>
    <dgm:pt modelId="{B00CDB60-22E5-47A6-B97A-B81337760CC9}" type="pres">
      <dgm:prSet presAssocID="{23787319-1604-4610-A755-02A241793B78}" presName="parTx" presStyleLbl="revTx" presStyleIdx="1" presStyleCnt="4">
        <dgm:presLayoutVars>
          <dgm:chMax val="0"/>
          <dgm:chPref val="0"/>
        </dgm:presLayoutVars>
      </dgm:prSet>
      <dgm:spPr/>
    </dgm:pt>
    <dgm:pt modelId="{4671B60A-D37C-40B3-9CF2-5379D9D43C5A}" type="pres">
      <dgm:prSet presAssocID="{CD2C3C1E-5795-4D46-8CA2-97494D9C5C72}" presName="sibTrans" presStyleCnt="0"/>
      <dgm:spPr/>
    </dgm:pt>
    <dgm:pt modelId="{0CAC023C-5E0C-47CC-80D2-33CA3D594731}" type="pres">
      <dgm:prSet presAssocID="{199F4D9D-FF8C-408A-83DD-0B304EF45B3A}" presName="compNode" presStyleCnt="0"/>
      <dgm:spPr/>
    </dgm:pt>
    <dgm:pt modelId="{6415664A-DBE4-4B40-A00D-D9C89C34A6AC}" type="pres">
      <dgm:prSet presAssocID="{199F4D9D-FF8C-408A-83DD-0B304EF45B3A}" presName="bgRect" presStyleLbl="bgShp" presStyleIdx="2" presStyleCnt="4"/>
      <dgm:spPr/>
    </dgm:pt>
    <dgm:pt modelId="{AECF0B3D-8291-4854-8307-EABB48EECFCE}" type="pres">
      <dgm:prSet presAssocID="{199F4D9D-FF8C-408A-83DD-0B304EF45B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4345C45-6340-4453-AFF9-456F643D9979}" type="pres">
      <dgm:prSet presAssocID="{199F4D9D-FF8C-408A-83DD-0B304EF45B3A}" presName="spaceRect" presStyleCnt="0"/>
      <dgm:spPr/>
    </dgm:pt>
    <dgm:pt modelId="{73B63AD3-814A-46DF-9B10-F82E170AE84A}" type="pres">
      <dgm:prSet presAssocID="{199F4D9D-FF8C-408A-83DD-0B304EF45B3A}" presName="parTx" presStyleLbl="revTx" presStyleIdx="2" presStyleCnt="4">
        <dgm:presLayoutVars>
          <dgm:chMax val="0"/>
          <dgm:chPref val="0"/>
        </dgm:presLayoutVars>
      </dgm:prSet>
      <dgm:spPr/>
    </dgm:pt>
    <dgm:pt modelId="{DE521B6E-7893-4F80-8D1F-CE5F6AE0AAD0}" type="pres">
      <dgm:prSet presAssocID="{FAA37907-80C1-4010-9F04-9F287D9BC753}" presName="sibTrans" presStyleCnt="0"/>
      <dgm:spPr/>
    </dgm:pt>
    <dgm:pt modelId="{F3FBC551-8106-4E73-BCBD-F1FC820108C0}" type="pres">
      <dgm:prSet presAssocID="{FC27097D-BD91-47EE-8BE4-C99161DDCB4D}" presName="compNode" presStyleCnt="0"/>
      <dgm:spPr/>
    </dgm:pt>
    <dgm:pt modelId="{1EC697C7-E65D-4F63-B8A4-8ACE347ABB47}" type="pres">
      <dgm:prSet presAssocID="{FC27097D-BD91-47EE-8BE4-C99161DDCB4D}" presName="bgRect" presStyleLbl="bgShp" presStyleIdx="3" presStyleCnt="4"/>
      <dgm:spPr/>
    </dgm:pt>
    <dgm:pt modelId="{3264CF05-08D9-4B80-9BD5-068780E3D72E}" type="pres">
      <dgm:prSet presAssocID="{FC27097D-BD91-47EE-8BE4-C99161DDCB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53EB9A2-E67C-419C-A82A-6B90F1BD20AE}" type="pres">
      <dgm:prSet presAssocID="{FC27097D-BD91-47EE-8BE4-C99161DDCB4D}" presName="spaceRect" presStyleCnt="0"/>
      <dgm:spPr/>
    </dgm:pt>
    <dgm:pt modelId="{347AF0C7-6CDC-4A8F-B16B-14B953CD94D2}" type="pres">
      <dgm:prSet presAssocID="{FC27097D-BD91-47EE-8BE4-C99161DDCB4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0D8126-CD7C-48E0-A1EB-D68310A82632}" type="presOf" srcId="{FC27097D-BD91-47EE-8BE4-C99161DDCB4D}" destId="{347AF0C7-6CDC-4A8F-B16B-14B953CD94D2}" srcOrd="0" destOrd="0" presId="urn:microsoft.com/office/officeart/2018/2/layout/IconVerticalSolidList"/>
    <dgm:cxn modelId="{2E239E28-C682-4AE7-8F8B-77BDA3303157}" type="presOf" srcId="{199F4D9D-FF8C-408A-83DD-0B304EF45B3A}" destId="{73B63AD3-814A-46DF-9B10-F82E170AE84A}" srcOrd="0" destOrd="0" presId="urn:microsoft.com/office/officeart/2018/2/layout/IconVerticalSolidList"/>
    <dgm:cxn modelId="{4DA5F93D-1EEB-4313-B37D-521A7C1A8F97}" type="presOf" srcId="{0660A583-451E-4158-AFE1-AC79C109ECF2}" destId="{4439B5C0-C176-4F95-A443-CB2462CFEEA0}" srcOrd="0" destOrd="0" presId="urn:microsoft.com/office/officeart/2018/2/layout/IconVerticalSolidList"/>
    <dgm:cxn modelId="{78AEFB52-A842-4E12-87BD-26F435EE99C1}" srcId="{7FD74583-A9F2-44F0-8EC8-13E519BDAC6D}" destId="{0660A583-451E-4158-AFE1-AC79C109ECF2}" srcOrd="0" destOrd="0" parTransId="{9CBFBB94-CCE2-4963-BEEC-90D31A0DA501}" sibTransId="{2F378A2D-F3B6-4291-99C6-5DE7571145BD}"/>
    <dgm:cxn modelId="{7ED28C54-676C-459A-B0F4-2CBCF8ADA8CB}" type="presOf" srcId="{23787319-1604-4610-A755-02A241793B78}" destId="{B00CDB60-22E5-47A6-B97A-B81337760CC9}" srcOrd="0" destOrd="0" presId="urn:microsoft.com/office/officeart/2018/2/layout/IconVerticalSolidList"/>
    <dgm:cxn modelId="{3B2ACA5A-F884-4C9A-A3A7-02F3031915B3}" srcId="{7FD74583-A9F2-44F0-8EC8-13E519BDAC6D}" destId="{199F4D9D-FF8C-408A-83DD-0B304EF45B3A}" srcOrd="2" destOrd="0" parTransId="{32742094-30D8-48A7-A173-55C20B34599A}" sibTransId="{FAA37907-80C1-4010-9F04-9F287D9BC753}"/>
    <dgm:cxn modelId="{79ADE7A5-8360-4D51-BEAE-35D607FCBB28}" srcId="{7FD74583-A9F2-44F0-8EC8-13E519BDAC6D}" destId="{23787319-1604-4610-A755-02A241793B78}" srcOrd="1" destOrd="0" parTransId="{EC198864-EC36-442E-8F23-2E103B92B4D2}" sibTransId="{CD2C3C1E-5795-4D46-8CA2-97494D9C5C72}"/>
    <dgm:cxn modelId="{1FF010B3-454E-495B-92E9-E199159DD701}" srcId="{7FD74583-A9F2-44F0-8EC8-13E519BDAC6D}" destId="{FC27097D-BD91-47EE-8BE4-C99161DDCB4D}" srcOrd="3" destOrd="0" parTransId="{E05347E6-E609-4962-BACF-C9B3C724C6E5}" sibTransId="{65253C43-73FC-41BE-BAF5-23AA68665975}"/>
    <dgm:cxn modelId="{562E32D9-A892-4012-A432-BC00770F50D0}" type="presOf" srcId="{7FD74583-A9F2-44F0-8EC8-13E519BDAC6D}" destId="{7A0FA426-C883-49DD-90A3-BBE6461BB4C5}" srcOrd="0" destOrd="0" presId="urn:microsoft.com/office/officeart/2018/2/layout/IconVerticalSolidList"/>
    <dgm:cxn modelId="{AD792BF4-0060-4D5C-9785-610D954729E5}" type="presParOf" srcId="{7A0FA426-C883-49DD-90A3-BBE6461BB4C5}" destId="{D39EBE7F-385C-447B-A452-FD4349AD0838}" srcOrd="0" destOrd="0" presId="urn:microsoft.com/office/officeart/2018/2/layout/IconVerticalSolidList"/>
    <dgm:cxn modelId="{268D977B-E830-4EA6-A79F-0C37C4C469AD}" type="presParOf" srcId="{D39EBE7F-385C-447B-A452-FD4349AD0838}" destId="{74E15FF8-0EE3-465B-A400-36A8E2E41830}" srcOrd="0" destOrd="0" presId="urn:microsoft.com/office/officeart/2018/2/layout/IconVerticalSolidList"/>
    <dgm:cxn modelId="{2A4E3827-5F0E-4AB3-A953-BEA8C4A45F87}" type="presParOf" srcId="{D39EBE7F-385C-447B-A452-FD4349AD0838}" destId="{115E218D-4E4A-4CA6-98D6-E86379DD926A}" srcOrd="1" destOrd="0" presId="urn:microsoft.com/office/officeart/2018/2/layout/IconVerticalSolidList"/>
    <dgm:cxn modelId="{48079E36-BBD2-4A9A-B0C5-024590DE44B4}" type="presParOf" srcId="{D39EBE7F-385C-447B-A452-FD4349AD0838}" destId="{EF5B3FB0-6C1C-4829-A906-36D7BD26FD5C}" srcOrd="2" destOrd="0" presId="urn:microsoft.com/office/officeart/2018/2/layout/IconVerticalSolidList"/>
    <dgm:cxn modelId="{DB2FC7CB-1541-48BD-8A56-EC866C6818CD}" type="presParOf" srcId="{D39EBE7F-385C-447B-A452-FD4349AD0838}" destId="{4439B5C0-C176-4F95-A443-CB2462CFEEA0}" srcOrd="3" destOrd="0" presId="urn:microsoft.com/office/officeart/2018/2/layout/IconVerticalSolidList"/>
    <dgm:cxn modelId="{B00B7E2C-CD01-492F-ABD4-1EC16246FA1E}" type="presParOf" srcId="{7A0FA426-C883-49DD-90A3-BBE6461BB4C5}" destId="{2CA25B1C-24F9-48FD-8864-F632D4B2D0A6}" srcOrd="1" destOrd="0" presId="urn:microsoft.com/office/officeart/2018/2/layout/IconVerticalSolidList"/>
    <dgm:cxn modelId="{AD8BC8B6-3B65-4FC2-9F97-DB52F82C9CC7}" type="presParOf" srcId="{7A0FA426-C883-49DD-90A3-BBE6461BB4C5}" destId="{9A158050-0430-4D71-9284-38F7BF43B625}" srcOrd="2" destOrd="0" presId="urn:microsoft.com/office/officeart/2018/2/layout/IconVerticalSolidList"/>
    <dgm:cxn modelId="{7EEB765C-7E37-4E3E-81A6-72F0723BE09E}" type="presParOf" srcId="{9A158050-0430-4D71-9284-38F7BF43B625}" destId="{BCBDB221-1A36-44ED-A913-041C5B73125A}" srcOrd="0" destOrd="0" presId="urn:microsoft.com/office/officeart/2018/2/layout/IconVerticalSolidList"/>
    <dgm:cxn modelId="{FB2BDD7E-EAEB-4D90-9F19-DC459F11174E}" type="presParOf" srcId="{9A158050-0430-4D71-9284-38F7BF43B625}" destId="{F0B59B4A-27C9-420A-BAFD-D32F02B570CB}" srcOrd="1" destOrd="0" presId="urn:microsoft.com/office/officeart/2018/2/layout/IconVerticalSolidList"/>
    <dgm:cxn modelId="{CD43F45C-7331-443B-B90C-B734F3E74798}" type="presParOf" srcId="{9A158050-0430-4D71-9284-38F7BF43B625}" destId="{B7A0C3FD-637E-4289-8AF6-21AC810521CD}" srcOrd="2" destOrd="0" presId="urn:microsoft.com/office/officeart/2018/2/layout/IconVerticalSolidList"/>
    <dgm:cxn modelId="{3CA67307-3B16-4C8A-9B0E-39FDF5F2285F}" type="presParOf" srcId="{9A158050-0430-4D71-9284-38F7BF43B625}" destId="{B00CDB60-22E5-47A6-B97A-B81337760CC9}" srcOrd="3" destOrd="0" presId="urn:microsoft.com/office/officeart/2018/2/layout/IconVerticalSolidList"/>
    <dgm:cxn modelId="{BF1B2C7A-26D1-4499-AAB6-04022D18B88E}" type="presParOf" srcId="{7A0FA426-C883-49DD-90A3-BBE6461BB4C5}" destId="{4671B60A-D37C-40B3-9CF2-5379D9D43C5A}" srcOrd="3" destOrd="0" presId="urn:microsoft.com/office/officeart/2018/2/layout/IconVerticalSolidList"/>
    <dgm:cxn modelId="{13E263C6-A096-4140-B38D-4A174544FA4A}" type="presParOf" srcId="{7A0FA426-C883-49DD-90A3-BBE6461BB4C5}" destId="{0CAC023C-5E0C-47CC-80D2-33CA3D594731}" srcOrd="4" destOrd="0" presId="urn:microsoft.com/office/officeart/2018/2/layout/IconVerticalSolidList"/>
    <dgm:cxn modelId="{1680F1DF-D043-444C-9F49-86498160A3EB}" type="presParOf" srcId="{0CAC023C-5E0C-47CC-80D2-33CA3D594731}" destId="{6415664A-DBE4-4B40-A00D-D9C89C34A6AC}" srcOrd="0" destOrd="0" presId="urn:microsoft.com/office/officeart/2018/2/layout/IconVerticalSolidList"/>
    <dgm:cxn modelId="{A1891379-F431-422F-AD5C-BE69DBDDE566}" type="presParOf" srcId="{0CAC023C-5E0C-47CC-80D2-33CA3D594731}" destId="{AECF0B3D-8291-4854-8307-EABB48EECFCE}" srcOrd="1" destOrd="0" presId="urn:microsoft.com/office/officeart/2018/2/layout/IconVerticalSolidList"/>
    <dgm:cxn modelId="{2E1CA97F-590F-4000-862B-37E974EDB546}" type="presParOf" srcId="{0CAC023C-5E0C-47CC-80D2-33CA3D594731}" destId="{74345C45-6340-4453-AFF9-456F643D9979}" srcOrd="2" destOrd="0" presId="urn:microsoft.com/office/officeart/2018/2/layout/IconVerticalSolidList"/>
    <dgm:cxn modelId="{478084A8-7552-47B2-AA0F-ADF907F7B13E}" type="presParOf" srcId="{0CAC023C-5E0C-47CC-80D2-33CA3D594731}" destId="{73B63AD3-814A-46DF-9B10-F82E170AE84A}" srcOrd="3" destOrd="0" presId="urn:microsoft.com/office/officeart/2018/2/layout/IconVerticalSolidList"/>
    <dgm:cxn modelId="{7712FE07-2F1F-4349-8F02-C60053CD82C3}" type="presParOf" srcId="{7A0FA426-C883-49DD-90A3-BBE6461BB4C5}" destId="{DE521B6E-7893-4F80-8D1F-CE5F6AE0AAD0}" srcOrd="5" destOrd="0" presId="urn:microsoft.com/office/officeart/2018/2/layout/IconVerticalSolidList"/>
    <dgm:cxn modelId="{5D4CE7F7-0EE2-4F98-9623-E2E4EFAD195B}" type="presParOf" srcId="{7A0FA426-C883-49DD-90A3-BBE6461BB4C5}" destId="{F3FBC551-8106-4E73-BCBD-F1FC820108C0}" srcOrd="6" destOrd="0" presId="urn:microsoft.com/office/officeart/2018/2/layout/IconVerticalSolidList"/>
    <dgm:cxn modelId="{FDB18B6E-979C-4DC2-B19B-F12E408146E5}" type="presParOf" srcId="{F3FBC551-8106-4E73-BCBD-F1FC820108C0}" destId="{1EC697C7-E65D-4F63-B8A4-8ACE347ABB47}" srcOrd="0" destOrd="0" presId="urn:microsoft.com/office/officeart/2018/2/layout/IconVerticalSolidList"/>
    <dgm:cxn modelId="{0EDEA812-CA32-477C-86F1-59DED8F2E86A}" type="presParOf" srcId="{F3FBC551-8106-4E73-BCBD-F1FC820108C0}" destId="{3264CF05-08D9-4B80-9BD5-068780E3D72E}" srcOrd="1" destOrd="0" presId="urn:microsoft.com/office/officeart/2018/2/layout/IconVerticalSolidList"/>
    <dgm:cxn modelId="{A06C957E-2325-4FB2-BF1A-B332E9D9F1AA}" type="presParOf" srcId="{F3FBC551-8106-4E73-BCBD-F1FC820108C0}" destId="{C53EB9A2-E67C-419C-A82A-6B90F1BD20AE}" srcOrd="2" destOrd="0" presId="urn:microsoft.com/office/officeart/2018/2/layout/IconVerticalSolidList"/>
    <dgm:cxn modelId="{EB5DCB0D-21BB-4F1B-BFEC-DE8951A6A740}" type="presParOf" srcId="{F3FBC551-8106-4E73-BCBD-F1FC820108C0}" destId="{347AF0C7-6CDC-4A8F-B16B-14B953CD94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3AF3C6-2F6D-43CF-BD76-E10DD34C7F1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D61011-BB0A-41EA-8BFB-DD361449A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Technical Versatility </a:t>
          </a:r>
          <a:r>
            <a:rPr lang="en-US"/>
            <a:t>  Proficient across both hardware and software domains - from embedded systems and IoT development to mobile app creation.</a:t>
          </a:r>
        </a:p>
      </dgm:t>
    </dgm:pt>
    <dgm:pt modelId="{9EFF1B74-68FD-4F7F-9589-EB92759755C7}" type="parTrans" cxnId="{20EA7A83-E9D8-49BA-9615-8B0CE1CC8DE4}">
      <dgm:prSet/>
      <dgm:spPr/>
      <dgm:t>
        <a:bodyPr/>
        <a:lstStyle/>
        <a:p>
          <a:endParaRPr lang="en-US"/>
        </a:p>
      </dgm:t>
    </dgm:pt>
    <dgm:pt modelId="{E89D94F9-F5B7-440B-A9A1-1740CB838C3A}" type="sibTrans" cxnId="{20EA7A83-E9D8-49BA-9615-8B0CE1CC8DE4}">
      <dgm:prSet/>
      <dgm:spPr/>
      <dgm:t>
        <a:bodyPr/>
        <a:lstStyle/>
        <a:p>
          <a:endParaRPr lang="en-US"/>
        </a:p>
      </dgm:t>
    </dgm:pt>
    <dgm:pt modelId="{78C5F58D-DE96-4821-AF91-1EC1952AEC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Problem-Solving Mindset </a:t>
          </a:r>
          <a:r>
            <a:rPr lang="en-US"/>
            <a:t> Successfully completed complex projects like IoT-based air quality monitoring systems and digital processor designs</a:t>
          </a:r>
        </a:p>
      </dgm:t>
    </dgm:pt>
    <dgm:pt modelId="{192F570B-9E1F-4C99-87F2-7A108B3DA80A}" type="parTrans" cxnId="{07CBD043-EA41-47F6-AD14-AF8AFE7BA224}">
      <dgm:prSet/>
      <dgm:spPr/>
      <dgm:t>
        <a:bodyPr/>
        <a:lstStyle/>
        <a:p>
          <a:endParaRPr lang="en-US"/>
        </a:p>
      </dgm:t>
    </dgm:pt>
    <dgm:pt modelId="{1EE8C3E6-227F-4545-9668-85CF4ED464D2}" type="sibTrans" cxnId="{07CBD043-EA41-47F6-AD14-AF8AFE7BA224}">
      <dgm:prSet/>
      <dgm:spPr/>
      <dgm:t>
        <a:bodyPr/>
        <a:lstStyle/>
        <a:p>
          <a:endParaRPr lang="en-US"/>
        </a:p>
      </dgm:t>
    </dgm:pt>
    <dgm:pt modelId="{7EADF82B-7B09-444E-8896-46EF4C0C5C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Rapid Learning  </a:t>
          </a:r>
          <a:r>
            <a:rPr lang="en-US"/>
            <a:t>Quickly adapt to new technologies and development environments.</a:t>
          </a:r>
        </a:p>
      </dgm:t>
    </dgm:pt>
    <dgm:pt modelId="{A925E69C-BDDD-4263-8CF1-3980476558F5}" type="parTrans" cxnId="{29388A3C-5600-4DCB-A4C6-110AE9521939}">
      <dgm:prSet/>
      <dgm:spPr/>
      <dgm:t>
        <a:bodyPr/>
        <a:lstStyle/>
        <a:p>
          <a:endParaRPr lang="en-US"/>
        </a:p>
      </dgm:t>
    </dgm:pt>
    <dgm:pt modelId="{BF1E84BB-1635-4D4B-98F6-17BA36B2F9E7}" type="sibTrans" cxnId="{29388A3C-5600-4DCB-A4C6-110AE9521939}">
      <dgm:prSet/>
      <dgm:spPr/>
      <dgm:t>
        <a:bodyPr/>
        <a:lstStyle/>
        <a:p>
          <a:endParaRPr lang="en-US"/>
        </a:p>
      </dgm:t>
    </dgm:pt>
    <dgm:pt modelId="{21124B86-3FED-4403-8A0A-6774E9890D46}" type="pres">
      <dgm:prSet presAssocID="{FD3AF3C6-2F6D-43CF-BD76-E10DD34C7F15}" presName="root" presStyleCnt="0">
        <dgm:presLayoutVars>
          <dgm:dir/>
          <dgm:resizeHandles val="exact"/>
        </dgm:presLayoutVars>
      </dgm:prSet>
      <dgm:spPr/>
    </dgm:pt>
    <dgm:pt modelId="{DF9FB80F-04A7-471D-8A31-D2834FC8A475}" type="pres">
      <dgm:prSet presAssocID="{71D61011-BB0A-41EA-8BFB-DD361449A88C}" presName="compNode" presStyleCnt="0"/>
      <dgm:spPr/>
    </dgm:pt>
    <dgm:pt modelId="{72962CE1-D3D1-454A-9213-5DDD7369512E}" type="pres">
      <dgm:prSet presAssocID="{71D61011-BB0A-41EA-8BFB-DD361449A88C}" presName="bgRect" presStyleLbl="bgShp" presStyleIdx="0" presStyleCnt="3"/>
      <dgm:spPr/>
    </dgm:pt>
    <dgm:pt modelId="{77FA941C-1015-4D44-B0FB-74C35A401F73}" type="pres">
      <dgm:prSet presAssocID="{71D61011-BB0A-41EA-8BFB-DD361449A88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29063A6-7D97-41C2-A8DF-118D90FB240B}" type="pres">
      <dgm:prSet presAssocID="{71D61011-BB0A-41EA-8BFB-DD361449A88C}" presName="spaceRect" presStyleCnt="0"/>
      <dgm:spPr/>
    </dgm:pt>
    <dgm:pt modelId="{9AACACE6-7E33-4681-93B0-E29802EA7E8B}" type="pres">
      <dgm:prSet presAssocID="{71D61011-BB0A-41EA-8BFB-DD361449A88C}" presName="parTx" presStyleLbl="revTx" presStyleIdx="0" presStyleCnt="3">
        <dgm:presLayoutVars>
          <dgm:chMax val="0"/>
          <dgm:chPref val="0"/>
        </dgm:presLayoutVars>
      </dgm:prSet>
      <dgm:spPr/>
    </dgm:pt>
    <dgm:pt modelId="{0E04DE32-6EB7-4936-A8BB-AEDF60A00B9C}" type="pres">
      <dgm:prSet presAssocID="{E89D94F9-F5B7-440B-A9A1-1740CB838C3A}" presName="sibTrans" presStyleCnt="0"/>
      <dgm:spPr/>
    </dgm:pt>
    <dgm:pt modelId="{9DCDB7E6-26A6-4774-B9E5-657D516C95C8}" type="pres">
      <dgm:prSet presAssocID="{78C5F58D-DE96-4821-AF91-1EC1952AEC8A}" presName="compNode" presStyleCnt="0"/>
      <dgm:spPr/>
    </dgm:pt>
    <dgm:pt modelId="{3CEF0F62-F672-4F4F-840E-3D46D9CA24BE}" type="pres">
      <dgm:prSet presAssocID="{78C5F58D-DE96-4821-AF91-1EC1952AEC8A}" presName="bgRect" presStyleLbl="bgShp" presStyleIdx="1" presStyleCnt="3"/>
      <dgm:spPr/>
    </dgm:pt>
    <dgm:pt modelId="{6FB32C8C-C866-40F1-B8EF-BAD8710D5C77}" type="pres">
      <dgm:prSet presAssocID="{78C5F58D-DE96-4821-AF91-1EC1952AEC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C47E7F4-23AB-4A35-B3A0-89E1B53BBECB}" type="pres">
      <dgm:prSet presAssocID="{78C5F58D-DE96-4821-AF91-1EC1952AEC8A}" presName="spaceRect" presStyleCnt="0"/>
      <dgm:spPr/>
    </dgm:pt>
    <dgm:pt modelId="{627DD9FE-ED2C-41D5-94A2-380353629BFC}" type="pres">
      <dgm:prSet presAssocID="{78C5F58D-DE96-4821-AF91-1EC1952AEC8A}" presName="parTx" presStyleLbl="revTx" presStyleIdx="1" presStyleCnt="3">
        <dgm:presLayoutVars>
          <dgm:chMax val="0"/>
          <dgm:chPref val="0"/>
        </dgm:presLayoutVars>
      </dgm:prSet>
      <dgm:spPr/>
    </dgm:pt>
    <dgm:pt modelId="{599D78A9-086C-4178-806E-560FBC2168A2}" type="pres">
      <dgm:prSet presAssocID="{1EE8C3E6-227F-4545-9668-85CF4ED464D2}" presName="sibTrans" presStyleCnt="0"/>
      <dgm:spPr/>
    </dgm:pt>
    <dgm:pt modelId="{B9C1A813-7616-435B-9F31-6F42BD02CA00}" type="pres">
      <dgm:prSet presAssocID="{7EADF82B-7B09-444E-8896-46EF4C0C5C97}" presName="compNode" presStyleCnt="0"/>
      <dgm:spPr/>
    </dgm:pt>
    <dgm:pt modelId="{44E110B3-74FF-48CD-94F8-0C4E2C12B7AC}" type="pres">
      <dgm:prSet presAssocID="{7EADF82B-7B09-444E-8896-46EF4C0C5C97}" presName="bgRect" presStyleLbl="bgShp" presStyleIdx="2" presStyleCnt="3"/>
      <dgm:spPr/>
    </dgm:pt>
    <dgm:pt modelId="{41EB25FC-1D9E-4391-A6AF-A0B20ABF1453}" type="pres">
      <dgm:prSet presAssocID="{7EADF82B-7B09-444E-8896-46EF4C0C5C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0B2CDE-8A7D-4BA6-90B4-A161653B65E8}" type="pres">
      <dgm:prSet presAssocID="{7EADF82B-7B09-444E-8896-46EF4C0C5C97}" presName="spaceRect" presStyleCnt="0"/>
      <dgm:spPr/>
    </dgm:pt>
    <dgm:pt modelId="{5930C4EE-8223-46BB-B9FD-0A4CC01B153A}" type="pres">
      <dgm:prSet presAssocID="{7EADF82B-7B09-444E-8896-46EF4C0C5C9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AE83730-69C1-4F2A-951C-970C3757D512}" type="presOf" srcId="{FD3AF3C6-2F6D-43CF-BD76-E10DD34C7F15}" destId="{21124B86-3FED-4403-8A0A-6774E9890D46}" srcOrd="0" destOrd="0" presId="urn:microsoft.com/office/officeart/2018/2/layout/IconVerticalSolidList"/>
    <dgm:cxn modelId="{29388A3C-5600-4DCB-A4C6-110AE9521939}" srcId="{FD3AF3C6-2F6D-43CF-BD76-E10DD34C7F15}" destId="{7EADF82B-7B09-444E-8896-46EF4C0C5C97}" srcOrd="2" destOrd="0" parTransId="{A925E69C-BDDD-4263-8CF1-3980476558F5}" sibTransId="{BF1E84BB-1635-4D4B-98F6-17BA36B2F9E7}"/>
    <dgm:cxn modelId="{0A393E63-293C-46E2-84A4-D8313FE79A27}" type="presOf" srcId="{7EADF82B-7B09-444E-8896-46EF4C0C5C97}" destId="{5930C4EE-8223-46BB-B9FD-0A4CC01B153A}" srcOrd="0" destOrd="0" presId="urn:microsoft.com/office/officeart/2018/2/layout/IconVerticalSolidList"/>
    <dgm:cxn modelId="{07CBD043-EA41-47F6-AD14-AF8AFE7BA224}" srcId="{FD3AF3C6-2F6D-43CF-BD76-E10DD34C7F15}" destId="{78C5F58D-DE96-4821-AF91-1EC1952AEC8A}" srcOrd="1" destOrd="0" parTransId="{192F570B-9E1F-4C99-87F2-7A108B3DA80A}" sibTransId="{1EE8C3E6-227F-4545-9668-85CF4ED464D2}"/>
    <dgm:cxn modelId="{20EA7A83-E9D8-49BA-9615-8B0CE1CC8DE4}" srcId="{FD3AF3C6-2F6D-43CF-BD76-E10DD34C7F15}" destId="{71D61011-BB0A-41EA-8BFB-DD361449A88C}" srcOrd="0" destOrd="0" parTransId="{9EFF1B74-68FD-4F7F-9589-EB92759755C7}" sibTransId="{E89D94F9-F5B7-440B-A9A1-1740CB838C3A}"/>
    <dgm:cxn modelId="{4026EBAB-35A5-4270-966E-ABD229A66FF9}" type="presOf" srcId="{71D61011-BB0A-41EA-8BFB-DD361449A88C}" destId="{9AACACE6-7E33-4681-93B0-E29802EA7E8B}" srcOrd="0" destOrd="0" presId="urn:microsoft.com/office/officeart/2018/2/layout/IconVerticalSolidList"/>
    <dgm:cxn modelId="{FFD34FCD-E39E-48D5-A63C-5C389278AF5A}" type="presOf" srcId="{78C5F58D-DE96-4821-AF91-1EC1952AEC8A}" destId="{627DD9FE-ED2C-41D5-94A2-380353629BFC}" srcOrd="0" destOrd="0" presId="urn:microsoft.com/office/officeart/2018/2/layout/IconVerticalSolidList"/>
    <dgm:cxn modelId="{1E314DA5-5CFC-4B50-B4E1-6832B32733A3}" type="presParOf" srcId="{21124B86-3FED-4403-8A0A-6774E9890D46}" destId="{DF9FB80F-04A7-471D-8A31-D2834FC8A475}" srcOrd="0" destOrd="0" presId="urn:microsoft.com/office/officeart/2018/2/layout/IconVerticalSolidList"/>
    <dgm:cxn modelId="{5CF79FE1-EA28-4D8A-AC29-4FC71D2739EB}" type="presParOf" srcId="{DF9FB80F-04A7-471D-8A31-D2834FC8A475}" destId="{72962CE1-D3D1-454A-9213-5DDD7369512E}" srcOrd="0" destOrd="0" presId="urn:microsoft.com/office/officeart/2018/2/layout/IconVerticalSolidList"/>
    <dgm:cxn modelId="{7E522B44-602C-4810-883B-28E4AFBD681E}" type="presParOf" srcId="{DF9FB80F-04A7-471D-8A31-D2834FC8A475}" destId="{77FA941C-1015-4D44-B0FB-74C35A401F73}" srcOrd="1" destOrd="0" presId="urn:microsoft.com/office/officeart/2018/2/layout/IconVerticalSolidList"/>
    <dgm:cxn modelId="{28418CBB-43C7-4159-969C-FCBB9A970230}" type="presParOf" srcId="{DF9FB80F-04A7-471D-8A31-D2834FC8A475}" destId="{829063A6-7D97-41C2-A8DF-118D90FB240B}" srcOrd="2" destOrd="0" presId="urn:microsoft.com/office/officeart/2018/2/layout/IconVerticalSolidList"/>
    <dgm:cxn modelId="{3107709F-8F31-4677-B81B-42F1CBD97001}" type="presParOf" srcId="{DF9FB80F-04A7-471D-8A31-D2834FC8A475}" destId="{9AACACE6-7E33-4681-93B0-E29802EA7E8B}" srcOrd="3" destOrd="0" presId="urn:microsoft.com/office/officeart/2018/2/layout/IconVerticalSolidList"/>
    <dgm:cxn modelId="{336521C0-0F13-46A5-8064-1E07E80A0D5F}" type="presParOf" srcId="{21124B86-3FED-4403-8A0A-6774E9890D46}" destId="{0E04DE32-6EB7-4936-A8BB-AEDF60A00B9C}" srcOrd="1" destOrd="0" presId="urn:microsoft.com/office/officeart/2018/2/layout/IconVerticalSolidList"/>
    <dgm:cxn modelId="{274BABF5-3703-4C0A-B298-10FF108D3013}" type="presParOf" srcId="{21124B86-3FED-4403-8A0A-6774E9890D46}" destId="{9DCDB7E6-26A6-4774-B9E5-657D516C95C8}" srcOrd="2" destOrd="0" presId="urn:microsoft.com/office/officeart/2018/2/layout/IconVerticalSolidList"/>
    <dgm:cxn modelId="{8B6158CA-E9C4-4D25-A432-6A55144B4678}" type="presParOf" srcId="{9DCDB7E6-26A6-4774-B9E5-657D516C95C8}" destId="{3CEF0F62-F672-4F4F-840E-3D46D9CA24BE}" srcOrd="0" destOrd="0" presId="urn:microsoft.com/office/officeart/2018/2/layout/IconVerticalSolidList"/>
    <dgm:cxn modelId="{CFE8B7F5-B26A-410A-B6B6-3FB07F0C1BDB}" type="presParOf" srcId="{9DCDB7E6-26A6-4774-B9E5-657D516C95C8}" destId="{6FB32C8C-C866-40F1-B8EF-BAD8710D5C77}" srcOrd="1" destOrd="0" presId="urn:microsoft.com/office/officeart/2018/2/layout/IconVerticalSolidList"/>
    <dgm:cxn modelId="{675531CC-4213-480C-A227-1422FF20430F}" type="presParOf" srcId="{9DCDB7E6-26A6-4774-B9E5-657D516C95C8}" destId="{EC47E7F4-23AB-4A35-B3A0-89E1B53BBECB}" srcOrd="2" destOrd="0" presId="urn:microsoft.com/office/officeart/2018/2/layout/IconVerticalSolidList"/>
    <dgm:cxn modelId="{1FC7DA7D-8C88-4329-BE87-52AA40F90E3F}" type="presParOf" srcId="{9DCDB7E6-26A6-4774-B9E5-657D516C95C8}" destId="{627DD9FE-ED2C-41D5-94A2-380353629BFC}" srcOrd="3" destOrd="0" presId="urn:microsoft.com/office/officeart/2018/2/layout/IconVerticalSolidList"/>
    <dgm:cxn modelId="{921B325C-C698-4FF4-88AA-2C8DF96EE747}" type="presParOf" srcId="{21124B86-3FED-4403-8A0A-6774E9890D46}" destId="{599D78A9-086C-4178-806E-560FBC2168A2}" srcOrd="3" destOrd="0" presId="urn:microsoft.com/office/officeart/2018/2/layout/IconVerticalSolidList"/>
    <dgm:cxn modelId="{400112AD-D028-494A-BB9C-5D896210F765}" type="presParOf" srcId="{21124B86-3FED-4403-8A0A-6774E9890D46}" destId="{B9C1A813-7616-435B-9F31-6F42BD02CA00}" srcOrd="4" destOrd="0" presId="urn:microsoft.com/office/officeart/2018/2/layout/IconVerticalSolidList"/>
    <dgm:cxn modelId="{8561065D-D50F-4DC9-B93E-98C83BB1AA67}" type="presParOf" srcId="{B9C1A813-7616-435B-9F31-6F42BD02CA00}" destId="{44E110B3-74FF-48CD-94F8-0C4E2C12B7AC}" srcOrd="0" destOrd="0" presId="urn:microsoft.com/office/officeart/2018/2/layout/IconVerticalSolidList"/>
    <dgm:cxn modelId="{49724DF5-2D10-4021-A744-98FD85BD8125}" type="presParOf" srcId="{B9C1A813-7616-435B-9F31-6F42BD02CA00}" destId="{41EB25FC-1D9E-4391-A6AF-A0B20ABF1453}" srcOrd="1" destOrd="0" presId="urn:microsoft.com/office/officeart/2018/2/layout/IconVerticalSolidList"/>
    <dgm:cxn modelId="{FA71B95E-7976-4748-A6ED-6C150103C2FB}" type="presParOf" srcId="{B9C1A813-7616-435B-9F31-6F42BD02CA00}" destId="{500B2CDE-8A7D-4BA6-90B4-A161653B65E8}" srcOrd="2" destOrd="0" presId="urn:microsoft.com/office/officeart/2018/2/layout/IconVerticalSolidList"/>
    <dgm:cxn modelId="{957203BA-99C2-4EDB-BB81-0E421F1439CD}" type="presParOf" srcId="{B9C1A813-7616-435B-9F31-6F42BD02CA00}" destId="{5930C4EE-8223-46BB-B9FD-0A4CC01B15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512C09-A8DA-4F71-AB56-85A783F6E4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799D3F-CAA2-470F-80ED-4B25DFEDA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Industry Experience </a:t>
          </a:r>
          <a:r>
            <a:rPr lang="en-US"/>
            <a:t> While I have strong academic foundations, I'm actively building real-world engineering experience through internships.</a:t>
          </a:r>
        </a:p>
      </dgm:t>
    </dgm:pt>
    <dgm:pt modelId="{C844FBC4-C6CB-47D8-814A-6FDD7EDA3DB2}" type="parTrans" cxnId="{2C3F3066-EFB8-4BEF-ABC7-6294EA184883}">
      <dgm:prSet/>
      <dgm:spPr/>
      <dgm:t>
        <a:bodyPr/>
        <a:lstStyle/>
        <a:p>
          <a:endParaRPr lang="en-US"/>
        </a:p>
      </dgm:t>
    </dgm:pt>
    <dgm:pt modelId="{A998EE96-8008-4D62-A9E5-33D1FE08AD05}" type="sibTrans" cxnId="{2C3F3066-EFB8-4BEF-ABC7-6294EA184883}">
      <dgm:prSet/>
      <dgm:spPr/>
      <dgm:t>
        <a:bodyPr/>
        <a:lstStyle/>
        <a:p>
          <a:endParaRPr lang="en-US"/>
        </a:p>
      </dgm:t>
    </dgm:pt>
    <dgm:pt modelId="{476DAB3B-C39B-4CBE-AB19-4240F222FA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Advanced Project Management </a:t>
          </a:r>
          <a:r>
            <a:rPr lang="en-US"/>
            <a:t> Learning to coordinate larger-scale projects and work within established development workflows.</a:t>
          </a:r>
        </a:p>
      </dgm:t>
    </dgm:pt>
    <dgm:pt modelId="{EC35A6E6-90C5-4409-A2FD-9D64DF548686}" type="parTrans" cxnId="{F2A832A5-B45B-4B81-AA0F-8B5117C63AAC}">
      <dgm:prSet/>
      <dgm:spPr/>
      <dgm:t>
        <a:bodyPr/>
        <a:lstStyle/>
        <a:p>
          <a:endParaRPr lang="en-US"/>
        </a:p>
      </dgm:t>
    </dgm:pt>
    <dgm:pt modelId="{506E3D01-2C4E-4CA1-9EDF-B4054CC7BFEB}" type="sibTrans" cxnId="{F2A832A5-B45B-4B81-AA0F-8B5117C63AAC}">
      <dgm:prSet/>
      <dgm:spPr/>
      <dgm:t>
        <a:bodyPr/>
        <a:lstStyle/>
        <a:p>
          <a:endParaRPr lang="en-US"/>
        </a:p>
      </dgm:t>
    </dgm:pt>
    <dgm:pt modelId="{E1EB52BE-BE91-4A59-9D27-ED8058E0DE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Communication Skills </a:t>
          </a:r>
          <a:r>
            <a:rPr lang="en-US"/>
            <a:t>Continuously improving my ability to present technical concepts to diverse audiences.</a:t>
          </a:r>
        </a:p>
      </dgm:t>
    </dgm:pt>
    <dgm:pt modelId="{995A7D23-F0F9-485E-BD6E-BABC3F35B826}" type="parTrans" cxnId="{D2016F95-AEF4-48F6-A221-909F4095BB82}">
      <dgm:prSet/>
      <dgm:spPr/>
      <dgm:t>
        <a:bodyPr/>
        <a:lstStyle/>
        <a:p>
          <a:endParaRPr lang="en-US"/>
        </a:p>
      </dgm:t>
    </dgm:pt>
    <dgm:pt modelId="{6630F768-CA59-46CA-8197-4B7036B568B2}" type="sibTrans" cxnId="{D2016F95-AEF4-48F6-A221-909F4095BB82}">
      <dgm:prSet/>
      <dgm:spPr/>
      <dgm:t>
        <a:bodyPr/>
        <a:lstStyle/>
        <a:p>
          <a:endParaRPr lang="en-US"/>
        </a:p>
      </dgm:t>
    </dgm:pt>
    <dgm:pt modelId="{A11A1900-0463-4EB2-B302-804226D4901F}" type="pres">
      <dgm:prSet presAssocID="{B2512C09-A8DA-4F71-AB56-85A783F6E402}" presName="root" presStyleCnt="0">
        <dgm:presLayoutVars>
          <dgm:dir/>
          <dgm:resizeHandles val="exact"/>
        </dgm:presLayoutVars>
      </dgm:prSet>
      <dgm:spPr/>
    </dgm:pt>
    <dgm:pt modelId="{7C565EAF-CE63-4848-9CF2-B94314FB4BCF}" type="pres">
      <dgm:prSet presAssocID="{A2799D3F-CAA2-470F-80ED-4B25DFEDA477}" presName="compNode" presStyleCnt="0"/>
      <dgm:spPr/>
    </dgm:pt>
    <dgm:pt modelId="{4DC23051-6A4D-46A9-A45C-E1183D3B0962}" type="pres">
      <dgm:prSet presAssocID="{A2799D3F-CAA2-470F-80ED-4B25DFEDA477}" presName="bgRect" presStyleLbl="bgShp" presStyleIdx="0" presStyleCnt="3"/>
      <dgm:spPr/>
    </dgm:pt>
    <dgm:pt modelId="{70BB6304-9CE2-4CDF-9EE2-92955D63FC47}" type="pres">
      <dgm:prSet presAssocID="{A2799D3F-CAA2-470F-80ED-4B25DFEDA4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796A6858-ABD0-4E11-AE19-C4F86BBC68AA}" type="pres">
      <dgm:prSet presAssocID="{A2799D3F-CAA2-470F-80ED-4B25DFEDA477}" presName="spaceRect" presStyleCnt="0"/>
      <dgm:spPr/>
    </dgm:pt>
    <dgm:pt modelId="{6C509790-7EE4-421E-819A-54646320E72C}" type="pres">
      <dgm:prSet presAssocID="{A2799D3F-CAA2-470F-80ED-4B25DFEDA477}" presName="parTx" presStyleLbl="revTx" presStyleIdx="0" presStyleCnt="3">
        <dgm:presLayoutVars>
          <dgm:chMax val="0"/>
          <dgm:chPref val="0"/>
        </dgm:presLayoutVars>
      </dgm:prSet>
      <dgm:spPr/>
    </dgm:pt>
    <dgm:pt modelId="{4B058B2C-AE5E-43AE-A952-4D2EC3B61BA6}" type="pres">
      <dgm:prSet presAssocID="{A998EE96-8008-4D62-A9E5-33D1FE08AD05}" presName="sibTrans" presStyleCnt="0"/>
      <dgm:spPr/>
    </dgm:pt>
    <dgm:pt modelId="{45F6E556-E9D8-42BE-BC28-BB61EFA138B0}" type="pres">
      <dgm:prSet presAssocID="{476DAB3B-C39B-4CBE-AB19-4240F222FA55}" presName="compNode" presStyleCnt="0"/>
      <dgm:spPr/>
    </dgm:pt>
    <dgm:pt modelId="{F0B48565-EA4B-4034-AC07-44AC23A89219}" type="pres">
      <dgm:prSet presAssocID="{476DAB3B-C39B-4CBE-AB19-4240F222FA55}" presName="bgRect" presStyleLbl="bgShp" presStyleIdx="1" presStyleCnt="3"/>
      <dgm:spPr/>
    </dgm:pt>
    <dgm:pt modelId="{02D40089-AD8A-4556-BA6A-1F2F9A67AE5F}" type="pres">
      <dgm:prSet presAssocID="{476DAB3B-C39B-4CBE-AB19-4240F222FA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7000FD8-1B77-45DB-B87F-BFA53C30E4D2}" type="pres">
      <dgm:prSet presAssocID="{476DAB3B-C39B-4CBE-AB19-4240F222FA55}" presName="spaceRect" presStyleCnt="0"/>
      <dgm:spPr/>
    </dgm:pt>
    <dgm:pt modelId="{D0EF7359-FBFF-4F35-A9B6-F7F755CF627D}" type="pres">
      <dgm:prSet presAssocID="{476DAB3B-C39B-4CBE-AB19-4240F222FA55}" presName="parTx" presStyleLbl="revTx" presStyleIdx="1" presStyleCnt="3">
        <dgm:presLayoutVars>
          <dgm:chMax val="0"/>
          <dgm:chPref val="0"/>
        </dgm:presLayoutVars>
      </dgm:prSet>
      <dgm:spPr/>
    </dgm:pt>
    <dgm:pt modelId="{C44B47BE-DC55-4E96-9BFC-D52F487A290C}" type="pres">
      <dgm:prSet presAssocID="{506E3D01-2C4E-4CA1-9EDF-B4054CC7BFEB}" presName="sibTrans" presStyleCnt="0"/>
      <dgm:spPr/>
    </dgm:pt>
    <dgm:pt modelId="{91FB975C-32BD-493C-BF4A-4DB6858E571E}" type="pres">
      <dgm:prSet presAssocID="{E1EB52BE-BE91-4A59-9D27-ED8058E0DE8E}" presName="compNode" presStyleCnt="0"/>
      <dgm:spPr/>
    </dgm:pt>
    <dgm:pt modelId="{85B3E796-D0AF-4D28-B2DF-90FECAADBC6C}" type="pres">
      <dgm:prSet presAssocID="{E1EB52BE-BE91-4A59-9D27-ED8058E0DE8E}" presName="bgRect" presStyleLbl="bgShp" presStyleIdx="2" presStyleCnt="3"/>
      <dgm:spPr/>
    </dgm:pt>
    <dgm:pt modelId="{411DBECE-A4DD-4253-A102-4F82244AD8DE}" type="pres">
      <dgm:prSet presAssocID="{E1EB52BE-BE91-4A59-9D27-ED8058E0DE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8AC9BEA-736E-4DA9-938C-C1305086A604}" type="pres">
      <dgm:prSet presAssocID="{E1EB52BE-BE91-4A59-9D27-ED8058E0DE8E}" presName="spaceRect" presStyleCnt="0"/>
      <dgm:spPr/>
    </dgm:pt>
    <dgm:pt modelId="{0D1570AC-DEA5-4714-B277-E0A9DEC95DD4}" type="pres">
      <dgm:prSet presAssocID="{E1EB52BE-BE91-4A59-9D27-ED8058E0DE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7712030-623B-47F1-BFC0-6A1DAF4D5E2D}" type="presOf" srcId="{A2799D3F-CAA2-470F-80ED-4B25DFEDA477}" destId="{6C509790-7EE4-421E-819A-54646320E72C}" srcOrd="0" destOrd="0" presId="urn:microsoft.com/office/officeart/2018/2/layout/IconVerticalSolidList"/>
    <dgm:cxn modelId="{64D4F33A-E6BA-46EB-9F4A-6216247C5F46}" type="presOf" srcId="{B2512C09-A8DA-4F71-AB56-85A783F6E402}" destId="{A11A1900-0463-4EB2-B302-804226D4901F}" srcOrd="0" destOrd="0" presId="urn:microsoft.com/office/officeart/2018/2/layout/IconVerticalSolidList"/>
    <dgm:cxn modelId="{2C3F3066-EFB8-4BEF-ABC7-6294EA184883}" srcId="{B2512C09-A8DA-4F71-AB56-85A783F6E402}" destId="{A2799D3F-CAA2-470F-80ED-4B25DFEDA477}" srcOrd="0" destOrd="0" parTransId="{C844FBC4-C6CB-47D8-814A-6FDD7EDA3DB2}" sibTransId="{A998EE96-8008-4D62-A9E5-33D1FE08AD05}"/>
    <dgm:cxn modelId="{D2016F95-AEF4-48F6-A221-909F4095BB82}" srcId="{B2512C09-A8DA-4F71-AB56-85A783F6E402}" destId="{E1EB52BE-BE91-4A59-9D27-ED8058E0DE8E}" srcOrd="2" destOrd="0" parTransId="{995A7D23-F0F9-485E-BD6E-BABC3F35B826}" sibTransId="{6630F768-CA59-46CA-8197-4B7036B568B2}"/>
    <dgm:cxn modelId="{F2A832A5-B45B-4B81-AA0F-8B5117C63AAC}" srcId="{B2512C09-A8DA-4F71-AB56-85A783F6E402}" destId="{476DAB3B-C39B-4CBE-AB19-4240F222FA55}" srcOrd="1" destOrd="0" parTransId="{EC35A6E6-90C5-4409-A2FD-9D64DF548686}" sibTransId="{506E3D01-2C4E-4CA1-9EDF-B4054CC7BFEB}"/>
    <dgm:cxn modelId="{10E3A2DC-3680-4E21-9EE5-690872A183E2}" type="presOf" srcId="{476DAB3B-C39B-4CBE-AB19-4240F222FA55}" destId="{D0EF7359-FBFF-4F35-A9B6-F7F755CF627D}" srcOrd="0" destOrd="0" presId="urn:microsoft.com/office/officeart/2018/2/layout/IconVerticalSolidList"/>
    <dgm:cxn modelId="{74363AF6-6D52-4BE4-85F7-47689A0E683C}" type="presOf" srcId="{E1EB52BE-BE91-4A59-9D27-ED8058E0DE8E}" destId="{0D1570AC-DEA5-4714-B277-E0A9DEC95DD4}" srcOrd="0" destOrd="0" presId="urn:microsoft.com/office/officeart/2018/2/layout/IconVerticalSolidList"/>
    <dgm:cxn modelId="{75B0558D-9706-4D92-8C0B-8793FD79F65C}" type="presParOf" srcId="{A11A1900-0463-4EB2-B302-804226D4901F}" destId="{7C565EAF-CE63-4848-9CF2-B94314FB4BCF}" srcOrd="0" destOrd="0" presId="urn:microsoft.com/office/officeart/2018/2/layout/IconVerticalSolidList"/>
    <dgm:cxn modelId="{C15ABC86-3F27-4A7D-8E80-B8BDA4124A5A}" type="presParOf" srcId="{7C565EAF-CE63-4848-9CF2-B94314FB4BCF}" destId="{4DC23051-6A4D-46A9-A45C-E1183D3B0962}" srcOrd="0" destOrd="0" presId="urn:microsoft.com/office/officeart/2018/2/layout/IconVerticalSolidList"/>
    <dgm:cxn modelId="{2138AB6D-3B1B-44E2-A4E4-E7C05AFAF386}" type="presParOf" srcId="{7C565EAF-CE63-4848-9CF2-B94314FB4BCF}" destId="{70BB6304-9CE2-4CDF-9EE2-92955D63FC47}" srcOrd="1" destOrd="0" presId="urn:microsoft.com/office/officeart/2018/2/layout/IconVerticalSolidList"/>
    <dgm:cxn modelId="{CF5A9209-6EF0-4612-9CCB-D57E81F03FD7}" type="presParOf" srcId="{7C565EAF-CE63-4848-9CF2-B94314FB4BCF}" destId="{796A6858-ABD0-4E11-AE19-C4F86BBC68AA}" srcOrd="2" destOrd="0" presId="urn:microsoft.com/office/officeart/2018/2/layout/IconVerticalSolidList"/>
    <dgm:cxn modelId="{F5EF270A-CF8F-49BE-9BCE-D4A9D9580DD7}" type="presParOf" srcId="{7C565EAF-CE63-4848-9CF2-B94314FB4BCF}" destId="{6C509790-7EE4-421E-819A-54646320E72C}" srcOrd="3" destOrd="0" presId="urn:microsoft.com/office/officeart/2018/2/layout/IconVerticalSolidList"/>
    <dgm:cxn modelId="{BE042D4F-4E94-434B-ABC9-B34F17201945}" type="presParOf" srcId="{A11A1900-0463-4EB2-B302-804226D4901F}" destId="{4B058B2C-AE5E-43AE-A952-4D2EC3B61BA6}" srcOrd="1" destOrd="0" presId="urn:microsoft.com/office/officeart/2018/2/layout/IconVerticalSolidList"/>
    <dgm:cxn modelId="{75440CC6-F38E-40FF-AA3F-81D777E01992}" type="presParOf" srcId="{A11A1900-0463-4EB2-B302-804226D4901F}" destId="{45F6E556-E9D8-42BE-BC28-BB61EFA138B0}" srcOrd="2" destOrd="0" presId="urn:microsoft.com/office/officeart/2018/2/layout/IconVerticalSolidList"/>
    <dgm:cxn modelId="{C40E89D5-1EC0-4C78-8330-D864A2A011E9}" type="presParOf" srcId="{45F6E556-E9D8-42BE-BC28-BB61EFA138B0}" destId="{F0B48565-EA4B-4034-AC07-44AC23A89219}" srcOrd="0" destOrd="0" presId="urn:microsoft.com/office/officeart/2018/2/layout/IconVerticalSolidList"/>
    <dgm:cxn modelId="{2597A2ED-4CCC-4035-AAAC-CB7CE16ADC39}" type="presParOf" srcId="{45F6E556-E9D8-42BE-BC28-BB61EFA138B0}" destId="{02D40089-AD8A-4556-BA6A-1F2F9A67AE5F}" srcOrd="1" destOrd="0" presId="urn:microsoft.com/office/officeart/2018/2/layout/IconVerticalSolidList"/>
    <dgm:cxn modelId="{D4EC750D-826B-4EBC-A6F0-69279DF07410}" type="presParOf" srcId="{45F6E556-E9D8-42BE-BC28-BB61EFA138B0}" destId="{77000FD8-1B77-45DB-B87F-BFA53C30E4D2}" srcOrd="2" destOrd="0" presId="urn:microsoft.com/office/officeart/2018/2/layout/IconVerticalSolidList"/>
    <dgm:cxn modelId="{8F828DE0-810C-4948-8E72-A65A163ECA49}" type="presParOf" srcId="{45F6E556-E9D8-42BE-BC28-BB61EFA138B0}" destId="{D0EF7359-FBFF-4F35-A9B6-F7F755CF627D}" srcOrd="3" destOrd="0" presId="urn:microsoft.com/office/officeart/2018/2/layout/IconVerticalSolidList"/>
    <dgm:cxn modelId="{405215D6-9B3B-410B-899A-FBE7C92F8639}" type="presParOf" srcId="{A11A1900-0463-4EB2-B302-804226D4901F}" destId="{C44B47BE-DC55-4E96-9BFC-D52F487A290C}" srcOrd="3" destOrd="0" presId="urn:microsoft.com/office/officeart/2018/2/layout/IconVerticalSolidList"/>
    <dgm:cxn modelId="{E2CF9C51-C2EA-4340-A37E-9C2AEB6360CA}" type="presParOf" srcId="{A11A1900-0463-4EB2-B302-804226D4901F}" destId="{91FB975C-32BD-493C-BF4A-4DB6858E571E}" srcOrd="4" destOrd="0" presId="urn:microsoft.com/office/officeart/2018/2/layout/IconVerticalSolidList"/>
    <dgm:cxn modelId="{B0DBA799-301F-4DBE-BC26-73F2053F5FEE}" type="presParOf" srcId="{91FB975C-32BD-493C-BF4A-4DB6858E571E}" destId="{85B3E796-D0AF-4D28-B2DF-90FECAADBC6C}" srcOrd="0" destOrd="0" presId="urn:microsoft.com/office/officeart/2018/2/layout/IconVerticalSolidList"/>
    <dgm:cxn modelId="{6B0144A4-9C02-40C3-B071-C11A317A0925}" type="presParOf" srcId="{91FB975C-32BD-493C-BF4A-4DB6858E571E}" destId="{411DBECE-A4DD-4253-A102-4F82244AD8DE}" srcOrd="1" destOrd="0" presId="urn:microsoft.com/office/officeart/2018/2/layout/IconVerticalSolidList"/>
    <dgm:cxn modelId="{6CA25C71-7F36-4610-BE8D-57948F85DDC9}" type="presParOf" srcId="{91FB975C-32BD-493C-BF4A-4DB6858E571E}" destId="{68AC9BEA-736E-4DA9-938C-C1305086A604}" srcOrd="2" destOrd="0" presId="urn:microsoft.com/office/officeart/2018/2/layout/IconVerticalSolidList"/>
    <dgm:cxn modelId="{C511F54B-D6A5-4AB9-9790-D80A81506970}" type="presParOf" srcId="{91FB975C-32BD-493C-BF4A-4DB6858E571E}" destId="{0D1570AC-DEA5-4714-B277-E0A9DEC95D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73C00A-4532-4619-AF83-042F4F09C86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E54806C-3858-409D-803B-FDF39970A038}">
      <dgm:prSet/>
      <dgm:spPr/>
      <dgm:t>
        <a:bodyPr/>
        <a:lstStyle/>
        <a:p>
          <a:r>
            <a:rPr lang="en-US" b="1"/>
            <a:t>Industry Experience </a:t>
          </a:r>
          <a:r>
            <a:rPr lang="en-US"/>
            <a:t>  While I have strong academic foundations, I'm still building real-world R&amp;D experience and understanding industry research cycles.</a:t>
          </a:r>
        </a:p>
      </dgm:t>
    </dgm:pt>
    <dgm:pt modelId="{432AF61E-DD97-4DF0-ADDF-86D2E612CE86}" type="parTrans" cxnId="{5AC7DCC0-71BB-41A2-BE8B-E7F234CDCA12}">
      <dgm:prSet/>
      <dgm:spPr/>
      <dgm:t>
        <a:bodyPr/>
        <a:lstStyle/>
        <a:p>
          <a:endParaRPr lang="en-US"/>
        </a:p>
      </dgm:t>
    </dgm:pt>
    <dgm:pt modelId="{E290B525-55E9-4CEA-8B18-AC8868FBC296}" type="sibTrans" cxnId="{5AC7DCC0-71BB-41A2-BE8B-E7F234CDCA12}">
      <dgm:prSet/>
      <dgm:spPr/>
      <dgm:t>
        <a:bodyPr/>
        <a:lstStyle/>
        <a:p>
          <a:endParaRPr lang="en-US"/>
        </a:p>
      </dgm:t>
    </dgm:pt>
    <dgm:pt modelId="{2526E712-421C-4F07-A77A-534D5FF04B38}">
      <dgm:prSet/>
      <dgm:spPr/>
      <dgm:t>
        <a:bodyPr/>
        <a:lstStyle/>
        <a:p>
          <a:r>
            <a:rPr lang="en-US" b="1"/>
            <a:t>Advanced Research Methodologies </a:t>
          </a:r>
          <a:r>
            <a:rPr lang="en-US"/>
            <a:t> Learning to balance experimental exploration with practical timelines and resource constraints.</a:t>
          </a:r>
        </a:p>
      </dgm:t>
    </dgm:pt>
    <dgm:pt modelId="{81A33287-1A7E-4697-8B3B-3DD3155E3E5F}" type="parTrans" cxnId="{23A49534-2C8F-4D7D-81E8-DA743EFD605E}">
      <dgm:prSet/>
      <dgm:spPr/>
      <dgm:t>
        <a:bodyPr/>
        <a:lstStyle/>
        <a:p>
          <a:endParaRPr lang="en-US"/>
        </a:p>
      </dgm:t>
    </dgm:pt>
    <dgm:pt modelId="{5C400762-70FF-4B86-B627-4FB0D67CE152}" type="sibTrans" cxnId="{23A49534-2C8F-4D7D-81E8-DA743EFD605E}">
      <dgm:prSet/>
      <dgm:spPr/>
      <dgm:t>
        <a:bodyPr/>
        <a:lstStyle/>
        <a:p>
          <a:endParaRPr lang="en-US"/>
        </a:p>
      </dgm:t>
    </dgm:pt>
    <dgm:pt modelId="{0554F577-90E3-42B4-B753-A71A5E70F6D2}">
      <dgm:prSet/>
      <dgm:spPr/>
      <dgm:t>
        <a:bodyPr/>
        <a:lstStyle/>
        <a:p>
          <a:r>
            <a:rPr lang="en-US" b="1"/>
            <a:t>Cross-functional Collaboration </a:t>
          </a:r>
          <a:r>
            <a:rPr lang="en-US"/>
            <a:t> Developing skills to effectively communicate complex research findings to non-technical stakeholders.</a:t>
          </a:r>
        </a:p>
      </dgm:t>
    </dgm:pt>
    <dgm:pt modelId="{62978F15-1734-4758-A397-A38307C93F07}" type="parTrans" cxnId="{8A11A30E-6ECF-4892-AAAE-F8FB168084E8}">
      <dgm:prSet/>
      <dgm:spPr/>
      <dgm:t>
        <a:bodyPr/>
        <a:lstStyle/>
        <a:p>
          <a:endParaRPr lang="en-US"/>
        </a:p>
      </dgm:t>
    </dgm:pt>
    <dgm:pt modelId="{3C020E03-FD9F-46DC-92B1-CE2987765A37}" type="sibTrans" cxnId="{8A11A30E-6ECF-4892-AAAE-F8FB168084E8}">
      <dgm:prSet/>
      <dgm:spPr/>
      <dgm:t>
        <a:bodyPr/>
        <a:lstStyle/>
        <a:p>
          <a:endParaRPr lang="en-US"/>
        </a:p>
      </dgm:t>
    </dgm:pt>
    <dgm:pt modelId="{2F1BD367-558E-4F6D-B0EA-CCB8EA23A049}">
      <dgm:prSet/>
      <dgm:spPr/>
      <dgm:t>
        <a:bodyPr/>
        <a:lstStyle/>
        <a:p>
          <a:r>
            <a:rPr lang="en-US" b="1"/>
            <a:t>Long-term Project Patience</a:t>
          </a:r>
          <a:r>
            <a:rPr lang="en-US"/>
            <a:t>: As someone used to academic project cycles, I'm adapting to the longer timelines inherent in R&amp;D work where breakthrough results may take months to achieve.</a:t>
          </a:r>
        </a:p>
      </dgm:t>
    </dgm:pt>
    <dgm:pt modelId="{2ABAB52D-180C-4C4B-BE14-4432F095ED0E}" type="parTrans" cxnId="{2601F4D0-0B74-432A-893D-7F67DF7D099F}">
      <dgm:prSet/>
      <dgm:spPr/>
      <dgm:t>
        <a:bodyPr/>
        <a:lstStyle/>
        <a:p>
          <a:endParaRPr lang="en-US"/>
        </a:p>
      </dgm:t>
    </dgm:pt>
    <dgm:pt modelId="{30D4F087-EBEE-46B5-9BCB-3E40F28D9646}" type="sibTrans" cxnId="{2601F4D0-0B74-432A-893D-7F67DF7D099F}">
      <dgm:prSet/>
      <dgm:spPr/>
      <dgm:t>
        <a:bodyPr/>
        <a:lstStyle/>
        <a:p>
          <a:endParaRPr lang="en-US"/>
        </a:p>
      </dgm:t>
    </dgm:pt>
    <dgm:pt modelId="{5EBAFEA6-435B-49D0-B79D-F914E09C31F0}" type="pres">
      <dgm:prSet presAssocID="{0C73C00A-4532-4619-AF83-042F4F09C86B}" presName="root" presStyleCnt="0">
        <dgm:presLayoutVars>
          <dgm:dir/>
          <dgm:resizeHandles val="exact"/>
        </dgm:presLayoutVars>
      </dgm:prSet>
      <dgm:spPr/>
    </dgm:pt>
    <dgm:pt modelId="{E983DA95-3925-4C51-A72E-A565DB6A0B54}" type="pres">
      <dgm:prSet presAssocID="{0C73C00A-4532-4619-AF83-042F4F09C86B}" presName="container" presStyleCnt="0">
        <dgm:presLayoutVars>
          <dgm:dir/>
          <dgm:resizeHandles val="exact"/>
        </dgm:presLayoutVars>
      </dgm:prSet>
      <dgm:spPr/>
    </dgm:pt>
    <dgm:pt modelId="{333C95D6-A139-4EBA-8630-40C9575B8DDA}" type="pres">
      <dgm:prSet presAssocID="{9E54806C-3858-409D-803B-FDF39970A038}" presName="compNode" presStyleCnt="0"/>
      <dgm:spPr/>
    </dgm:pt>
    <dgm:pt modelId="{E2747254-05D3-4338-B44A-066C2DB6D36B}" type="pres">
      <dgm:prSet presAssocID="{9E54806C-3858-409D-803B-FDF39970A038}" presName="iconBgRect" presStyleLbl="bgShp" presStyleIdx="0" presStyleCnt="4"/>
      <dgm:spPr/>
    </dgm:pt>
    <dgm:pt modelId="{EF0E8C1C-B0B2-4326-93F2-0349D33FE480}" type="pres">
      <dgm:prSet presAssocID="{9E54806C-3858-409D-803B-FDF39970A0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CC8C922-2DFC-4212-B53C-3A55E05646AC}" type="pres">
      <dgm:prSet presAssocID="{9E54806C-3858-409D-803B-FDF39970A038}" presName="spaceRect" presStyleCnt="0"/>
      <dgm:spPr/>
    </dgm:pt>
    <dgm:pt modelId="{B00B4267-52C0-4F66-A592-E2E74530B263}" type="pres">
      <dgm:prSet presAssocID="{9E54806C-3858-409D-803B-FDF39970A038}" presName="textRect" presStyleLbl="revTx" presStyleIdx="0" presStyleCnt="4">
        <dgm:presLayoutVars>
          <dgm:chMax val="1"/>
          <dgm:chPref val="1"/>
        </dgm:presLayoutVars>
      </dgm:prSet>
      <dgm:spPr/>
    </dgm:pt>
    <dgm:pt modelId="{5F273E7E-4B84-43FA-9546-EDD0E365950F}" type="pres">
      <dgm:prSet presAssocID="{E290B525-55E9-4CEA-8B18-AC8868FBC296}" presName="sibTrans" presStyleLbl="sibTrans2D1" presStyleIdx="0" presStyleCnt="0"/>
      <dgm:spPr/>
    </dgm:pt>
    <dgm:pt modelId="{30207B17-6F77-4C32-A3BD-946893277108}" type="pres">
      <dgm:prSet presAssocID="{2526E712-421C-4F07-A77A-534D5FF04B38}" presName="compNode" presStyleCnt="0"/>
      <dgm:spPr/>
    </dgm:pt>
    <dgm:pt modelId="{956F66BF-9BBB-47B1-A71D-5DF516D50535}" type="pres">
      <dgm:prSet presAssocID="{2526E712-421C-4F07-A77A-534D5FF04B38}" presName="iconBgRect" presStyleLbl="bgShp" presStyleIdx="1" presStyleCnt="4"/>
      <dgm:spPr/>
    </dgm:pt>
    <dgm:pt modelId="{D910A22F-6412-4072-9303-66BF369FFC92}" type="pres">
      <dgm:prSet presAssocID="{2526E712-421C-4F07-A77A-534D5FF04B3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44FABED-EE04-4F5A-A707-1C10029AF85F}" type="pres">
      <dgm:prSet presAssocID="{2526E712-421C-4F07-A77A-534D5FF04B38}" presName="spaceRect" presStyleCnt="0"/>
      <dgm:spPr/>
    </dgm:pt>
    <dgm:pt modelId="{88473492-3BD9-4C9E-9464-F96E9C86C525}" type="pres">
      <dgm:prSet presAssocID="{2526E712-421C-4F07-A77A-534D5FF04B38}" presName="textRect" presStyleLbl="revTx" presStyleIdx="1" presStyleCnt="4">
        <dgm:presLayoutVars>
          <dgm:chMax val="1"/>
          <dgm:chPref val="1"/>
        </dgm:presLayoutVars>
      </dgm:prSet>
      <dgm:spPr/>
    </dgm:pt>
    <dgm:pt modelId="{4076F0F3-3D69-47EF-829B-21BA5679BECB}" type="pres">
      <dgm:prSet presAssocID="{5C400762-70FF-4B86-B627-4FB0D67CE152}" presName="sibTrans" presStyleLbl="sibTrans2D1" presStyleIdx="0" presStyleCnt="0"/>
      <dgm:spPr/>
    </dgm:pt>
    <dgm:pt modelId="{93372B1F-6087-4BB4-A7A2-56E1EB2CBAD7}" type="pres">
      <dgm:prSet presAssocID="{0554F577-90E3-42B4-B753-A71A5E70F6D2}" presName="compNode" presStyleCnt="0"/>
      <dgm:spPr/>
    </dgm:pt>
    <dgm:pt modelId="{153420CD-DD79-4581-A228-E01F8F6BA9F7}" type="pres">
      <dgm:prSet presAssocID="{0554F577-90E3-42B4-B753-A71A5E70F6D2}" presName="iconBgRect" presStyleLbl="bgShp" presStyleIdx="2" presStyleCnt="4"/>
      <dgm:spPr/>
    </dgm:pt>
    <dgm:pt modelId="{A6DCAB4C-152D-4652-B3EA-19B8F86F90B9}" type="pres">
      <dgm:prSet presAssocID="{0554F577-90E3-42B4-B753-A71A5E70F6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82AE084-04C8-43E1-BBA8-9D55C46262BA}" type="pres">
      <dgm:prSet presAssocID="{0554F577-90E3-42B4-B753-A71A5E70F6D2}" presName="spaceRect" presStyleCnt="0"/>
      <dgm:spPr/>
    </dgm:pt>
    <dgm:pt modelId="{AF553E59-AD8E-4511-A5E1-9422C8D6004B}" type="pres">
      <dgm:prSet presAssocID="{0554F577-90E3-42B4-B753-A71A5E70F6D2}" presName="textRect" presStyleLbl="revTx" presStyleIdx="2" presStyleCnt="4">
        <dgm:presLayoutVars>
          <dgm:chMax val="1"/>
          <dgm:chPref val="1"/>
        </dgm:presLayoutVars>
      </dgm:prSet>
      <dgm:spPr/>
    </dgm:pt>
    <dgm:pt modelId="{404752F9-B690-49F6-A8F8-0A46278CBD72}" type="pres">
      <dgm:prSet presAssocID="{3C020E03-FD9F-46DC-92B1-CE2987765A37}" presName="sibTrans" presStyleLbl="sibTrans2D1" presStyleIdx="0" presStyleCnt="0"/>
      <dgm:spPr/>
    </dgm:pt>
    <dgm:pt modelId="{0DA71770-A551-4A5C-8B89-1A5657192F15}" type="pres">
      <dgm:prSet presAssocID="{2F1BD367-558E-4F6D-B0EA-CCB8EA23A049}" presName="compNode" presStyleCnt="0"/>
      <dgm:spPr/>
    </dgm:pt>
    <dgm:pt modelId="{AE3ECF0C-0360-4B40-819E-4815588B6EEC}" type="pres">
      <dgm:prSet presAssocID="{2F1BD367-558E-4F6D-B0EA-CCB8EA23A049}" presName="iconBgRect" presStyleLbl="bgShp" presStyleIdx="3" presStyleCnt="4"/>
      <dgm:spPr/>
    </dgm:pt>
    <dgm:pt modelId="{6695F3F8-D65A-4B71-A09D-FFB35A0890E9}" type="pres">
      <dgm:prSet presAssocID="{2F1BD367-558E-4F6D-B0EA-CCB8EA23A0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1E22BD3B-B635-4546-8DAA-9B49A598E6B1}" type="pres">
      <dgm:prSet presAssocID="{2F1BD367-558E-4F6D-B0EA-CCB8EA23A049}" presName="spaceRect" presStyleCnt="0"/>
      <dgm:spPr/>
    </dgm:pt>
    <dgm:pt modelId="{360FC6EA-4666-4EEE-AED1-D9D4697D8462}" type="pres">
      <dgm:prSet presAssocID="{2F1BD367-558E-4F6D-B0EA-CCB8EA23A0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11A30E-6ECF-4892-AAAE-F8FB168084E8}" srcId="{0C73C00A-4532-4619-AF83-042F4F09C86B}" destId="{0554F577-90E3-42B4-B753-A71A5E70F6D2}" srcOrd="2" destOrd="0" parTransId="{62978F15-1734-4758-A397-A38307C93F07}" sibTransId="{3C020E03-FD9F-46DC-92B1-CE2987765A37}"/>
    <dgm:cxn modelId="{EA9AF129-F536-4AED-B770-BDCD30C4DEB2}" type="presOf" srcId="{3C020E03-FD9F-46DC-92B1-CE2987765A37}" destId="{404752F9-B690-49F6-A8F8-0A46278CBD72}" srcOrd="0" destOrd="0" presId="urn:microsoft.com/office/officeart/2018/2/layout/IconCircleList"/>
    <dgm:cxn modelId="{23A49534-2C8F-4D7D-81E8-DA743EFD605E}" srcId="{0C73C00A-4532-4619-AF83-042F4F09C86B}" destId="{2526E712-421C-4F07-A77A-534D5FF04B38}" srcOrd="1" destOrd="0" parTransId="{81A33287-1A7E-4697-8B3B-3DD3155E3E5F}" sibTransId="{5C400762-70FF-4B86-B627-4FB0D67CE152}"/>
    <dgm:cxn modelId="{5475724D-3B9A-4AED-8D80-9E690150DDCF}" type="presOf" srcId="{0554F577-90E3-42B4-B753-A71A5E70F6D2}" destId="{AF553E59-AD8E-4511-A5E1-9422C8D6004B}" srcOrd="0" destOrd="0" presId="urn:microsoft.com/office/officeart/2018/2/layout/IconCircleList"/>
    <dgm:cxn modelId="{A889FC8D-99D1-49EB-BBDF-FE99910ACFAE}" type="presOf" srcId="{9E54806C-3858-409D-803B-FDF39970A038}" destId="{B00B4267-52C0-4F66-A592-E2E74530B263}" srcOrd="0" destOrd="0" presId="urn:microsoft.com/office/officeart/2018/2/layout/IconCircleList"/>
    <dgm:cxn modelId="{E37EFB8F-AC88-4838-88F2-B4A0D9853563}" type="presOf" srcId="{E290B525-55E9-4CEA-8B18-AC8868FBC296}" destId="{5F273E7E-4B84-43FA-9546-EDD0E365950F}" srcOrd="0" destOrd="0" presId="urn:microsoft.com/office/officeart/2018/2/layout/IconCircleList"/>
    <dgm:cxn modelId="{D19584A5-89E3-4759-9480-1545AAAF4E33}" type="presOf" srcId="{5C400762-70FF-4B86-B627-4FB0D67CE152}" destId="{4076F0F3-3D69-47EF-829B-21BA5679BECB}" srcOrd="0" destOrd="0" presId="urn:microsoft.com/office/officeart/2018/2/layout/IconCircleList"/>
    <dgm:cxn modelId="{E2BDB3AC-BD22-44C0-BEE8-C5F7259BF535}" type="presOf" srcId="{0C73C00A-4532-4619-AF83-042F4F09C86B}" destId="{5EBAFEA6-435B-49D0-B79D-F914E09C31F0}" srcOrd="0" destOrd="0" presId="urn:microsoft.com/office/officeart/2018/2/layout/IconCircleList"/>
    <dgm:cxn modelId="{5AC7DCC0-71BB-41A2-BE8B-E7F234CDCA12}" srcId="{0C73C00A-4532-4619-AF83-042F4F09C86B}" destId="{9E54806C-3858-409D-803B-FDF39970A038}" srcOrd="0" destOrd="0" parTransId="{432AF61E-DD97-4DF0-ADDF-86D2E612CE86}" sibTransId="{E290B525-55E9-4CEA-8B18-AC8868FBC296}"/>
    <dgm:cxn modelId="{C07127C6-F2E7-4F5F-9E4E-5ADF00265780}" type="presOf" srcId="{2F1BD367-558E-4F6D-B0EA-CCB8EA23A049}" destId="{360FC6EA-4666-4EEE-AED1-D9D4697D8462}" srcOrd="0" destOrd="0" presId="urn:microsoft.com/office/officeart/2018/2/layout/IconCircleList"/>
    <dgm:cxn modelId="{2601F4D0-0B74-432A-893D-7F67DF7D099F}" srcId="{0C73C00A-4532-4619-AF83-042F4F09C86B}" destId="{2F1BD367-558E-4F6D-B0EA-CCB8EA23A049}" srcOrd="3" destOrd="0" parTransId="{2ABAB52D-180C-4C4B-BE14-4432F095ED0E}" sibTransId="{30D4F087-EBEE-46B5-9BCB-3E40F28D9646}"/>
    <dgm:cxn modelId="{30311DDD-36BC-4F92-802B-AD4F5EBEEB08}" type="presOf" srcId="{2526E712-421C-4F07-A77A-534D5FF04B38}" destId="{88473492-3BD9-4C9E-9464-F96E9C86C525}" srcOrd="0" destOrd="0" presId="urn:microsoft.com/office/officeart/2018/2/layout/IconCircleList"/>
    <dgm:cxn modelId="{5E14E91A-ADDC-4D73-92F8-3010D278BBE4}" type="presParOf" srcId="{5EBAFEA6-435B-49D0-B79D-F914E09C31F0}" destId="{E983DA95-3925-4C51-A72E-A565DB6A0B54}" srcOrd="0" destOrd="0" presId="urn:microsoft.com/office/officeart/2018/2/layout/IconCircleList"/>
    <dgm:cxn modelId="{019D5EEF-8350-400F-8FB1-B5681114112C}" type="presParOf" srcId="{E983DA95-3925-4C51-A72E-A565DB6A0B54}" destId="{333C95D6-A139-4EBA-8630-40C9575B8DDA}" srcOrd="0" destOrd="0" presId="urn:microsoft.com/office/officeart/2018/2/layout/IconCircleList"/>
    <dgm:cxn modelId="{AF628EB1-1D4D-4D7D-962F-1E0A88F0EB8A}" type="presParOf" srcId="{333C95D6-A139-4EBA-8630-40C9575B8DDA}" destId="{E2747254-05D3-4338-B44A-066C2DB6D36B}" srcOrd="0" destOrd="0" presId="urn:microsoft.com/office/officeart/2018/2/layout/IconCircleList"/>
    <dgm:cxn modelId="{6346D6E6-4D8F-4B22-BA71-9CA78B3C5993}" type="presParOf" srcId="{333C95D6-A139-4EBA-8630-40C9575B8DDA}" destId="{EF0E8C1C-B0B2-4326-93F2-0349D33FE480}" srcOrd="1" destOrd="0" presId="urn:microsoft.com/office/officeart/2018/2/layout/IconCircleList"/>
    <dgm:cxn modelId="{616736E0-6B1F-4C89-8C19-5D805DB93185}" type="presParOf" srcId="{333C95D6-A139-4EBA-8630-40C9575B8DDA}" destId="{CCC8C922-2DFC-4212-B53C-3A55E05646AC}" srcOrd="2" destOrd="0" presId="urn:microsoft.com/office/officeart/2018/2/layout/IconCircleList"/>
    <dgm:cxn modelId="{3D21142B-8A2D-4247-9BD9-4AD1EDCA7F9F}" type="presParOf" srcId="{333C95D6-A139-4EBA-8630-40C9575B8DDA}" destId="{B00B4267-52C0-4F66-A592-E2E74530B263}" srcOrd="3" destOrd="0" presId="urn:microsoft.com/office/officeart/2018/2/layout/IconCircleList"/>
    <dgm:cxn modelId="{20FBFD7D-96A0-4698-BB26-B943E57FD0D7}" type="presParOf" srcId="{E983DA95-3925-4C51-A72E-A565DB6A0B54}" destId="{5F273E7E-4B84-43FA-9546-EDD0E365950F}" srcOrd="1" destOrd="0" presId="urn:microsoft.com/office/officeart/2018/2/layout/IconCircleList"/>
    <dgm:cxn modelId="{B80A41F4-BEB1-47D2-B19D-7731452779AE}" type="presParOf" srcId="{E983DA95-3925-4C51-A72E-A565DB6A0B54}" destId="{30207B17-6F77-4C32-A3BD-946893277108}" srcOrd="2" destOrd="0" presId="urn:microsoft.com/office/officeart/2018/2/layout/IconCircleList"/>
    <dgm:cxn modelId="{026525DA-8196-4C3B-855A-20AF212AE5AE}" type="presParOf" srcId="{30207B17-6F77-4C32-A3BD-946893277108}" destId="{956F66BF-9BBB-47B1-A71D-5DF516D50535}" srcOrd="0" destOrd="0" presId="urn:microsoft.com/office/officeart/2018/2/layout/IconCircleList"/>
    <dgm:cxn modelId="{BCC7266A-A1B1-4C9C-9C38-80183255A1E0}" type="presParOf" srcId="{30207B17-6F77-4C32-A3BD-946893277108}" destId="{D910A22F-6412-4072-9303-66BF369FFC92}" srcOrd="1" destOrd="0" presId="urn:microsoft.com/office/officeart/2018/2/layout/IconCircleList"/>
    <dgm:cxn modelId="{0D400B86-925B-47DE-BC35-2FC49757D0CF}" type="presParOf" srcId="{30207B17-6F77-4C32-A3BD-946893277108}" destId="{044FABED-EE04-4F5A-A707-1C10029AF85F}" srcOrd="2" destOrd="0" presId="urn:microsoft.com/office/officeart/2018/2/layout/IconCircleList"/>
    <dgm:cxn modelId="{B813444C-5F95-4D3F-8A70-FB15704F48E7}" type="presParOf" srcId="{30207B17-6F77-4C32-A3BD-946893277108}" destId="{88473492-3BD9-4C9E-9464-F96E9C86C525}" srcOrd="3" destOrd="0" presId="urn:microsoft.com/office/officeart/2018/2/layout/IconCircleList"/>
    <dgm:cxn modelId="{CC1ED224-7B98-4C7A-B86E-FC7BB53767C7}" type="presParOf" srcId="{E983DA95-3925-4C51-A72E-A565DB6A0B54}" destId="{4076F0F3-3D69-47EF-829B-21BA5679BECB}" srcOrd="3" destOrd="0" presId="urn:microsoft.com/office/officeart/2018/2/layout/IconCircleList"/>
    <dgm:cxn modelId="{AF475606-A823-4EA0-B9C8-7FF3F79B3FA5}" type="presParOf" srcId="{E983DA95-3925-4C51-A72E-A565DB6A0B54}" destId="{93372B1F-6087-4BB4-A7A2-56E1EB2CBAD7}" srcOrd="4" destOrd="0" presId="urn:microsoft.com/office/officeart/2018/2/layout/IconCircleList"/>
    <dgm:cxn modelId="{686E550A-447B-47E9-8E57-7E8AE647516A}" type="presParOf" srcId="{93372B1F-6087-4BB4-A7A2-56E1EB2CBAD7}" destId="{153420CD-DD79-4581-A228-E01F8F6BA9F7}" srcOrd="0" destOrd="0" presId="urn:microsoft.com/office/officeart/2018/2/layout/IconCircleList"/>
    <dgm:cxn modelId="{A156DCB3-E75D-4FF3-A15D-ADD9291C569C}" type="presParOf" srcId="{93372B1F-6087-4BB4-A7A2-56E1EB2CBAD7}" destId="{A6DCAB4C-152D-4652-B3EA-19B8F86F90B9}" srcOrd="1" destOrd="0" presId="urn:microsoft.com/office/officeart/2018/2/layout/IconCircleList"/>
    <dgm:cxn modelId="{42B3AFAD-0325-4ABB-88E0-5689247E7395}" type="presParOf" srcId="{93372B1F-6087-4BB4-A7A2-56E1EB2CBAD7}" destId="{B82AE084-04C8-43E1-BBA8-9D55C46262BA}" srcOrd="2" destOrd="0" presId="urn:microsoft.com/office/officeart/2018/2/layout/IconCircleList"/>
    <dgm:cxn modelId="{0B5838AB-5A2B-4931-B050-4AF3F000A55F}" type="presParOf" srcId="{93372B1F-6087-4BB4-A7A2-56E1EB2CBAD7}" destId="{AF553E59-AD8E-4511-A5E1-9422C8D6004B}" srcOrd="3" destOrd="0" presId="urn:microsoft.com/office/officeart/2018/2/layout/IconCircleList"/>
    <dgm:cxn modelId="{AABEF21F-D600-46CE-AB80-9EE35029FA8C}" type="presParOf" srcId="{E983DA95-3925-4C51-A72E-A565DB6A0B54}" destId="{404752F9-B690-49F6-A8F8-0A46278CBD72}" srcOrd="5" destOrd="0" presId="urn:microsoft.com/office/officeart/2018/2/layout/IconCircleList"/>
    <dgm:cxn modelId="{E6C7D8B6-A046-4476-8DE1-DF40B6F649E3}" type="presParOf" srcId="{E983DA95-3925-4C51-A72E-A565DB6A0B54}" destId="{0DA71770-A551-4A5C-8B89-1A5657192F15}" srcOrd="6" destOrd="0" presId="urn:microsoft.com/office/officeart/2018/2/layout/IconCircleList"/>
    <dgm:cxn modelId="{C8ABF31C-8512-479F-B0CA-D098E80D6E1C}" type="presParOf" srcId="{0DA71770-A551-4A5C-8B89-1A5657192F15}" destId="{AE3ECF0C-0360-4B40-819E-4815588B6EEC}" srcOrd="0" destOrd="0" presId="urn:microsoft.com/office/officeart/2018/2/layout/IconCircleList"/>
    <dgm:cxn modelId="{DB96777C-EF9E-46A9-81DF-03E8DA50AA76}" type="presParOf" srcId="{0DA71770-A551-4A5C-8B89-1A5657192F15}" destId="{6695F3F8-D65A-4B71-A09D-FFB35A0890E9}" srcOrd="1" destOrd="0" presId="urn:microsoft.com/office/officeart/2018/2/layout/IconCircleList"/>
    <dgm:cxn modelId="{DDB8185C-3767-41F1-B9AC-620B9C04954F}" type="presParOf" srcId="{0DA71770-A551-4A5C-8B89-1A5657192F15}" destId="{1E22BD3B-B635-4546-8DAA-9B49A598E6B1}" srcOrd="2" destOrd="0" presId="urn:microsoft.com/office/officeart/2018/2/layout/IconCircleList"/>
    <dgm:cxn modelId="{8428AF1F-1716-4F82-89B3-68701999A10D}" type="presParOf" srcId="{0DA71770-A551-4A5C-8B89-1A5657192F15}" destId="{360FC6EA-4666-4EEE-AED1-D9D4697D84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BF007B-313A-4084-9F35-482E547718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F4BB5B-D589-42EF-8941-E00FCA905647}">
      <dgm:prSet/>
      <dgm:spPr/>
      <dgm:t>
        <a:bodyPr/>
        <a:lstStyle/>
        <a:p>
          <a:r>
            <a:rPr lang="en-US"/>
            <a:t>As a </a:t>
          </a:r>
          <a:r>
            <a:rPr lang="en-US" b="1"/>
            <a:t>Trainee R&amp;D</a:t>
          </a:r>
          <a:r>
            <a:rPr lang="en-US"/>
            <a:t> since September  2025, I contribute to our team's success through.</a:t>
          </a:r>
        </a:p>
      </dgm:t>
    </dgm:pt>
    <dgm:pt modelId="{B60FA210-B425-402D-BF6B-114F2BA7B4BE}" type="parTrans" cxnId="{B53B12F2-9B71-400A-ABCF-DCA0FAB109F9}">
      <dgm:prSet/>
      <dgm:spPr/>
      <dgm:t>
        <a:bodyPr/>
        <a:lstStyle/>
        <a:p>
          <a:endParaRPr lang="en-US"/>
        </a:p>
      </dgm:t>
    </dgm:pt>
    <dgm:pt modelId="{80B36E8E-40A3-4512-8AAA-498E37EFC509}" type="sibTrans" cxnId="{B53B12F2-9B71-400A-ABCF-DCA0FAB109F9}">
      <dgm:prSet/>
      <dgm:spPr/>
      <dgm:t>
        <a:bodyPr/>
        <a:lstStyle/>
        <a:p>
          <a:endParaRPr lang="en-US"/>
        </a:p>
      </dgm:t>
    </dgm:pt>
    <dgm:pt modelId="{7A1677F6-D12B-43B8-A7DB-4D7F763C4799}">
      <dgm:prSet/>
      <dgm:spPr/>
      <dgm:t>
        <a:bodyPr/>
        <a:lstStyle/>
        <a:p>
          <a:r>
            <a:rPr lang="en-US"/>
            <a:t>Primary Responsibilities</a:t>
          </a:r>
        </a:p>
      </dgm:t>
    </dgm:pt>
    <dgm:pt modelId="{0D053EE0-F13B-4542-A9BB-61608DDB37C6}" type="parTrans" cxnId="{ABF44A91-E6F4-45D5-9ED0-A37AD1AE1112}">
      <dgm:prSet/>
      <dgm:spPr/>
      <dgm:t>
        <a:bodyPr/>
        <a:lstStyle/>
        <a:p>
          <a:endParaRPr lang="en-US"/>
        </a:p>
      </dgm:t>
    </dgm:pt>
    <dgm:pt modelId="{0DEBF7A7-9362-4091-AE83-4BF894038D28}" type="sibTrans" cxnId="{ABF44A91-E6F4-45D5-9ED0-A37AD1AE1112}">
      <dgm:prSet/>
      <dgm:spPr/>
      <dgm:t>
        <a:bodyPr/>
        <a:lstStyle/>
        <a:p>
          <a:endParaRPr lang="en-US"/>
        </a:p>
      </dgm:t>
    </dgm:pt>
    <dgm:pt modelId="{52D7D1EE-D055-4104-A5B5-A9223F5DFBA4}">
      <dgm:prSet/>
      <dgm:spPr/>
      <dgm:t>
        <a:bodyPr/>
        <a:lstStyle/>
        <a:p>
          <a:r>
            <a:rPr lang="en-US" b="1"/>
            <a:t>Research &amp; Development </a:t>
          </a:r>
          <a:r>
            <a:rPr lang="en-US"/>
            <a:t>  Exploring innovative IOT solutions and embedded system architectures.</a:t>
          </a:r>
        </a:p>
      </dgm:t>
    </dgm:pt>
    <dgm:pt modelId="{8E07D83E-4FAF-484D-BCCA-3CDB4760D9F3}" type="parTrans" cxnId="{12FBAE21-8A69-4986-A0EB-F66F2EC80B5B}">
      <dgm:prSet/>
      <dgm:spPr/>
      <dgm:t>
        <a:bodyPr/>
        <a:lstStyle/>
        <a:p>
          <a:endParaRPr lang="en-US"/>
        </a:p>
      </dgm:t>
    </dgm:pt>
    <dgm:pt modelId="{DEC8C1A2-A126-4C4A-A9AA-7997A10D6EB6}" type="sibTrans" cxnId="{12FBAE21-8A69-4986-A0EB-F66F2EC80B5B}">
      <dgm:prSet/>
      <dgm:spPr/>
      <dgm:t>
        <a:bodyPr/>
        <a:lstStyle/>
        <a:p>
          <a:endParaRPr lang="en-US"/>
        </a:p>
      </dgm:t>
    </dgm:pt>
    <dgm:pt modelId="{34F794FD-58AD-462B-A75D-F56962567DF2}">
      <dgm:prSet/>
      <dgm:spPr/>
      <dgm:t>
        <a:bodyPr/>
        <a:lstStyle/>
        <a:p>
          <a:r>
            <a:rPr lang="en-US" b="1"/>
            <a:t>Experimental Development </a:t>
          </a:r>
          <a:r>
            <a:rPr lang="en-US"/>
            <a:t> Prototyping and testing new firmware approaches and hardware configurations.</a:t>
          </a:r>
        </a:p>
      </dgm:t>
    </dgm:pt>
    <dgm:pt modelId="{4F34FAD5-CB82-4471-9B54-ABD10C14FDBB}" type="parTrans" cxnId="{FD11C655-CFAD-4F0D-B501-E1230590A3FB}">
      <dgm:prSet/>
      <dgm:spPr/>
      <dgm:t>
        <a:bodyPr/>
        <a:lstStyle/>
        <a:p>
          <a:endParaRPr lang="en-US"/>
        </a:p>
      </dgm:t>
    </dgm:pt>
    <dgm:pt modelId="{D0671DD5-58A2-484C-8BD9-F286CEF4BAB0}" type="sibTrans" cxnId="{FD11C655-CFAD-4F0D-B501-E1230590A3FB}">
      <dgm:prSet/>
      <dgm:spPr/>
      <dgm:t>
        <a:bodyPr/>
        <a:lstStyle/>
        <a:p>
          <a:endParaRPr lang="en-US"/>
        </a:p>
      </dgm:t>
    </dgm:pt>
    <dgm:pt modelId="{9E897611-14BE-4562-8BBB-E96889B33AA2}">
      <dgm:prSet/>
      <dgm:spPr/>
      <dgm:t>
        <a:bodyPr/>
        <a:lstStyle/>
        <a:p>
          <a:r>
            <a:rPr lang="en-US" b="1"/>
            <a:t>Technical Research </a:t>
          </a:r>
          <a:r>
            <a:rPr lang="en-US"/>
            <a:t> Investigating cutting-edge technologies and methodologies for future implementation.</a:t>
          </a:r>
        </a:p>
      </dgm:t>
    </dgm:pt>
    <dgm:pt modelId="{36A750E3-B02E-406A-B680-1B4F4DD57CE2}" type="parTrans" cxnId="{2D551BA1-0335-48FA-8C92-3B6BEC5BA9BE}">
      <dgm:prSet/>
      <dgm:spPr/>
      <dgm:t>
        <a:bodyPr/>
        <a:lstStyle/>
        <a:p>
          <a:endParaRPr lang="en-US"/>
        </a:p>
      </dgm:t>
    </dgm:pt>
    <dgm:pt modelId="{47D81D9F-CC24-43BE-B198-A36DAE3B2313}" type="sibTrans" cxnId="{2D551BA1-0335-48FA-8C92-3B6BEC5BA9BE}">
      <dgm:prSet/>
      <dgm:spPr/>
      <dgm:t>
        <a:bodyPr/>
        <a:lstStyle/>
        <a:p>
          <a:endParaRPr lang="en-US"/>
        </a:p>
      </dgm:t>
    </dgm:pt>
    <dgm:pt modelId="{F70720A0-CE21-4858-85FB-A70B20EF634B}">
      <dgm:prSet/>
      <dgm:spPr/>
      <dgm:t>
        <a:bodyPr/>
        <a:lstStyle/>
        <a:p>
          <a:r>
            <a:rPr lang="en-US"/>
            <a:t>Technical Contributions</a:t>
          </a:r>
        </a:p>
      </dgm:t>
    </dgm:pt>
    <dgm:pt modelId="{B46163CD-484C-4117-BE98-796AD1A7FF26}" type="parTrans" cxnId="{E24E7AE7-AFAF-47EE-9578-671AA55FCB6B}">
      <dgm:prSet/>
      <dgm:spPr/>
      <dgm:t>
        <a:bodyPr/>
        <a:lstStyle/>
        <a:p>
          <a:endParaRPr lang="en-US"/>
        </a:p>
      </dgm:t>
    </dgm:pt>
    <dgm:pt modelId="{19665012-E04D-4FFB-854E-2363A4942D73}" type="sibTrans" cxnId="{E24E7AE7-AFAF-47EE-9578-671AA55FCB6B}">
      <dgm:prSet/>
      <dgm:spPr/>
      <dgm:t>
        <a:bodyPr/>
        <a:lstStyle/>
        <a:p>
          <a:endParaRPr lang="en-US"/>
        </a:p>
      </dgm:t>
    </dgm:pt>
    <dgm:pt modelId="{0B5F0CF2-3E26-4338-B41C-4976A3391383}">
      <dgm:prSet/>
      <dgm:spPr/>
      <dgm:t>
        <a:bodyPr/>
        <a:lstStyle/>
        <a:p>
          <a:r>
            <a:rPr lang="en-US"/>
            <a:t>Leveraging my expertise in </a:t>
          </a:r>
          <a:r>
            <a:rPr lang="en-US" b="1"/>
            <a:t>C/C++, Python, and embedded platforms</a:t>
          </a:r>
          <a:r>
            <a:rPr lang="en-US"/>
            <a:t> like ESP32 for R&amp;D projects.</a:t>
          </a:r>
        </a:p>
      </dgm:t>
    </dgm:pt>
    <dgm:pt modelId="{2EFC2A17-ED16-468F-B9A6-BEBA05990B79}" type="parTrans" cxnId="{D9A4DE21-70DB-4309-9AF5-253128109871}">
      <dgm:prSet/>
      <dgm:spPr/>
      <dgm:t>
        <a:bodyPr/>
        <a:lstStyle/>
        <a:p>
          <a:endParaRPr lang="en-US"/>
        </a:p>
      </dgm:t>
    </dgm:pt>
    <dgm:pt modelId="{ECDD53FC-1E54-440C-AA28-FADB323D79BC}" type="sibTrans" cxnId="{D9A4DE21-70DB-4309-9AF5-253128109871}">
      <dgm:prSet/>
      <dgm:spPr/>
      <dgm:t>
        <a:bodyPr/>
        <a:lstStyle/>
        <a:p>
          <a:endParaRPr lang="en-US"/>
        </a:p>
      </dgm:t>
    </dgm:pt>
    <dgm:pt modelId="{AC0B08F3-0E6D-46DD-8A7C-47921726D2ED}">
      <dgm:prSet/>
      <dgm:spPr/>
      <dgm:t>
        <a:bodyPr/>
        <a:lstStyle/>
        <a:p>
          <a:r>
            <a:rPr lang="en-US"/>
            <a:t>Contributing innovative research approaches to advance MachaDev's technological capabilities.</a:t>
          </a:r>
        </a:p>
      </dgm:t>
    </dgm:pt>
    <dgm:pt modelId="{F669C3B2-FF4B-46EE-AEC1-68F1928A1054}" type="parTrans" cxnId="{059EE686-90FE-4188-8B19-8B36DBDABD99}">
      <dgm:prSet/>
      <dgm:spPr/>
      <dgm:t>
        <a:bodyPr/>
        <a:lstStyle/>
        <a:p>
          <a:endParaRPr lang="en-US"/>
        </a:p>
      </dgm:t>
    </dgm:pt>
    <dgm:pt modelId="{3A9470E5-57E4-48D7-8265-C9AEC51D13B8}" type="sibTrans" cxnId="{059EE686-90FE-4188-8B19-8B36DBDABD99}">
      <dgm:prSet/>
      <dgm:spPr/>
      <dgm:t>
        <a:bodyPr/>
        <a:lstStyle/>
        <a:p>
          <a:endParaRPr lang="en-US"/>
        </a:p>
      </dgm:t>
    </dgm:pt>
    <dgm:pt modelId="{12F34647-B5FB-4D49-803C-021C4635D21D}" type="pres">
      <dgm:prSet presAssocID="{C4BF007B-313A-4084-9F35-482E547718EA}" presName="root" presStyleCnt="0">
        <dgm:presLayoutVars>
          <dgm:dir/>
          <dgm:resizeHandles val="exact"/>
        </dgm:presLayoutVars>
      </dgm:prSet>
      <dgm:spPr/>
    </dgm:pt>
    <dgm:pt modelId="{9571130F-D665-4B4B-AEF7-7718AEC0BD56}" type="pres">
      <dgm:prSet presAssocID="{80F4BB5B-D589-42EF-8941-E00FCA905647}" presName="compNode" presStyleCnt="0"/>
      <dgm:spPr/>
    </dgm:pt>
    <dgm:pt modelId="{FBDE15F1-D5E8-45C1-8F4F-A141AA537404}" type="pres">
      <dgm:prSet presAssocID="{80F4BB5B-D589-42EF-8941-E00FCA905647}" presName="bgRect" presStyleLbl="bgShp" presStyleIdx="0" presStyleCnt="8"/>
      <dgm:spPr/>
    </dgm:pt>
    <dgm:pt modelId="{46E629EC-FA2D-4E6E-ADC2-20B2F0A17028}" type="pres">
      <dgm:prSet presAssocID="{80F4BB5B-D589-42EF-8941-E00FCA905647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EA1BDF8-5F14-4BD8-850D-88C7E32F699D}" type="pres">
      <dgm:prSet presAssocID="{80F4BB5B-D589-42EF-8941-E00FCA905647}" presName="spaceRect" presStyleCnt="0"/>
      <dgm:spPr/>
    </dgm:pt>
    <dgm:pt modelId="{BF58B972-9357-4E30-B62B-04E1C25170E9}" type="pres">
      <dgm:prSet presAssocID="{80F4BB5B-D589-42EF-8941-E00FCA905647}" presName="parTx" presStyleLbl="revTx" presStyleIdx="0" presStyleCnt="8">
        <dgm:presLayoutVars>
          <dgm:chMax val="0"/>
          <dgm:chPref val="0"/>
        </dgm:presLayoutVars>
      </dgm:prSet>
      <dgm:spPr/>
    </dgm:pt>
    <dgm:pt modelId="{19B7F918-AA8C-4E33-9BFF-D091EA50B29C}" type="pres">
      <dgm:prSet presAssocID="{80B36E8E-40A3-4512-8AAA-498E37EFC509}" presName="sibTrans" presStyleCnt="0"/>
      <dgm:spPr/>
    </dgm:pt>
    <dgm:pt modelId="{B9807B99-E9FB-4B40-8AA6-8E49603483B0}" type="pres">
      <dgm:prSet presAssocID="{7A1677F6-D12B-43B8-A7DB-4D7F763C4799}" presName="compNode" presStyleCnt="0"/>
      <dgm:spPr/>
    </dgm:pt>
    <dgm:pt modelId="{F5A667CA-BB1F-460E-915E-C2896934599C}" type="pres">
      <dgm:prSet presAssocID="{7A1677F6-D12B-43B8-A7DB-4D7F763C4799}" presName="bgRect" presStyleLbl="bgShp" presStyleIdx="1" presStyleCnt="8"/>
      <dgm:spPr/>
    </dgm:pt>
    <dgm:pt modelId="{88727F4B-0E28-4D32-A255-64C662A60672}" type="pres">
      <dgm:prSet presAssocID="{7A1677F6-D12B-43B8-A7DB-4D7F763C4799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45A8911-90D4-4758-8A4F-42FBEEC2DE1C}" type="pres">
      <dgm:prSet presAssocID="{7A1677F6-D12B-43B8-A7DB-4D7F763C4799}" presName="spaceRect" presStyleCnt="0"/>
      <dgm:spPr/>
    </dgm:pt>
    <dgm:pt modelId="{72A5FCEE-F44A-4881-A5D0-52849F24088C}" type="pres">
      <dgm:prSet presAssocID="{7A1677F6-D12B-43B8-A7DB-4D7F763C4799}" presName="parTx" presStyleLbl="revTx" presStyleIdx="1" presStyleCnt="8">
        <dgm:presLayoutVars>
          <dgm:chMax val="0"/>
          <dgm:chPref val="0"/>
        </dgm:presLayoutVars>
      </dgm:prSet>
      <dgm:spPr/>
    </dgm:pt>
    <dgm:pt modelId="{9D72D95F-CD5F-455A-B821-A77BB4EACD18}" type="pres">
      <dgm:prSet presAssocID="{0DEBF7A7-9362-4091-AE83-4BF894038D28}" presName="sibTrans" presStyleCnt="0"/>
      <dgm:spPr/>
    </dgm:pt>
    <dgm:pt modelId="{BED69E63-E3CC-44C1-AE33-CC009DDBBDCD}" type="pres">
      <dgm:prSet presAssocID="{52D7D1EE-D055-4104-A5B5-A9223F5DFBA4}" presName="compNode" presStyleCnt="0"/>
      <dgm:spPr/>
    </dgm:pt>
    <dgm:pt modelId="{FF14B2C1-7A3F-4E08-B942-2879B58F1080}" type="pres">
      <dgm:prSet presAssocID="{52D7D1EE-D055-4104-A5B5-A9223F5DFBA4}" presName="bgRect" presStyleLbl="bgShp" presStyleIdx="2" presStyleCnt="8"/>
      <dgm:spPr/>
    </dgm:pt>
    <dgm:pt modelId="{D900E46E-762A-4376-9436-CE43CD2F2C29}" type="pres">
      <dgm:prSet presAssocID="{52D7D1EE-D055-4104-A5B5-A9223F5DFBA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6303923-7EE2-4ADE-A43B-3F8D94EDE1F6}" type="pres">
      <dgm:prSet presAssocID="{52D7D1EE-D055-4104-A5B5-A9223F5DFBA4}" presName="spaceRect" presStyleCnt="0"/>
      <dgm:spPr/>
    </dgm:pt>
    <dgm:pt modelId="{75420297-DC20-4696-A23A-BC05F529DDE3}" type="pres">
      <dgm:prSet presAssocID="{52D7D1EE-D055-4104-A5B5-A9223F5DFBA4}" presName="parTx" presStyleLbl="revTx" presStyleIdx="2" presStyleCnt="8">
        <dgm:presLayoutVars>
          <dgm:chMax val="0"/>
          <dgm:chPref val="0"/>
        </dgm:presLayoutVars>
      </dgm:prSet>
      <dgm:spPr/>
    </dgm:pt>
    <dgm:pt modelId="{F75D6AED-6C02-4609-808B-B8A4AC15FFC6}" type="pres">
      <dgm:prSet presAssocID="{DEC8C1A2-A126-4C4A-A9AA-7997A10D6EB6}" presName="sibTrans" presStyleCnt="0"/>
      <dgm:spPr/>
    </dgm:pt>
    <dgm:pt modelId="{174236EF-65A3-4DD2-B2AD-AB0B45868111}" type="pres">
      <dgm:prSet presAssocID="{34F794FD-58AD-462B-A75D-F56962567DF2}" presName="compNode" presStyleCnt="0"/>
      <dgm:spPr/>
    </dgm:pt>
    <dgm:pt modelId="{68F79673-5A89-4B7D-B8ED-D6E17D475A81}" type="pres">
      <dgm:prSet presAssocID="{34F794FD-58AD-462B-A75D-F56962567DF2}" presName="bgRect" presStyleLbl="bgShp" presStyleIdx="3" presStyleCnt="8"/>
      <dgm:spPr/>
    </dgm:pt>
    <dgm:pt modelId="{7CBBF150-7253-410D-8F7A-16B10CE6B497}" type="pres">
      <dgm:prSet presAssocID="{34F794FD-58AD-462B-A75D-F56962567DF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EAE40C7-B42C-4F80-9721-F3589CDFA11A}" type="pres">
      <dgm:prSet presAssocID="{34F794FD-58AD-462B-A75D-F56962567DF2}" presName="spaceRect" presStyleCnt="0"/>
      <dgm:spPr/>
    </dgm:pt>
    <dgm:pt modelId="{BFFA4022-78A9-4251-B7EA-73D8B93D73AC}" type="pres">
      <dgm:prSet presAssocID="{34F794FD-58AD-462B-A75D-F56962567DF2}" presName="parTx" presStyleLbl="revTx" presStyleIdx="3" presStyleCnt="8">
        <dgm:presLayoutVars>
          <dgm:chMax val="0"/>
          <dgm:chPref val="0"/>
        </dgm:presLayoutVars>
      </dgm:prSet>
      <dgm:spPr/>
    </dgm:pt>
    <dgm:pt modelId="{E355939F-B8DB-4AF4-9C78-1A7BC2BA194A}" type="pres">
      <dgm:prSet presAssocID="{D0671DD5-58A2-484C-8BD9-F286CEF4BAB0}" presName="sibTrans" presStyleCnt="0"/>
      <dgm:spPr/>
    </dgm:pt>
    <dgm:pt modelId="{8BA2234B-459F-4B39-AF25-763638729659}" type="pres">
      <dgm:prSet presAssocID="{9E897611-14BE-4562-8BBB-E96889B33AA2}" presName="compNode" presStyleCnt="0"/>
      <dgm:spPr/>
    </dgm:pt>
    <dgm:pt modelId="{7A7F708A-19BA-4B49-8AB3-84FDBEC663A7}" type="pres">
      <dgm:prSet presAssocID="{9E897611-14BE-4562-8BBB-E96889B33AA2}" presName="bgRect" presStyleLbl="bgShp" presStyleIdx="4" presStyleCnt="8"/>
      <dgm:spPr/>
    </dgm:pt>
    <dgm:pt modelId="{BDFCC072-FEFE-48C7-A15A-9A857DB28916}" type="pres">
      <dgm:prSet presAssocID="{9E897611-14BE-4562-8BBB-E96889B33AA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810BA55-AF21-41B2-AEC6-92F7FA55BE5E}" type="pres">
      <dgm:prSet presAssocID="{9E897611-14BE-4562-8BBB-E96889B33AA2}" presName="spaceRect" presStyleCnt="0"/>
      <dgm:spPr/>
    </dgm:pt>
    <dgm:pt modelId="{C1B61A00-1E75-439B-AAB5-F9DDD43B3236}" type="pres">
      <dgm:prSet presAssocID="{9E897611-14BE-4562-8BBB-E96889B33AA2}" presName="parTx" presStyleLbl="revTx" presStyleIdx="4" presStyleCnt="8">
        <dgm:presLayoutVars>
          <dgm:chMax val="0"/>
          <dgm:chPref val="0"/>
        </dgm:presLayoutVars>
      </dgm:prSet>
      <dgm:spPr/>
    </dgm:pt>
    <dgm:pt modelId="{2A5938DD-E2CB-4385-8489-DA11FCB1B6D6}" type="pres">
      <dgm:prSet presAssocID="{47D81D9F-CC24-43BE-B198-A36DAE3B2313}" presName="sibTrans" presStyleCnt="0"/>
      <dgm:spPr/>
    </dgm:pt>
    <dgm:pt modelId="{857F0C51-8982-41F4-9039-631A3AE588E0}" type="pres">
      <dgm:prSet presAssocID="{F70720A0-CE21-4858-85FB-A70B20EF634B}" presName="compNode" presStyleCnt="0"/>
      <dgm:spPr/>
    </dgm:pt>
    <dgm:pt modelId="{6BD63328-2DE6-47AC-8A94-CE4679B602C6}" type="pres">
      <dgm:prSet presAssocID="{F70720A0-CE21-4858-85FB-A70B20EF634B}" presName="bgRect" presStyleLbl="bgShp" presStyleIdx="5" presStyleCnt="8"/>
      <dgm:spPr/>
    </dgm:pt>
    <dgm:pt modelId="{6C251B33-F518-499D-B1C8-809152B249FC}" type="pres">
      <dgm:prSet presAssocID="{F70720A0-CE21-4858-85FB-A70B20EF634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B513750-FA64-4478-886F-8621873C97C0}" type="pres">
      <dgm:prSet presAssocID="{F70720A0-CE21-4858-85FB-A70B20EF634B}" presName="spaceRect" presStyleCnt="0"/>
      <dgm:spPr/>
    </dgm:pt>
    <dgm:pt modelId="{093E7199-103F-4B0F-B245-C911E16D584E}" type="pres">
      <dgm:prSet presAssocID="{F70720A0-CE21-4858-85FB-A70B20EF634B}" presName="parTx" presStyleLbl="revTx" presStyleIdx="5" presStyleCnt="8">
        <dgm:presLayoutVars>
          <dgm:chMax val="0"/>
          <dgm:chPref val="0"/>
        </dgm:presLayoutVars>
      </dgm:prSet>
      <dgm:spPr/>
    </dgm:pt>
    <dgm:pt modelId="{DB9F96EA-BDD4-49A1-859E-AEE26B12821F}" type="pres">
      <dgm:prSet presAssocID="{19665012-E04D-4FFB-854E-2363A4942D73}" presName="sibTrans" presStyleCnt="0"/>
      <dgm:spPr/>
    </dgm:pt>
    <dgm:pt modelId="{3FA9F019-86AD-4703-BAC0-4459B9536628}" type="pres">
      <dgm:prSet presAssocID="{0B5F0CF2-3E26-4338-B41C-4976A3391383}" presName="compNode" presStyleCnt="0"/>
      <dgm:spPr/>
    </dgm:pt>
    <dgm:pt modelId="{D055DDDB-57C1-473E-88E1-DE97985847FF}" type="pres">
      <dgm:prSet presAssocID="{0B5F0CF2-3E26-4338-B41C-4976A3391383}" presName="bgRect" presStyleLbl="bgShp" presStyleIdx="6" presStyleCnt="8"/>
      <dgm:spPr/>
    </dgm:pt>
    <dgm:pt modelId="{10E973C7-BB42-413A-96C1-0C9E6D368A40}" type="pres">
      <dgm:prSet presAssocID="{0B5F0CF2-3E26-4338-B41C-4976A339138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CF2AF19-B13A-40F8-A719-6D9017D6A678}" type="pres">
      <dgm:prSet presAssocID="{0B5F0CF2-3E26-4338-B41C-4976A3391383}" presName="spaceRect" presStyleCnt="0"/>
      <dgm:spPr/>
    </dgm:pt>
    <dgm:pt modelId="{D87E99EC-26CC-44FE-B0DB-C52CF0838358}" type="pres">
      <dgm:prSet presAssocID="{0B5F0CF2-3E26-4338-B41C-4976A3391383}" presName="parTx" presStyleLbl="revTx" presStyleIdx="6" presStyleCnt="8">
        <dgm:presLayoutVars>
          <dgm:chMax val="0"/>
          <dgm:chPref val="0"/>
        </dgm:presLayoutVars>
      </dgm:prSet>
      <dgm:spPr/>
    </dgm:pt>
    <dgm:pt modelId="{BD3237A1-8FDE-43FE-B387-E907B55EE27A}" type="pres">
      <dgm:prSet presAssocID="{ECDD53FC-1E54-440C-AA28-FADB323D79BC}" presName="sibTrans" presStyleCnt="0"/>
      <dgm:spPr/>
    </dgm:pt>
    <dgm:pt modelId="{3CF7FFAA-11F5-4B2A-880A-76D610379906}" type="pres">
      <dgm:prSet presAssocID="{AC0B08F3-0E6D-46DD-8A7C-47921726D2ED}" presName="compNode" presStyleCnt="0"/>
      <dgm:spPr/>
    </dgm:pt>
    <dgm:pt modelId="{1E38C17F-FCE5-40F8-BBCC-2BB253C8B173}" type="pres">
      <dgm:prSet presAssocID="{AC0B08F3-0E6D-46DD-8A7C-47921726D2ED}" presName="bgRect" presStyleLbl="bgShp" presStyleIdx="7" presStyleCnt="8"/>
      <dgm:spPr/>
    </dgm:pt>
    <dgm:pt modelId="{F58F3A99-BC51-4EAC-B484-BE9FDAE7250F}" type="pres">
      <dgm:prSet presAssocID="{AC0B08F3-0E6D-46DD-8A7C-47921726D2E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2D3DD0-B97C-4AE5-94E4-74CD1640BA8D}" type="pres">
      <dgm:prSet presAssocID="{AC0B08F3-0E6D-46DD-8A7C-47921726D2ED}" presName="spaceRect" presStyleCnt="0"/>
      <dgm:spPr/>
    </dgm:pt>
    <dgm:pt modelId="{ED1843FF-8A4F-4A98-A050-7B18542E1503}" type="pres">
      <dgm:prSet presAssocID="{AC0B08F3-0E6D-46DD-8A7C-47921726D2E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12FBAE21-8A69-4986-A0EB-F66F2EC80B5B}" srcId="{C4BF007B-313A-4084-9F35-482E547718EA}" destId="{52D7D1EE-D055-4104-A5B5-A9223F5DFBA4}" srcOrd="2" destOrd="0" parTransId="{8E07D83E-4FAF-484D-BCCA-3CDB4760D9F3}" sibTransId="{DEC8C1A2-A126-4C4A-A9AA-7997A10D6EB6}"/>
    <dgm:cxn modelId="{D9A4DE21-70DB-4309-9AF5-253128109871}" srcId="{C4BF007B-313A-4084-9F35-482E547718EA}" destId="{0B5F0CF2-3E26-4338-B41C-4976A3391383}" srcOrd="6" destOrd="0" parTransId="{2EFC2A17-ED16-468F-B9A6-BEBA05990B79}" sibTransId="{ECDD53FC-1E54-440C-AA28-FADB323D79BC}"/>
    <dgm:cxn modelId="{4E588F32-2E37-4519-95D3-9284F7A4A9A1}" type="presOf" srcId="{52D7D1EE-D055-4104-A5B5-A9223F5DFBA4}" destId="{75420297-DC20-4696-A23A-BC05F529DDE3}" srcOrd="0" destOrd="0" presId="urn:microsoft.com/office/officeart/2018/2/layout/IconVerticalSolidList"/>
    <dgm:cxn modelId="{849D643B-A643-4137-B64B-994B5D337DAD}" type="presOf" srcId="{0B5F0CF2-3E26-4338-B41C-4976A3391383}" destId="{D87E99EC-26CC-44FE-B0DB-C52CF0838358}" srcOrd="0" destOrd="0" presId="urn:microsoft.com/office/officeart/2018/2/layout/IconVerticalSolidList"/>
    <dgm:cxn modelId="{E0D9483E-14AA-46A2-A25B-A2D928C40AE0}" type="presOf" srcId="{9E897611-14BE-4562-8BBB-E96889B33AA2}" destId="{C1B61A00-1E75-439B-AAB5-F9DDD43B3236}" srcOrd="0" destOrd="0" presId="urn:microsoft.com/office/officeart/2018/2/layout/IconVerticalSolidList"/>
    <dgm:cxn modelId="{175BC13F-56B2-4819-9C75-3ADAC2E35F05}" type="presOf" srcId="{34F794FD-58AD-462B-A75D-F56962567DF2}" destId="{BFFA4022-78A9-4251-B7EA-73D8B93D73AC}" srcOrd="0" destOrd="0" presId="urn:microsoft.com/office/officeart/2018/2/layout/IconVerticalSolidList"/>
    <dgm:cxn modelId="{FD11C655-CFAD-4F0D-B501-E1230590A3FB}" srcId="{C4BF007B-313A-4084-9F35-482E547718EA}" destId="{34F794FD-58AD-462B-A75D-F56962567DF2}" srcOrd="3" destOrd="0" parTransId="{4F34FAD5-CB82-4471-9B54-ABD10C14FDBB}" sibTransId="{D0671DD5-58A2-484C-8BD9-F286CEF4BAB0}"/>
    <dgm:cxn modelId="{059EE686-90FE-4188-8B19-8B36DBDABD99}" srcId="{C4BF007B-313A-4084-9F35-482E547718EA}" destId="{AC0B08F3-0E6D-46DD-8A7C-47921726D2ED}" srcOrd="7" destOrd="0" parTransId="{F669C3B2-FF4B-46EE-AEC1-68F1928A1054}" sibTransId="{3A9470E5-57E4-48D7-8265-C9AEC51D13B8}"/>
    <dgm:cxn modelId="{ABF44A91-E6F4-45D5-9ED0-A37AD1AE1112}" srcId="{C4BF007B-313A-4084-9F35-482E547718EA}" destId="{7A1677F6-D12B-43B8-A7DB-4D7F763C4799}" srcOrd="1" destOrd="0" parTransId="{0D053EE0-F13B-4542-A9BB-61608DDB37C6}" sibTransId="{0DEBF7A7-9362-4091-AE83-4BF894038D28}"/>
    <dgm:cxn modelId="{A05BAB9C-459E-4D7C-93FD-D3FF427CB3BA}" type="presOf" srcId="{80F4BB5B-D589-42EF-8941-E00FCA905647}" destId="{BF58B972-9357-4E30-B62B-04E1C25170E9}" srcOrd="0" destOrd="0" presId="urn:microsoft.com/office/officeart/2018/2/layout/IconVerticalSolidList"/>
    <dgm:cxn modelId="{FC37639E-54B2-4EEE-98E9-EC71A226A2E4}" type="presOf" srcId="{7A1677F6-D12B-43B8-A7DB-4D7F763C4799}" destId="{72A5FCEE-F44A-4881-A5D0-52849F24088C}" srcOrd="0" destOrd="0" presId="urn:microsoft.com/office/officeart/2018/2/layout/IconVerticalSolidList"/>
    <dgm:cxn modelId="{2D551BA1-0335-48FA-8C92-3B6BEC5BA9BE}" srcId="{C4BF007B-313A-4084-9F35-482E547718EA}" destId="{9E897611-14BE-4562-8BBB-E96889B33AA2}" srcOrd="4" destOrd="0" parTransId="{36A750E3-B02E-406A-B680-1B4F4DD57CE2}" sibTransId="{47D81D9F-CC24-43BE-B198-A36DAE3B2313}"/>
    <dgm:cxn modelId="{152AADE5-CC5A-419C-A26E-90C109BD7610}" type="presOf" srcId="{AC0B08F3-0E6D-46DD-8A7C-47921726D2ED}" destId="{ED1843FF-8A4F-4A98-A050-7B18542E1503}" srcOrd="0" destOrd="0" presId="urn:microsoft.com/office/officeart/2018/2/layout/IconVerticalSolidList"/>
    <dgm:cxn modelId="{FEE4DCE6-8B48-4161-B7AF-D8D427E0030E}" type="presOf" srcId="{F70720A0-CE21-4858-85FB-A70B20EF634B}" destId="{093E7199-103F-4B0F-B245-C911E16D584E}" srcOrd="0" destOrd="0" presId="urn:microsoft.com/office/officeart/2018/2/layout/IconVerticalSolidList"/>
    <dgm:cxn modelId="{E24E7AE7-AFAF-47EE-9578-671AA55FCB6B}" srcId="{C4BF007B-313A-4084-9F35-482E547718EA}" destId="{F70720A0-CE21-4858-85FB-A70B20EF634B}" srcOrd="5" destOrd="0" parTransId="{B46163CD-484C-4117-BE98-796AD1A7FF26}" sibTransId="{19665012-E04D-4FFB-854E-2363A4942D73}"/>
    <dgm:cxn modelId="{9EF30AF1-5088-455E-825C-4E16C9CEFDCE}" type="presOf" srcId="{C4BF007B-313A-4084-9F35-482E547718EA}" destId="{12F34647-B5FB-4D49-803C-021C4635D21D}" srcOrd="0" destOrd="0" presId="urn:microsoft.com/office/officeart/2018/2/layout/IconVerticalSolidList"/>
    <dgm:cxn modelId="{B53B12F2-9B71-400A-ABCF-DCA0FAB109F9}" srcId="{C4BF007B-313A-4084-9F35-482E547718EA}" destId="{80F4BB5B-D589-42EF-8941-E00FCA905647}" srcOrd="0" destOrd="0" parTransId="{B60FA210-B425-402D-BF6B-114F2BA7B4BE}" sibTransId="{80B36E8E-40A3-4512-8AAA-498E37EFC509}"/>
    <dgm:cxn modelId="{09AA7C2C-8AD1-446D-9BC6-4F7C6BDDF2A7}" type="presParOf" srcId="{12F34647-B5FB-4D49-803C-021C4635D21D}" destId="{9571130F-D665-4B4B-AEF7-7718AEC0BD56}" srcOrd="0" destOrd="0" presId="urn:microsoft.com/office/officeart/2018/2/layout/IconVerticalSolidList"/>
    <dgm:cxn modelId="{D0466E96-8C9A-4FE9-AEC5-670DF2D29209}" type="presParOf" srcId="{9571130F-D665-4B4B-AEF7-7718AEC0BD56}" destId="{FBDE15F1-D5E8-45C1-8F4F-A141AA537404}" srcOrd="0" destOrd="0" presId="urn:microsoft.com/office/officeart/2018/2/layout/IconVerticalSolidList"/>
    <dgm:cxn modelId="{CAE4D489-BC52-492B-81EE-7E0F358356D9}" type="presParOf" srcId="{9571130F-D665-4B4B-AEF7-7718AEC0BD56}" destId="{46E629EC-FA2D-4E6E-ADC2-20B2F0A17028}" srcOrd="1" destOrd="0" presId="urn:microsoft.com/office/officeart/2018/2/layout/IconVerticalSolidList"/>
    <dgm:cxn modelId="{FDF8BC6D-02DD-4AD7-9C35-F8F8E9F96C1E}" type="presParOf" srcId="{9571130F-D665-4B4B-AEF7-7718AEC0BD56}" destId="{6EA1BDF8-5F14-4BD8-850D-88C7E32F699D}" srcOrd="2" destOrd="0" presId="urn:microsoft.com/office/officeart/2018/2/layout/IconVerticalSolidList"/>
    <dgm:cxn modelId="{CCB56BAB-0471-4E12-A42A-9B645CF0454E}" type="presParOf" srcId="{9571130F-D665-4B4B-AEF7-7718AEC0BD56}" destId="{BF58B972-9357-4E30-B62B-04E1C25170E9}" srcOrd="3" destOrd="0" presId="urn:microsoft.com/office/officeart/2018/2/layout/IconVerticalSolidList"/>
    <dgm:cxn modelId="{5047D708-C357-4029-9DAC-458DF00458DC}" type="presParOf" srcId="{12F34647-B5FB-4D49-803C-021C4635D21D}" destId="{19B7F918-AA8C-4E33-9BFF-D091EA50B29C}" srcOrd="1" destOrd="0" presId="urn:microsoft.com/office/officeart/2018/2/layout/IconVerticalSolidList"/>
    <dgm:cxn modelId="{4C03E484-94DF-42BE-BA34-B391A849CB71}" type="presParOf" srcId="{12F34647-B5FB-4D49-803C-021C4635D21D}" destId="{B9807B99-E9FB-4B40-8AA6-8E49603483B0}" srcOrd="2" destOrd="0" presId="urn:microsoft.com/office/officeart/2018/2/layout/IconVerticalSolidList"/>
    <dgm:cxn modelId="{211A8FB0-B5BB-47AB-8326-3DFEAB2ABC4F}" type="presParOf" srcId="{B9807B99-E9FB-4B40-8AA6-8E49603483B0}" destId="{F5A667CA-BB1F-460E-915E-C2896934599C}" srcOrd="0" destOrd="0" presId="urn:microsoft.com/office/officeart/2018/2/layout/IconVerticalSolidList"/>
    <dgm:cxn modelId="{8AD44934-4986-482F-9369-A12982593836}" type="presParOf" srcId="{B9807B99-E9FB-4B40-8AA6-8E49603483B0}" destId="{88727F4B-0E28-4D32-A255-64C662A60672}" srcOrd="1" destOrd="0" presId="urn:microsoft.com/office/officeart/2018/2/layout/IconVerticalSolidList"/>
    <dgm:cxn modelId="{FDF5A227-D34B-4A9F-971B-812EFAD6BC3F}" type="presParOf" srcId="{B9807B99-E9FB-4B40-8AA6-8E49603483B0}" destId="{345A8911-90D4-4758-8A4F-42FBEEC2DE1C}" srcOrd="2" destOrd="0" presId="urn:microsoft.com/office/officeart/2018/2/layout/IconVerticalSolidList"/>
    <dgm:cxn modelId="{027A0E71-50C5-48B5-AA34-C70204626983}" type="presParOf" srcId="{B9807B99-E9FB-4B40-8AA6-8E49603483B0}" destId="{72A5FCEE-F44A-4881-A5D0-52849F24088C}" srcOrd="3" destOrd="0" presId="urn:microsoft.com/office/officeart/2018/2/layout/IconVerticalSolidList"/>
    <dgm:cxn modelId="{1BF5B467-8EDC-45B8-965C-E2F1083FFB5D}" type="presParOf" srcId="{12F34647-B5FB-4D49-803C-021C4635D21D}" destId="{9D72D95F-CD5F-455A-B821-A77BB4EACD18}" srcOrd="3" destOrd="0" presId="urn:microsoft.com/office/officeart/2018/2/layout/IconVerticalSolidList"/>
    <dgm:cxn modelId="{731E9233-601F-48D1-9A1F-75030814CDBA}" type="presParOf" srcId="{12F34647-B5FB-4D49-803C-021C4635D21D}" destId="{BED69E63-E3CC-44C1-AE33-CC009DDBBDCD}" srcOrd="4" destOrd="0" presId="urn:microsoft.com/office/officeart/2018/2/layout/IconVerticalSolidList"/>
    <dgm:cxn modelId="{D78FD5B2-7CE7-4C9F-98CA-9954B80DA84D}" type="presParOf" srcId="{BED69E63-E3CC-44C1-AE33-CC009DDBBDCD}" destId="{FF14B2C1-7A3F-4E08-B942-2879B58F1080}" srcOrd="0" destOrd="0" presId="urn:microsoft.com/office/officeart/2018/2/layout/IconVerticalSolidList"/>
    <dgm:cxn modelId="{CBFA243B-1DC4-4357-BEAC-237BFE9DB502}" type="presParOf" srcId="{BED69E63-E3CC-44C1-AE33-CC009DDBBDCD}" destId="{D900E46E-762A-4376-9436-CE43CD2F2C29}" srcOrd="1" destOrd="0" presId="urn:microsoft.com/office/officeart/2018/2/layout/IconVerticalSolidList"/>
    <dgm:cxn modelId="{BAF3591C-B576-4AAD-AD22-A274571C2F34}" type="presParOf" srcId="{BED69E63-E3CC-44C1-AE33-CC009DDBBDCD}" destId="{06303923-7EE2-4ADE-A43B-3F8D94EDE1F6}" srcOrd="2" destOrd="0" presId="urn:microsoft.com/office/officeart/2018/2/layout/IconVerticalSolidList"/>
    <dgm:cxn modelId="{DE8A6BFD-7BB3-4E4B-B49E-93377C5D33EB}" type="presParOf" srcId="{BED69E63-E3CC-44C1-AE33-CC009DDBBDCD}" destId="{75420297-DC20-4696-A23A-BC05F529DDE3}" srcOrd="3" destOrd="0" presId="urn:microsoft.com/office/officeart/2018/2/layout/IconVerticalSolidList"/>
    <dgm:cxn modelId="{7DA25EC9-0F5A-4CED-942D-2235FB67101B}" type="presParOf" srcId="{12F34647-B5FB-4D49-803C-021C4635D21D}" destId="{F75D6AED-6C02-4609-808B-B8A4AC15FFC6}" srcOrd="5" destOrd="0" presId="urn:microsoft.com/office/officeart/2018/2/layout/IconVerticalSolidList"/>
    <dgm:cxn modelId="{BD3B03F4-B0C6-4665-BD73-1BDEC9D1C7C4}" type="presParOf" srcId="{12F34647-B5FB-4D49-803C-021C4635D21D}" destId="{174236EF-65A3-4DD2-B2AD-AB0B45868111}" srcOrd="6" destOrd="0" presId="urn:microsoft.com/office/officeart/2018/2/layout/IconVerticalSolidList"/>
    <dgm:cxn modelId="{FC6DF181-2D66-458D-A3AA-B092ECCE94CF}" type="presParOf" srcId="{174236EF-65A3-4DD2-B2AD-AB0B45868111}" destId="{68F79673-5A89-4B7D-B8ED-D6E17D475A81}" srcOrd="0" destOrd="0" presId="urn:microsoft.com/office/officeart/2018/2/layout/IconVerticalSolidList"/>
    <dgm:cxn modelId="{E6352D72-0868-4A7D-A7A1-A06E194BD33A}" type="presParOf" srcId="{174236EF-65A3-4DD2-B2AD-AB0B45868111}" destId="{7CBBF150-7253-410D-8F7A-16B10CE6B497}" srcOrd="1" destOrd="0" presId="urn:microsoft.com/office/officeart/2018/2/layout/IconVerticalSolidList"/>
    <dgm:cxn modelId="{F3BE46C1-CA77-46C6-B6CD-90C6A5152CD8}" type="presParOf" srcId="{174236EF-65A3-4DD2-B2AD-AB0B45868111}" destId="{7EAE40C7-B42C-4F80-9721-F3589CDFA11A}" srcOrd="2" destOrd="0" presId="urn:microsoft.com/office/officeart/2018/2/layout/IconVerticalSolidList"/>
    <dgm:cxn modelId="{3E23947C-C879-4897-BABF-8EF0C6165666}" type="presParOf" srcId="{174236EF-65A3-4DD2-B2AD-AB0B45868111}" destId="{BFFA4022-78A9-4251-B7EA-73D8B93D73AC}" srcOrd="3" destOrd="0" presId="urn:microsoft.com/office/officeart/2018/2/layout/IconVerticalSolidList"/>
    <dgm:cxn modelId="{B0ACBE06-6D74-414C-BD9E-8F4443ED9749}" type="presParOf" srcId="{12F34647-B5FB-4D49-803C-021C4635D21D}" destId="{E355939F-B8DB-4AF4-9C78-1A7BC2BA194A}" srcOrd="7" destOrd="0" presId="urn:microsoft.com/office/officeart/2018/2/layout/IconVerticalSolidList"/>
    <dgm:cxn modelId="{755A2621-4310-48A3-9A62-DDEAD0F53434}" type="presParOf" srcId="{12F34647-B5FB-4D49-803C-021C4635D21D}" destId="{8BA2234B-459F-4B39-AF25-763638729659}" srcOrd="8" destOrd="0" presId="urn:microsoft.com/office/officeart/2018/2/layout/IconVerticalSolidList"/>
    <dgm:cxn modelId="{962C839E-C62A-4570-BC3A-7118DE34934A}" type="presParOf" srcId="{8BA2234B-459F-4B39-AF25-763638729659}" destId="{7A7F708A-19BA-4B49-8AB3-84FDBEC663A7}" srcOrd="0" destOrd="0" presId="urn:microsoft.com/office/officeart/2018/2/layout/IconVerticalSolidList"/>
    <dgm:cxn modelId="{F8F3BB4B-3DC2-4C83-AD79-29DE71857F78}" type="presParOf" srcId="{8BA2234B-459F-4B39-AF25-763638729659}" destId="{BDFCC072-FEFE-48C7-A15A-9A857DB28916}" srcOrd="1" destOrd="0" presId="urn:microsoft.com/office/officeart/2018/2/layout/IconVerticalSolidList"/>
    <dgm:cxn modelId="{C95A2B27-DD79-4BE6-A075-6E6C505AD588}" type="presParOf" srcId="{8BA2234B-459F-4B39-AF25-763638729659}" destId="{B810BA55-AF21-41B2-AEC6-92F7FA55BE5E}" srcOrd="2" destOrd="0" presId="urn:microsoft.com/office/officeart/2018/2/layout/IconVerticalSolidList"/>
    <dgm:cxn modelId="{15C28C65-2116-4420-813C-39A872B2DDEA}" type="presParOf" srcId="{8BA2234B-459F-4B39-AF25-763638729659}" destId="{C1B61A00-1E75-439B-AAB5-F9DDD43B3236}" srcOrd="3" destOrd="0" presId="urn:microsoft.com/office/officeart/2018/2/layout/IconVerticalSolidList"/>
    <dgm:cxn modelId="{757A3E65-19B8-4079-B9BE-5E418D1CD4EF}" type="presParOf" srcId="{12F34647-B5FB-4D49-803C-021C4635D21D}" destId="{2A5938DD-E2CB-4385-8489-DA11FCB1B6D6}" srcOrd="9" destOrd="0" presId="urn:microsoft.com/office/officeart/2018/2/layout/IconVerticalSolidList"/>
    <dgm:cxn modelId="{8F6EDD19-F00F-4411-ADD5-3EF6567DBACC}" type="presParOf" srcId="{12F34647-B5FB-4D49-803C-021C4635D21D}" destId="{857F0C51-8982-41F4-9039-631A3AE588E0}" srcOrd="10" destOrd="0" presId="urn:microsoft.com/office/officeart/2018/2/layout/IconVerticalSolidList"/>
    <dgm:cxn modelId="{C6945378-A8E1-413D-8BFB-EE802A17B24C}" type="presParOf" srcId="{857F0C51-8982-41F4-9039-631A3AE588E0}" destId="{6BD63328-2DE6-47AC-8A94-CE4679B602C6}" srcOrd="0" destOrd="0" presId="urn:microsoft.com/office/officeart/2018/2/layout/IconVerticalSolidList"/>
    <dgm:cxn modelId="{D1C143FE-7682-4623-A99D-0D7775C01221}" type="presParOf" srcId="{857F0C51-8982-41F4-9039-631A3AE588E0}" destId="{6C251B33-F518-499D-B1C8-809152B249FC}" srcOrd="1" destOrd="0" presId="urn:microsoft.com/office/officeart/2018/2/layout/IconVerticalSolidList"/>
    <dgm:cxn modelId="{A5512509-F648-42CE-AC97-33E0824A7C6A}" type="presParOf" srcId="{857F0C51-8982-41F4-9039-631A3AE588E0}" destId="{3B513750-FA64-4478-886F-8621873C97C0}" srcOrd="2" destOrd="0" presId="urn:microsoft.com/office/officeart/2018/2/layout/IconVerticalSolidList"/>
    <dgm:cxn modelId="{46F934E2-1987-4576-8B98-F139AE644AC3}" type="presParOf" srcId="{857F0C51-8982-41F4-9039-631A3AE588E0}" destId="{093E7199-103F-4B0F-B245-C911E16D584E}" srcOrd="3" destOrd="0" presId="urn:microsoft.com/office/officeart/2018/2/layout/IconVerticalSolidList"/>
    <dgm:cxn modelId="{09FDE1EC-B66D-4956-A612-13F937182A1E}" type="presParOf" srcId="{12F34647-B5FB-4D49-803C-021C4635D21D}" destId="{DB9F96EA-BDD4-49A1-859E-AEE26B12821F}" srcOrd="11" destOrd="0" presId="urn:microsoft.com/office/officeart/2018/2/layout/IconVerticalSolidList"/>
    <dgm:cxn modelId="{9BD1B076-DBED-4E51-939F-B9A6F439EA7D}" type="presParOf" srcId="{12F34647-B5FB-4D49-803C-021C4635D21D}" destId="{3FA9F019-86AD-4703-BAC0-4459B9536628}" srcOrd="12" destOrd="0" presId="urn:microsoft.com/office/officeart/2018/2/layout/IconVerticalSolidList"/>
    <dgm:cxn modelId="{3D46DE6A-03EA-4C48-A95C-79D3912BA86E}" type="presParOf" srcId="{3FA9F019-86AD-4703-BAC0-4459B9536628}" destId="{D055DDDB-57C1-473E-88E1-DE97985847FF}" srcOrd="0" destOrd="0" presId="urn:microsoft.com/office/officeart/2018/2/layout/IconVerticalSolidList"/>
    <dgm:cxn modelId="{2430852B-D95B-4DB5-B43B-79A0FCDF5042}" type="presParOf" srcId="{3FA9F019-86AD-4703-BAC0-4459B9536628}" destId="{10E973C7-BB42-413A-96C1-0C9E6D368A40}" srcOrd="1" destOrd="0" presId="urn:microsoft.com/office/officeart/2018/2/layout/IconVerticalSolidList"/>
    <dgm:cxn modelId="{D7F66131-6064-44C0-B4BC-9403CDB6DBB5}" type="presParOf" srcId="{3FA9F019-86AD-4703-BAC0-4459B9536628}" destId="{7CF2AF19-B13A-40F8-A719-6D9017D6A678}" srcOrd="2" destOrd="0" presId="urn:microsoft.com/office/officeart/2018/2/layout/IconVerticalSolidList"/>
    <dgm:cxn modelId="{185CC862-3499-4A99-9679-CC59C86A7431}" type="presParOf" srcId="{3FA9F019-86AD-4703-BAC0-4459B9536628}" destId="{D87E99EC-26CC-44FE-B0DB-C52CF0838358}" srcOrd="3" destOrd="0" presId="urn:microsoft.com/office/officeart/2018/2/layout/IconVerticalSolidList"/>
    <dgm:cxn modelId="{AB09757F-008A-4CE9-B312-C4ED409A2C9B}" type="presParOf" srcId="{12F34647-B5FB-4D49-803C-021C4635D21D}" destId="{BD3237A1-8FDE-43FE-B387-E907B55EE27A}" srcOrd="13" destOrd="0" presId="urn:microsoft.com/office/officeart/2018/2/layout/IconVerticalSolidList"/>
    <dgm:cxn modelId="{790B5E5A-9733-42E5-90A2-AC05D1BD2F5F}" type="presParOf" srcId="{12F34647-B5FB-4D49-803C-021C4635D21D}" destId="{3CF7FFAA-11F5-4B2A-880A-76D610379906}" srcOrd="14" destOrd="0" presId="urn:microsoft.com/office/officeart/2018/2/layout/IconVerticalSolidList"/>
    <dgm:cxn modelId="{0B9F5DA7-B83B-4FD4-B99D-EB7EBD82B1C0}" type="presParOf" srcId="{3CF7FFAA-11F5-4B2A-880A-76D610379906}" destId="{1E38C17F-FCE5-40F8-BBCC-2BB253C8B173}" srcOrd="0" destOrd="0" presId="urn:microsoft.com/office/officeart/2018/2/layout/IconVerticalSolidList"/>
    <dgm:cxn modelId="{5C41697C-888F-48D0-8DE4-86B255A26D93}" type="presParOf" srcId="{3CF7FFAA-11F5-4B2A-880A-76D610379906}" destId="{F58F3A99-BC51-4EAC-B484-BE9FDAE7250F}" srcOrd="1" destOrd="0" presId="urn:microsoft.com/office/officeart/2018/2/layout/IconVerticalSolidList"/>
    <dgm:cxn modelId="{76971F38-B2B1-4017-AF22-2839927504B8}" type="presParOf" srcId="{3CF7FFAA-11F5-4B2A-880A-76D610379906}" destId="{0D2D3DD0-B97C-4AE5-94E4-74CD1640BA8D}" srcOrd="2" destOrd="0" presId="urn:microsoft.com/office/officeart/2018/2/layout/IconVerticalSolidList"/>
    <dgm:cxn modelId="{50E3A818-AD8E-41FA-B244-C2CBA2864B5A}" type="presParOf" srcId="{3CF7FFAA-11F5-4B2A-880A-76D610379906}" destId="{ED1843FF-8A4F-4A98-A050-7B18542E15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22B297-63EA-4CCB-AFC0-95548B73CF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C79A1C-D221-4C12-9CD9-8300BDB7A7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I Got Here</a:t>
          </a:r>
        </a:p>
      </dgm:t>
    </dgm:pt>
    <dgm:pt modelId="{E6F11926-4B87-4074-ACCC-9A595CFBE48F}" type="parTrans" cxnId="{99968723-8AC5-43CC-9F10-5C74E3C7102A}">
      <dgm:prSet/>
      <dgm:spPr/>
      <dgm:t>
        <a:bodyPr/>
        <a:lstStyle/>
        <a:p>
          <a:endParaRPr lang="en-US"/>
        </a:p>
      </dgm:t>
    </dgm:pt>
    <dgm:pt modelId="{E71593AC-479A-40EC-97FF-5F299C22CFCF}" type="sibTrans" cxnId="{99968723-8AC5-43CC-9F10-5C74E3C7102A}">
      <dgm:prSet/>
      <dgm:spPr/>
      <dgm:t>
        <a:bodyPr/>
        <a:lstStyle/>
        <a:p>
          <a:endParaRPr lang="en-US"/>
        </a:p>
      </dgm:t>
    </dgm:pt>
    <dgm:pt modelId="{195E5323-8F58-4F9B-95FA-5E1611B519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path to MachaDev began with a strong foundation in computer engineering, where I discovered my passion for IoT and embedded systems.</a:t>
          </a:r>
        </a:p>
      </dgm:t>
    </dgm:pt>
    <dgm:pt modelId="{9A9D6134-6236-43B1-AC3A-8A34FBC12F42}" type="parTrans" cxnId="{3FE2A757-1DDA-4919-876D-E6D85C0DD11D}">
      <dgm:prSet/>
      <dgm:spPr/>
      <dgm:t>
        <a:bodyPr/>
        <a:lstStyle/>
        <a:p>
          <a:endParaRPr lang="en-US"/>
        </a:p>
      </dgm:t>
    </dgm:pt>
    <dgm:pt modelId="{FA1843A6-C1FE-4CD4-8E94-A3BFD9D643E8}" type="sibTrans" cxnId="{3FE2A757-1DDA-4919-876D-E6D85C0DD11D}">
      <dgm:prSet/>
      <dgm:spPr/>
      <dgm:t>
        <a:bodyPr/>
        <a:lstStyle/>
        <a:p>
          <a:endParaRPr lang="en-US"/>
        </a:p>
      </dgm:t>
    </dgm:pt>
    <dgm:pt modelId="{432163B5-8E6B-402D-938C-CE5FA706CF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previous internship at RISETECH AND MACHADEV provided valuable experience in CAD/CAM design ,embedded systems and network configuration, preparing me for the challenges I'd face here.</a:t>
          </a:r>
        </a:p>
      </dgm:t>
    </dgm:pt>
    <dgm:pt modelId="{FF9289A8-A6E3-4E90-AB78-FF7B3EFA3A78}" type="parTrans" cxnId="{A4E11CF5-DCB6-4AFB-97CE-572547E0EDC6}">
      <dgm:prSet/>
      <dgm:spPr/>
      <dgm:t>
        <a:bodyPr/>
        <a:lstStyle/>
        <a:p>
          <a:endParaRPr lang="en-US"/>
        </a:p>
      </dgm:t>
    </dgm:pt>
    <dgm:pt modelId="{E1867569-E433-438B-94F2-DEE77FEAA739}" type="sibTrans" cxnId="{A4E11CF5-DCB6-4AFB-97CE-572547E0EDC6}">
      <dgm:prSet/>
      <dgm:spPr/>
      <dgm:t>
        <a:bodyPr/>
        <a:lstStyle/>
        <a:p>
          <a:endParaRPr lang="en-US"/>
        </a:p>
      </dgm:t>
    </dgm:pt>
    <dgm:pt modelId="{D711BD16-D3F2-4106-ABCB-E7814E3DE2F4}" type="pres">
      <dgm:prSet presAssocID="{D022B297-63EA-4CCB-AFC0-95548B73CF9A}" presName="root" presStyleCnt="0">
        <dgm:presLayoutVars>
          <dgm:dir/>
          <dgm:resizeHandles val="exact"/>
        </dgm:presLayoutVars>
      </dgm:prSet>
      <dgm:spPr/>
    </dgm:pt>
    <dgm:pt modelId="{71990DA8-FA54-4FBE-BE69-21C44C4A7370}" type="pres">
      <dgm:prSet presAssocID="{A8C79A1C-D221-4C12-9CD9-8300BDB7A785}" presName="compNode" presStyleCnt="0"/>
      <dgm:spPr/>
    </dgm:pt>
    <dgm:pt modelId="{F764B360-56F7-476C-8863-F083D6C89F1C}" type="pres">
      <dgm:prSet presAssocID="{A8C79A1C-D221-4C12-9CD9-8300BDB7A785}" presName="bgRect" presStyleLbl="bgShp" presStyleIdx="0" presStyleCnt="3"/>
      <dgm:spPr/>
    </dgm:pt>
    <dgm:pt modelId="{98D6DF82-2860-4BDB-A7B4-A063DF7238EB}" type="pres">
      <dgm:prSet presAssocID="{A8C79A1C-D221-4C12-9CD9-8300BDB7A7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4C50384B-4725-4592-ACF7-19DAF5F77C13}" type="pres">
      <dgm:prSet presAssocID="{A8C79A1C-D221-4C12-9CD9-8300BDB7A785}" presName="spaceRect" presStyleCnt="0"/>
      <dgm:spPr/>
    </dgm:pt>
    <dgm:pt modelId="{B867D6A5-10E4-4A86-8342-25AE299BEB6F}" type="pres">
      <dgm:prSet presAssocID="{A8C79A1C-D221-4C12-9CD9-8300BDB7A785}" presName="parTx" presStyleLbl="revTx" presStyleIdx="0" presStyleCnt="3">
        <dgm:presLayoutVars>
          <dgm:chMax val="0"/>
          <dgm:chPref val="0"/>
        </dgm:presLayoutVars>
      </dgm:prSet>
      <dgm:spPr/>
    </dgm:pt>
    <dgm:pt modelId="{2D22A00D-06AF-4055-8622-42F756EA68E4}" type="pres">
      <dgm:prSet presAssocID="{E71593AC-479A-40EC-97FF-5F299C22CFCF}" presName="sibTrans" presStyleCnt="0"/>
      <dgm:spPr/>
    </dgm:pt>
    <dgm:pt modelId="{3931964A-BA40-4E8C-9A15-98D7113CDEFA}" type="pres">
      <dgm:prSet presAssocID="{195E5323-8F58-4F9B-95FA-5E1611B51978}" presName="compNode" presStyleCnt="0"/>
      <dgm:spPr/>
    </dgm:pt>
    <dgm:pt modelId="{A22123E3-04DE-4CF9-BC18-15157E45D75B}" type="pres">
      <dgm:prSet presAssocID="{195E5323-8F58-4F9B-95FA-5E1611B51978}" presName="bgRect" presStyleLbl="bgShp" presStyleIdx="1" presStyleCnt="3"/>
      <dgm:spPr/>
    </dgm:pt>
    <dgm:pt modelId="{2BC981D7-BCAC-46F7-B688-A749D7B1B04D}" type="pres">
      <dgm:prSet presAssocID="{195E5323-8F58-4F9B-95FA-5E1611B519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51A83A1-CD58-4EF4-8464-B48FF4020752}" type="pres">
      <dgm:prSet presAssocID="{195E5323-8F58-4F9B-95FA-5E1611B51978}" presName="spaceRect" presStyleCnt="0"/>
      <dgm:spPr/>
    </dgm:pt>
    <dgm:pt modelId="{55BD9BFE-2668-4FAB-9263-1598AD672524}" type="pres">
      <dgm:prSet presAssocID="{195E5323-8F58-4F9B-95FA-5E1611B51978}" presName="parTx" presStyleLbl="revTx" presStyleIdx="1" presStyleCnt="3">
        <dgm:presLayoutVars>
          <dgm:chMax val="0"/>
          <dgm:chPref val="0"/>
        </dgm:presLayoutVars>
      </dgm:prSet>
      <dgm:spPr/>
    </dgm:pt>
    <dgm:pt modelId="{1975E2A3-41E7-4DED-ACCD-42BAD3DCBDE4}" type="pres">
      <dgm:prSet presAssocID="{FA1843A6-C1FE-4CD4-8E94-A3BFD9D643E8}" presName="sibTrans" presStyleCnt="0"/>
      <dgm:spPr/>
    </dgm:pt>
    <dgm:pt modelId="{FD0AF11E-6FA9-4138-B49A-FCBB310DB7B2}" type="pres">
      <dgm:prSet presAssocID="{432163B5-8E6B-402D-938C-CE5FA706CFA8}" presName="compNode" presStyleCnt="0"/>
      <dgm:spPr/>
    </dgm:pt>
    <dgm:pt modelId="{2FB21F8E-327D-479D-B340-424AC48B7788}" type="pres">
      <dgm:prSet presAssocID="{432163B5-8E6B-402D-938C-CE5FA706CFA8}" presName="bgRect" presStyleLbl="bgShp" presStyleIdx="2" presStyleCnt="3"/>
      <dgm:spPr/>
    </dgm:pt>
    <dgm:pt modelId="{FDBF327A-0EF8-4C70-842F-9D1342B95396}" type="pres">
      <dgm:prSet presAssocID="{432163B5-8E6B-402D-938C-CE5FA706CF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C3DFA50B-4CA9-4FC6-BC25-8B30EB11DD96}" type="pres">
      <dgm:prSet presAssocID="{432163B5-8E6B-402D-938C-CE5FA706CFA8}" presName="spaceRect" presStyleCnt="0"/>
      <dgm:spPr/>
    </dgm:pt>
    <dgm:pt modelId="{0815339D-F389-4652-AC36-2611E7002DCA}" type="pres">
      <dgm:prSet presAssocID="{432163B5-8E6B-402D-938C-CE5FA706CF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771B05-560F-435B-9319-E523EB0B4707}" type="presOf" srcId="{432163B5-8E6B-402D-938C-CE5FA706CFA8}" destId="{0815339D-F389-4652-AC36-2611E7002DCA}" srcOrd="0" destOrd="0" presId="urn:microsoft.com/office/officeart/2018/2/layout/IconVerticalSolidList"/>
    <dgm:cxn modelId="{99968723-8AC5-43CC-9F10-5C74E3C7102A}" srcId="{D022B297-63EA-4CCB-AFC0-95548B73CF9A}" destId="{A8C79A1C-D221-4C12-9CD9-8300BDB7A785}" srcOrd="0" destOrd="0" parTransId="{E6F11926-4B87-4074-ACCC-9A595CFBE48F}" sibTransId="{E71593AC-479A-40EC-97FF-5F299C22CFCF}"/>
    <dgm:cxn modelId="{6B242F74-A307-4828-8D41-BC4A7A7CF55F}" type="presOf" srcId="{A8C79A1C-D221-4C12-9CD9-8300BDB7A785}" destId="{B867D6A5-10E4-4A86-8342-25AE299BEB6F}" srcOrd="0" destOrd="0" presId="urn:microsoft.com/office/officeart/2018/2/layout/IconVerticalSolidList"/>
    <dgm:cxn modelId="{3FE2A757-1DDA-4919-876D-E6D85C0DD11D}" srcId="{D022B297-63EA-4CCB-AFC0-95548B73CF9A}" destId="{195E5323-8F58-4F9B-95FA-5E1611B51978}" srcOrd="1" destOrd="0" parTransId="{9A9D6134-6236-43B1-AC3A-8A34FBC12F42}" sibTransId="{FA1843A6-C1FE-4CD4-8E94-A3BFD9D643E8}"/>
    <dgm:cxn modelId="{A51944DD-57D7-424F-A38E-0C8F55CAE966}" type="presOf" srcId="{D022B297-63EA-4CCB-AFC0-95548B73CF9A}" destId="{D711BD16-D3F2-4106-ABCB-E7814E3DE2F4}" srcOrd="0" destOrd="0" presId="urn:microsoft.com/office/officeart/2018/2/layout/IconVerticalSolidList"/>
    <dgm:cxn modelId="{6A34C1E4-2C1A-4682-A490-C36DB46AAA9E}" type="presOf" srcId="{195E5323-8F58-4F9B-95FA-5E1611B51978}" destId="{55BD9BFE-2668-4FAB-9263-1598AD672524}" srcOrd="0" destOrd="0" presId="urn:microsoft.com/office/officeart/2018/2/layout/IconVerticalSolidList"/>
    <dgm:cxn modelId="{A4E11CF5-DCB6-4AFB-97CE-572547E0EDC6}" srcId="{D022B297-63EA-4CCB-AFC0-95548B73CF9A}" destId="{432163B5-8E6B-402D-938C-CE5FA706CFA8}" srcOrd="2" destOrd="0" parTransId="{FF9289A8-A6E3-4E90-AB78-FF7B3EFA3A78}" sibTransId="{E1867569-E433-438B-94F2-DEE77FEAA739}"/>
    <dgm:cxn modelId="{82BE53DB-1D61-4E0D-9C4C-A38852C8AB6A}" type="presParOf" srcId="{D711BD16-D3F2-4106-ABCB-E7814E3DE2F4}" destId="{71990DA8-FA54-4FBE-BE69-21C44C4A7370}" srcOrd="0" destOrd="0" presId="urn:microsoft.com/office/officeart/2018/2/layout/IconVerticalSolidList"/>
    <dgm:cxn modelId="{9FDD1A67-8365-4D81-8AA4-3B3095275D75}" type="presParOf" srcId="{71990DA8-FA54-4FBE-BE69-21C44C4A7370}" destId="{F764B360-56F7-476C-8863-F083D6C89F1C}" srcOrd="0" destOrd="0" presId="urn:microsoft.com/office/officeart/2018/2/layout/IconVerticalSolidList"/>
    <dgm:cxn modelId="{AF03957A-9CCA-4AB9-90AD-4904B624EB28}" type="presParOf" srcId="{71990DA8-FA54-4FBE-BE69-21C44C4A7370}" destId="{98D6DF82-2860-4BDB-A7B4-A063DF7238EB}" srcOrd="1" destOrd="0" presId="urn:microsoft.com/office/officeart/2018/2/layout/IconVerticalSolidList"/>
    <dgm:cxn modelId="{CD65D161-C327-4CD3-8429-C3648D163CFF}" type="presParOf" srcId="{71990DA8-FA54-4FBE-BE69-21C44C4A7370}" destId="{4C50384B-4725-4592-ACF7-19DAF5F77C13}" srcOrd="2" destOrd="0" presId="urn:microsoft.com/office/officeart/2018/2/layout/IconVerticalSolidList"/>
    <dgm:cxn modelId="{D79CC45C-34BD-4871-988B-6D49F96BD234}" type="presParOf" srcId="{71990DA8-FA54-4FBE-BE69-21C44C4A7370}" destId="{B867D6A5-10E4-4A86-8342-25AE299BEB6F}" srcOrd="3" destOrd="0" presId="urn:microsoft.com/office/officeart/2018/2/layout/IconVerticalSolidList"/>
    <dgm:cxn modelId="{9BB0A3B8-0FD6-4C78-BD54-FCBB6A556ACC}" type="presParOf" srcId="{D711BD16-D3F2-4106-ABCB-E7814E3DE2F4}" destId="{2D22A00D-06AF-4055-8622-42F756EA68E4}" srcOrd="1" destOrd="0" presId="urn:microsoft.com/office/officeart/2018/2/layout/IconVerticalSolidList"/>
    <dgm:cxn modelId="{30866E2E-A018-4D0F-A79F-2AE4E0C23337}" type="presParOf" srcId="{D711BD16-D3F2-4106-ABCB-E7814E3DE2F4}" destId="{3931964A-BA40-4E8C-9A15-98D7113CDEFA}" srcOrd="2" destOrd="0" presId="urn:microsoft.com/office/officeart/2018/2/layout/IconVerticalSolidList"/>
    <dgm:cxn modelId="{C29297E3-1DC5-49EB-B24D-3420C79C2DE5}" type="presParOf" srcId="{3931964A-BA40-4E8C-9A15-98D7113CDEFA}" destId="{A22123E3-04DE-4CF9-BC18-15157E45D75B}" srcOrd="0" destOrd="0" presId="urn:microsoft.com/office/officeart/2018/2/layout/IconVerticalSolidList"/>
    <dgm:cxn modelId="{62DC6B82-B301-4702-AEE6-E375D7712C79}" type="presParOf" srcId="{3931964A-BA40-4E8C-9A15-98D7113CDEFA}" destId="{2BC981D7-BCAC-46F7-B688-A749D7B1B04D}" srcOrd="1" destOrd="0" presId="urn:microsoft.com/office/officeart/2018/2/layout/IconVerticalSolidList"/>
    <dgm:cxn modelId="{77420E01-F8E3-451E-8E57-2F6AAE72A6BD}" type="presParOf" srcId="{3931964A-BA40-4E8C-9A15-98D7113CDEFA}" destId="{B51A83A1-CD58-4EF4-8464-B48FF4020752}" srcOrd="2" destOrd="0" presId="urn:microsoft.com/office/officeart/2018/2/layout/IconVerticalSolidList"/>
    <dgm:cxn modelId="{FE62B3C7-0655-47E9-9423-D8AB448F8B66}" type="presParOf" srcId="{3931964A-BA40-4E8C-9A15-98D7113CDEFA}" destId="{55BD9BFE-2668-4FAB-9263-1598AD672524}" srcOrd="3" destOrd="0" presId="urn:microsoft.com/office/officeart/2018/2/layout/IconVerticalSolidList"/>
    <dgm:cxn modelId="{CEBA2923-8767-48CD-8396-650AB8602304}" type="presParOf" srcId="{D711BD16-D3F2-4106-ABCB-E7814E3DE2F4}" destId="{1975E2A3-41E7-4DED-ACCD-42BAD3DCBDE4}" srcOrd="3" destOrd="0" presId="urn:microsoft.com/office/officeart/2018/2/layout/IconVerticalSolidList"/>
    <dgm:cxn modelId="{ACC528E2-DF90-4C7A-AFE2-FAAD52A1CCD6}" type="presParOf" srcId="{D711BD16-D3F2-4106-ABCB-E7814E3DE2F4}" destId="{FD0AF11E-6FA9-4138-B49A-FCBB310DB7B2}" srcOrd="4" destOrd="0" presId="urn:microsoft.com/office/officeart/2018/2/layout/IconVerticalSolidList"/>
    <dgm:cxn modelId="{5CC2D5E3-4CE2-43DC-A2B0-FDBB369BB585}" type="presParOf" srcId="{FD0AF11E-6FA9-4138-B49A-FCBB310DB7B2}" destId="{2FB21F8E-327D-479D-B340-424AC48B7788}" srcOrd="0" destOrd="0" presId="urn:microsoft.com/office/officeart/2018/2/layout/IconVerticalSolidList"/>
    <dgm:cxn modelId="{D7EDCE5F-96BF-4D10-A0C9-18309098D17B}" type="presParOf" srcId="{FD0AF11E-6FA9-4138-B49A-FCBB310DB7B2}" destId="{FDBF327A-0EF8-4C70-842F-9D1342B95396}" srcOrd="1" destOrd="0" presId="urn:microsoft.com/office/officeart/2018/2/layout/IconVerticalSolidList"/>
    <dgm:cxn modelId="{FE421FD7-A413-462B-864B-466574AF2DC5}" type="presParOf" srcId="{FD0AF11E-6FA9-4138-B49A-FCBB310DB7B2}" destId="{C3DFA50B-4CA9-4FC6-BC25-8B30EB11DD96}" srcOrd="2" destOrd="0" presId="urn:microsoft.com/office/officeart/2018/2/layout/IconVerticalSolidList"/>
    <dgm:cxn modelId="{83E6C831-C5BE-430C-BC86-5B1C1AEA1001}" type="presParOf" srcId="{FD0AF11E-6FA9-4138-B49A-FCBB310DB7B2}" destId="{0815339D-F389-4652-AC36-2611E7002D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1AAD45-4F29-4460-A1B6-CC2FF1971D4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AA2E32A-2482-4D0B-9AD1-F70D8B466F82}">
      <dgm:prSet/>
      <dgm:spPr/>
      <dgm:t>
        <a:bodyPr/>
        <a:lstStyle/>
        <a:p>
          <a:r>
            <a:rPr lang="en-US"/>
            <a:t>Growth Since Joining</a:t>
          </a:r>
        </a:p>
      </dgm:t>
    </dgm:pt>
    <dgm:pt modelId="{23DD40FB-6F31-4378-9FD7-FCB5EA60C2AA}" type="parTrans" cxnId="{2DE88DD8-CEE8-4E23-8AE1-062BABE7EB5F}">
      <dgm:prSet/>
      <dgm:spPr/>
      <dgm:t>
        <a:bodyPr/>
        <a:lstStyle/>
        <a:p>
          <a:endParaRPr lang="en-US"/>
        </a:p>
      </dgm:t>
    </dgm:pt>
    <dgm:pt modelId="{7A48E23E-0058-4821-B75B-6C5D455A1F80}" type="sibTrans" cxnId="{2DE88DD8-CEE8-4E23-8AE1-062BABE7EB5F}">
      <dgm:prSet/>
      <dgm:spPr/>
      <dgm:t>
        <a:bodyPr/>
        <a:lstStyle/>
        <a:p>
          <a:endParaRPr lang="en-US"/>
        </a:p>
      </dgm:t>
    </dgm:pt>
    <dgm:pt modelId="{5F77E0D2-2C22-42CC-97DD-0D7E48E40874}">
      <dgm:prSet/>
      <dgm:spPr/>
      <dgm:t>
        <a:bodyPr/>
        <a:lstStyle/>
        <a:p>
          <a:r>
            <a:rPr lang="en-US" b="1"/>
            <a:t>Research Integration </a:t>
          </a:r>
          <a:r>
            <a:rPr lang="en-US"/>
            <a:t> Transitioned from academic projects to industry R&amp;D methodologies.</a:t>
          </a:r>
        </a:p>
      </dgm:t>
    </dgm:pt>
    <dgm:pt modelId="{5B814307-E5F3-4CCF-A613-E0ED6B2D9760}" type="parTrans" cxnId="{ED86184B-3419-4925-A2B3-6D98CED0DF9E}">
      <dgm:prSet/>
      <dgm:spPr/>
      <dgm:t>
        <a:bodyPr/>
        <a:lstStyle/>
        <a:p>
          <a:endParaRPr lang="en-US"/>
        </a:p>
      </dgm:t>
    </dgm:pt>
    <dgm:pt modelId="{5F9CBE52-E85B-4D17-928E-8E75619B6A11}" type="sibTrans" cxnId="{ED86184B-3419-4925-A2B3-6D98CED0DF9E}">
      <dgm:prSet/>
      <dgm:spPr/>
      <dgm:t>
        <a:bodyPr/>
        <a:lstStyle/>
        <a:p>
          <a:endParaRPr lang="en-US"/>
        </a:p>
      </dgm:t>
    </dgm:pt>
    <dgm:pt modelId="{12C58C5D-15CD-40F2-8281-C948D6E99169}">
      <dgm:prSet/>
      <dgm:spPr/>
      <dgm:t>
        <a:bodyPr/>
        <a:lstStyle/>
        <a:p>
          <a:r>
            <a:rPr lang="en-US" b="1"/>
            <a:t>Innovation Focus </a:t>
          </a:r>
          <a:r>
            <a:rPr lang="en-US"/>
            <a:t> Learning to balance experimental approaches with practical implementation requirements.</a:t>
          </a:r>
        </a:p>
      </dgm:t>
    </dgm:pt>
    <dgm:pt modelId="{FC024F70-0796-41EB-92BA-CF63586786CB}" type="parTrans" cxnId="{E1BB04C4-FB1A-4463-BC1F-A47E1ADE063F}">
      <dgm:prSet/>
      <dgm:spPr/>
      <dgm:t>
        <a:bodyPr/>
        <a:lstStyle/>
        <a:p>
          <a:endParaRPr lang="en-US"/>
        </a:p>
      </dgm:t>
    </dgm:pt>
    <dgm:pt modelId="{AB36CF1D-8E07-4BB4-A0D9-04C91EB74F82}" type="sibTrans" cxnId="{E1BB04C4-FB1A-4463-BC1F-A47E1ADE063F}">
      <dgm:prSet/>
      <dgm:spPr/>
      <dgm:t>
        <a:bodyPr/>
        <a:lstStyle/>
        <a:p>
          <a:endParaRPr lang="en-US"/>
        </a:p>
      </dgm:t>
    </dgm:pt>
    <dgm:pt modelId="{BC2CF299-60C8-48E1-86F8-9515B48680D3}">
      <dgm:prSet/>
      <dgm:spPr/>
      <dgm:t>
        <a:bodyPr/>
        <a:lstStyle/>
        <a:p>
          <a:r>
            <a:rPr lang="en-US" b="1"/>
            <a:t>Technical Exploration </a:t>
          </a:r>
          <a:r>
            <a:rPr lang="en-US"/>
            <a:t> Applying classroom knowledge to explore new technological possibilities.</a:t>
          </a:r>
        </a:p>
      </dgm:t>
    </dgm:pt>
    <dgm:pt modelId="{CD87A68F-6E6D-48DE-AF51-0232A160E23C}" type="parTrans" cxnId="{B9BEC6CB-39E9-4B10-AC67-EF841DBF620E}">
      <dgm:prSet/>
      <dgm:spPr/>
      <dgm:t>
        <a:bodyPr/>
        <a:lstStyle/>
        <a:p>
          <a:endParaRPr lang="en-US"/>
        </a:p>
      </dgm:t>
    </dgm:pt>
    <dgm:pt modelId="{6B7EADFA-E514-4001-8EAA-FFDBE4532FB0}" type="sibTrans" cxnId="{B9BEC6CB-39E9-4B10-AC67-EF841DBF620E}">
      <dgm:prSet/>
      <dgm:spPr/>
      <dgm:t>
        <a:bodyPr/>
        <a:lstStyle/>
        <a:p>
          <a:endParaRPr lang="en-US"/>
        </a:p>
      </dgm:t>
    </dgm:pt>
    <dgm:pt modelId="{18634347-20E3-423D-926E-45F62DACB750}" type="pres">
      <dgm:prSet presAssocID="{CF1AAD45-4F29-4460-A1B6-CC2FF1971D45}" presName="root" presStyleCnt="0">
        <dgm:presLayoutVars>
          <dgm:dir/>
          <dgm:resizeHandles val="exact"/>
        </dgm:presLayoutVars>
      </dgm:prSet>
      <dgm:spPr/>
    </dgm:pt>
    <dgm:pt modelId="{389E098A-BF40-43E9-A7CF-279444E2F2D2}" type="pres">
      <dgm:prSet presAssocID="{CF1AAD45-4F29-4460-A1B6-CC2FF1971D45}" presName="container" presStyleCnt="0">
        <dgm:presLayoutVars>
          <dgm:dir/>
          <dgm:resizeHandles val="exact"/>
        </dgm:presLayoutVars>
      </dgm:prSet>
      <dgm:spPr/>
    </dgm:pt>
    <dgm:pt modelId="{B6D7323E-4C7C-4C81-8E93-53F9ABD77F60}" type="pres">
      <dgm:prSet presAssocID="{6AA2E32A-2482-4D0B-9AD1-F70D8B466F82}" presName="compNode" presStyleCnt="0"/>
      <dgm:spPr/>
    </dgm:pt>
    <dgm:pt modelId="{CF29F395-3AF3-4993-8713-48B0DF481E97}" type="pres">
      <dgm:prSet presAssocID="{6AA2E32A-2482-4D0B-9AD1-F70D8B466F82}" presName="iconBgRect" presStyleLbl="bgShp" presStyleIdx="0" presStyleCnt="4"/>
      <dgm:spPr/>
    </dgm:pt>
    <dgm:pt modelId="{382D6385-9C05-4F89-A2F7-7AE9605E7291}" type="pres">
      <dgm:prSet presAssocID="{6AA2E32A-2482-4D0B-9AD1-F70D8B466F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9CEC61E-619A-4B4A-91F1-DBA98BC2149E}" type="pres">
      <dgm:prSet presAssocID="{6AA2E32A-2482-4D0B-9AD1-F70D8B466F82}" presName="spaceRect" presStyleCnt="0"/>
      <dgm:spPr/>
    </dgm:pt>
    <dgm:pt modelId="{BA896812-78BC-4D9B-BC20-9D27AC3901F6}" type="pres">
      <dgm:prSet presAssocID="{6AA2E32A-2482-4D0B-9AD1-F70D8B466F82}" presName="textRect" presStyleLbl="revTx" presStyleIdx="0" presStyleCnt="4">
        <dgm:presLayoutVars>
          <dgm:chMax val="1"/>
          <dgm:chPref val="1"/>
        </dgm:presLayoutVars>
      </dgm:prSet>
      <dgm:spPr/>
    </dgm:pt>
    <dgm:pt modelId="{57C0851A-CCF9-43F7-94A2-8A419F77EE21}" type="pres">
      <dgm:prSet presAssocID="{7A48E23E-0058-4821-B75B-6C5D455A1F80}" presName="sibTrans" presStyleLbl="sibTrans2D1" presStyleIdx="0" presStyleCnt="0"/>
      <dgm:spPr/>
    </dgm:pt>
    <dgm:pt modelId="{0CD43055-BFDB-4873-85FD-F8E5794C2759}" type="pres">
      <dgm:prSet presAssocID="{5F77E0D2-2C22-42CC-97DD-0D7E48E40874}" presName="compNode" presStyleCnt="0"/>
      <dgm:spPr/>
    </dgm:pt>
    <dgm:pt modelId="{2F343608-7728-4634-AD87-CD77EB0BC671}" type="pres">
      <dgm:prSet presAssocID="{5F77E0D2-2C22-42CC-97DD-0D7E48E40874}" presName="iconBgRect" presStyleLbl="bgShp" presStyleIdx="1" presStyleCnt="4"/>
      <dgm:spPr/>
    </dgm:pt>
    <dgm:pt modelId="{041DFA9B-F100-46D2-A2CB-32F044FA587B}" type="pres">
      <dgm:prSet presAssocID="{5F77E0D2-2C22-42CC-97DD-0D7E48E408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A938DBB6-D684-4469-BAD3-1F19019BD397}" type="pres">
      <dgm:prSet presAssocID="{5F77E0D2-2C22-42CC-97DD-0D7E48E40874}" presName="spaceRect" presStyleCnt="0"/>
      <dgm:spPr/>
    </dgm:pt>
    <dgm:pt modelId="{EA6C4138-E852-46FD-89DE-FAD442096C96}" type="pres">
      <dgm:prSet presAssocID="{5F77E0D2-2C22-42CC-97DD-0D7E48E40874}" presName="textRect" presStyleLbl="revTx" presStyleIdx="1" presStyleCnt="4">
        <dgm:presLayoutVars>
          <dgm:chMax val="1"/>
          <dgm:chPref val="1"/>
        </dgm:presLayoutVars>
      </dgm:prSet>
      <dgm:spPr/>
    </dgm:pt>
    <dgm:pt modelId="{765F02E4-3504-4168-9E9D-A5108911F7C7}" type="pres">
      <dgm:prSet presAssocID="{5F9CBE52-E85B-4D17-928E-8E75619B6A11}" presName="sibTrans" presStyleLbl="sibTrans2D1" presStyleIdx="0" presStyleCnt="0"/>
      <dgm:spPr/>
    </dgm:pt>
    <dgm:pt modelId="{8A368977-F7D9-417D-BFEF-88E21236AE61}" type="pres">
      <dgm:prSet presAssocID="{12C58C5D-15CD-40F2-8281-C948D6E99169}" presName="compNode" presStyleCnt="0"/>
      <dgm:spPr/>
    </dgm:pt>
    <dgm:pt modelId="{4E7C3769-A297-4C2E-B235-4A0462B1638D}" type="pres">
      <dgm:prSet presAssocID="{12C58C5D-15CD-40F2-8281-C948D6E99169}" presName="iconBgRect" presStyleLbl="bgShp" presStyleIdx="2" presStyleCnt="4"/>
      <dgm:spPr/>
    </dgm:pt>
    <dgm:pt modelId="{4FA7C382-E061-4FB3-A50A-CEA828848208}" type="pres">
      <dgm:prSet presAssocID="{12C58C5D-15CD-40F2-8281-C948D6E991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11D37D0-B07C-4A85-A3C0-92A054347F89}" type="pres">
      <dgm:prSet presAssocID="{12C58C5D-15CD-40F2-8281-C948D6E99169}" presName="spaceRect" presStyleCnt="0"/>
      <dgm:spPr/>
    </dgm:pt>
    <dgm:pt modelId="{FE372FA2-AAEE-4648-A91B-0962478EFB64}" type="pres">
      <dgm:prSet presAssocID="{12C58C5D-15CD-40F2-8281-C948D6E99169}" presName="textRect" presStyleLbl="revTx" presStyleIdx="2" presStyleCnt="4">
        <dgm:presLayoutVars>
          <dgm:chMax val="1"/>
          <dgm:chPref val="1"/>
        </dgm:presLayoutVars>
      </dgm:prSet>
      <dgm:spPr/>
    </dgm:pt>
    <dgm:pt modelId="{1B1E83CE-E46A-4B81-9221-A5E494563935}" type="pres">
      <dgm:prSet presAssocID="{AB36CF1D-8E07-4BB4-A0D9-04C91EB74F82}" presName="sibTrans" presStyleLbl="sibTrans2D1" presStyleIdx="0" presStyleCnt="0"/>
      <dgm:spPr/>
    </dgm:pt>
    <dgm:pt modelId="{19E441B2-8987-449D-AC87-6810F5379E5B}" type="pres">
      <dgm:prSet presAssocID="{BC2CF299-60C8-48E1-86F8-9515B48680D3}" presName="compNode" presStyleCnt="0"/>
      <dgm:spPr/>
    </dgm:pt>
    <dgm:pt modelId="{9DBC4992-0F0E-42A1-BD9F-C5017C7EE701}" type="pres">
      <dgm:prSet presAssocID="{BC2CF299-60C8-48E1-86F8-9515B48680D3}" presName="iconBgRect" presStyleLbl="bgShp" presStyleIdx="3" presStyleCnt="4"/>
      <dgm:spPr/>
    </dgm:pt>
    <dgm:pt modelId="{EE1A1874-B816-4E0F-AC6A-0282712C54D2}" type="pres">
      <dgm:prSet presAssocID="{BC2CF299-60C8-48E1-86F8-9515B48680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15793AE-6973-4845-8ECB-268515A2F859}" type="pres">
      <dgm:prSet presAssocID="{BC2CF299-60C8-48E1-86F8-9515B48680D3}" presName="spaceRect" presStyleCnt="0"/>
      <dgm:spPr/>
    </dgm:pt>
    <dgm:pt modelId="{D35831D8-AA08-4883-9D69-B0B2E3A44615}" type="pres">
      <dgm:prSet presAssocID="{BC2CF299-60C8-48E1-86F8-9515B48680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4CE100-444E-4864-BC99-EA274369F313}" type="presOf" srcId="{7A48E23E-0058-4821-B75B-6C5D455A1F80}" destId="{57C0851A-CCF9-43F7-94A2-8A419F77EE21}" srcOrd="0" destOrd="0" presId="urn:microsoft.com/office/officeart/2018/2/layout/IconCircleList"/>
    <dgm:cxn modelId="{86A5250B-6973-40E7-B608-8169E4B190C0}" type="presOf" srcId="{5F77E0D2-2C22-42CC-97DD-0D7E48E40874}" destId="{EA6C4138-E852-46FD-89DE-FAD442096C96}" srcOrd="0" destOrd="0" presId="urn:microsoft.com/office/officeart/2018/2/layout/IconCircleList"/>
    <dgm:cxn modelId="{5461B93C-8766-4817-9E7A-0E179294393F}" type="presOf" srcId="{AB36CF1D-8E07-4BB4-A0D9-04C91EB74F82}" destId="{1B1E83CE-E46A-4B81-9221-A5E494563935}" srcOrd="0" destOrd="0" presId="urn:microsoft.com/office/officeart/2018/2/layout/IconCircleList"/>
    <dgm:cxn modelId="{ED86184B-3419-4925-A2B3-6D98CED0DF9E}" srcId="{CF1AAD45-4F29-4460-A1B6-CC2FF1971D45}" destId="{5F77E0D2-2C22-42CC-97DD-0D7E48E40874}" srcOrd="1" destOrd="0" parTransId="{5B814307-E5F3-4CCF-A613-E0ED6B2D9760}" sibTransId="{5F9CBE52-E85B-4D17-928E-8E75619B6A11}"/>
    <dgm:cxn modelId="{A4CBF589-43DA-416D-9C20-E029542B6484}" type="presOf" srcId="{CF1AAD45-4F29-4460-A1B6-CC2FF1971D45}" destId="{18634347-20E3-423D-926E-45F62DACB750}" srcOrd="0" destOrd="0" presId="urn:microsoft.com/office/officeart/2018/2/layout/IconCircleList"/>
    <dgm:cxn modelId="{9DE71799-47DD-4A5E-94EA-A6AF9E4F32EA}" type="presOf" srcId="{5F9CBE52-E85B-4D17-928E-8E75619B6A11}" destId="{765F02E4-3504-4168-9E9D-A5108911F7C7}" srcOrd="0" destOrd="0" presId="urn:microsoft.com/office/officeart/2018/2/layout/IconCircleList"/>
    <dgm:cxn modelId="{D7D0E0BF-B183-495A-8DC7-EEC858BC9164}" type="presOf" srcId="{6AA2E32A-2482-4D0B-9AD1-F70D8B466F82}" destId="{BA896812-78BC-4D9B-BC20-9D27AC3901F6}" srcOrd="0" destOrd="0" presId="urn:microsoft.com/office/officeart/2018/2/layout/IconCircleList"/>
    <dgm:cxn modelId="{E1BB04C4-FB1A-4463-BC1F-A47E1ADE063F}" srcId="{CF1AAD45-4F29-4460-A1B6-CC2FF1971D45}" destId="{12C58C5D-15CD-40F2-8281-C948D6E99169}" srcOrd="2" destOrd="0" parTransId="{FC024F70-0796-41EB-92BA-CF63586786CB}" sibTransId="{AB36CF1D-8E07-4BB4-A0D9-04C91EB74F82}"/>
    <dgm:cxn modelId="{795A64C4-8358-41EE-AD30-076E4260CFFD}" type="presOf" srcId="{BC2CF299-60C8-48E1-86F8-9515B48680D3}" destId="{D35831D8-AA08-4883-9D69-B0B2E3A44615}" srcOrd="0" destOrd="0" presId="urn:microsoft.com/office/officeart/2018/2/layout/IconCircleList"/>
    <dgm:cxn modelId="{B9BEC6CB-39E9-4B10-AC67-EF841DBF620E}" srcId="{CF1AAD45-4F29-4460-A1B6-CC2FF1971D45}" destId="{BC2CF299-60C8-48E1-86F8-9515B48680D3}" srcOrd="3" destOrd="0" parTransId="{CD87A68F-6E6D-48DE-AF51-0232A160E23C}" sibTransId="{6B7EADFA-E514-4001-8EAA-FFDBE4532FB0}"/>
    <dgm:cxn modelId="{AD0DFFCE-F728-4870-8129-6227BF14692E}" type="presOf" srcId="{12C58C5D-15CD-40F2-8281-C948D6E99169}" destId="{FE372FA2-AAEE-4648-A91B-0962478EFB64}" srcOrd="0" destOrd="0" presId="urn:microsoft.com/office/officeart/2018/2/layout/IconCircleList"/>
    <dgm:cxn modelId="{2DE88DD8-CEE8-4E23-8AE1-062BABE7EB5F}" srcId="{CF1AAD45-4F29-4460-A1B6-CC2FF1971D45}" destId="{6AA2E32A-2482-4D0B-9AD1-F70D8B466F82}" srcOrd="0" destOrd="0" parTransId="{23DD40FB-6F31-4378-9FD7-FCB5EA60C2AA}" sibTransId="{7A48E23E-0058-4821-B75B-6C5D455A1F80}"/>
    <dgm:cxn modelId="{59BADB3E-70E7-4881-9BF0-2559167E2F20}" type="presParOf" srcId="{18634347-20E3-423D-926E-45F62DACB750}" destId="{389E098A-BF40-43E9-A7CF-279444E2F2D2}" srcOrd="0" destOrd="0" presId="urn:microsoft.com/office/officeart/2018/2/layout/IconCircleList"/>
    <dgm:cxn modelId="{A137DECD-10DB-4CDC-A585-44EA9A489B71}" type="presParOf" srcId="{389E098A-BF40-43E9-A7CF-279444E2F2D2}" destId="{B6D7323E-4C7C-4C81-8E93-53F9ABD77F60}" srcOrd="0" destOrd="0" presId="urn:microsoft.com/office/officeart/2018/2/layout/IconCircleList"/>
    <dgm:cxn modelId="{EEEDF491-67F0-47F6-98F9-661E3FBAC91C}" type="presParOf" srcId="{B6D7323E-4C7C-4C81-8E93-53F9ABD77F60}" destId="{CF29F395-3AF3-4993-8713-48B0DF481E97}" srcOrd="0" destOrd="0" presId="urn:microsoft.com/office/officeart/2018/2/layout/IconCircleList"/>
    <dgm:cxn modelId="{74F86DD4-9E2B-44D9-A82D-C5CB8254642D}" type="presParOf" srcId="{B6D7323E-4C7C-4C81-8E93-53F9ABD77F60}" destId="{382D6385-9C05-4F89-A2F7-7AE9605E7291}" srcOrd="1" destOrd="0" presId="urn:microsoft.com/office/officeart/2018/2/layout/IconCircleList"/>
    <dgm:cxn modelId="{E75E80A9-40B6-45BA-BE4C-9FC3620C1EAA}" type="presParOf" srcId="{B6D7323E-4C7C-4C81-8E93-53F9ABD77F60}" destId="{F9CEC61E-619A-4B4A-91F1-DBA98BC2149E}" srcOrd="2" destOrd="0" presId="urn:microsoft.com/office/officeart/2018/2/layout/IconCircleList"/>
    <dgm:cxn modelId="{3A008A7A-1019-4E8E-8967-5CD02514C0E7}" type="presParOf" srcId="{B6D7323E-4C7C-4C81-8E93-53F9ABD77F60}" destId="{BA896812-78BC-4D9B-BC20-9D27AC3901F6}" srcOrd="3" destOrd="0" presId="urn:microsoft.com/office/officeart/2018/2/layout/IconCircleList"/>
    <dgm:cxn modelId="{2226CFBB-12F9-410B-963A-C13B13078E9B}" type="presParOf" srcId="{389E098A-BF40-43E9-A7CF-279444E2F2D2}" destId="{57C0851A-CCF9-43F7-94A2-8A419F77EE21}" srcOrd="1" destOrd="0" presId="urn:microsoft.com/office/officeart/2018/2/layout/IconCircleList"/>
    <dgm:cxn modelId="{A4B3434D-65BC-4FF3-B013-7C582AC1C1BE}" type="presParOf" srcId="{389E098A-BF40-43E9-A7CF-279444E2F2D2}" destId="{0CD43055-BFDB-4873-85FD-F8E5794C2759}" srcOrd="2" destOrd="0" presId="urn:microsoft.com/office/officeart/2018/2/layout/IconCircleList"/>
    <dgm:cxn modelId="{581D5A8B-60F3-46FB-A05B-90606FE4B9E6}" type="presParOf" srcId="{0CD43055-BFDB-4873-85FD-F8E5794C2759}" destId="{2F343608-7728-4634-AD87-CD77EB0BC671}" srcOrd="0" destOrd="0" presId="urn:microsoft.com/office/officeart/2018/2/layout/IconCircleList"/>
    <dgm:cxn modelId="{A24739AA-1F26-48EA-93D4-BD2CF14556F6}" type="presParOf" srcId="{0CD43055-BFDB-4873-85FD-F8E5794C2759}" destId="{041DFA9B-F100-46D2-A2CB-32F044FA587B}" srcOrd="1" destOrd="0" presId="urn:microsoft.com/office/officeart/2018/2/layout/IconCircleList"/>
    <dgm:cxn modelId="{39B16BC3-074B-41CC-825A-593985AF0C71}" type="presParOf" srcId="{0CD43055-BFDB-4873-85FD-F8E5794C2759}" destId="{A938DBB6-D684-4469-BAD3-1F19019BD397}" srcOrd="2" destOrd="0" presId="urn:microsoft.com/office/officeart/2018/2/layout/IconCircleList"/>
    <dgm:cxn modelId="{A3F969BF-746A-42ED-9914-42CA544AF771}" type="presParOf" srcId="{0CD43055-BFDB-4873-85FD-F8E5794C2759}" destId="{EA6C4138-E852-46FD-89DE-FAD442096C96}" srcOrd="3" destOrd="0" presId="urn:microsoft.com/office/officeart/2018/2/layout/IconCircleList"/>
    <dgm:cxn modelId="{8BE8CDE8-D2A5-48B9-A09D-78B588B60053}" type="presParOf" srcId="{389E098A-BF40-43E9-A7CF-279444E2F2D2}" destId="{765F02E4-3504-4168-9E9D-A5108911F7C7}" srcOrd="3" destOrd="0" presId="urn:microsoft.com/office/officeart/2018/2/layout/IconCircleList"/>
    <dgm:cxn modelId="{C20D98F4-3940-4716-B39A-B3F3284DA172}" type="presParOf" srcId="{389E098A-BF40-43E9-A7CF-279444E2F2D2}" destId="{8A368977-F7D9-417D-BFEF-88E21236AE61}" srcOrd="4" destOrd="0" presId="urn:microsoft.com/office/officeart/2018/2/layout/IconCircleList"/>
    <dgm:cxn modelId="{03A0CB28-0469-4AA6-9B7D-092987A58492}" type="presParOf" srcId="{8A368977-F7D9-417D-BFEF-88E21236AE61}" destId="{4E7C3769-A297-4C2E-B235-4A0462B1638D}" srcOrd="0" destOrd="0" presId="urn:microsoft.com/office/officeart/2018/2/layout/IconCircleList"/>
    <dgm:cxn modelId="{C90B25B9-57CD-4F90-81F1-EA149BDBD5A4}" type="presParOf" srcId="{8A368977-F7D9-417D-BFEF-88E21236AE61}" destId="{4FA7C382-E061-4FB3-A50A-CEA828848208}" srcOrd="1" destOrd="0" presId="urn:microsoft.com/office/officeart/2018/2/layout/IconCircleList"/>
    <dgm:cxn modelId="{E89059DB-68E9-4917-A76B-E64BCEC1FFF3}" type="presParOf" srcId="{8A368977-F7D9-417D-BFEF-88E21236AE61}" destId="{E11D37D0-B07C-4A85-A3C0-92A054347F89}" srcOrd="2" destOrd="0" presId="urn:microsoft.com/office/officeart/2018/2/layout/IconCircleList"/>
    <dgm:cxn modelId="{EE49D919-BC76-4251-9EDF-03AD2032E3FA}" type="presParOf" srcId="{8A368977-F7D9-417D-BFEF-88E21236AE61}" destId="{FE372FA2-AAEE-4648-A91B-0962478EFB64}" srcOrd="3" destOrd="0" presId="urn:microsoft.com/office/officeart/2018/2/layout/IconCircleList"/>
    <dgm:cxn modelId="{148F58DE-2663-429D-95F6-F1272A1B1CB2}" type="presParOf" srcId="{389E098A-BF40-43E9-A7CF-279444E2F2D2}" destId="{1B1E83CE-E46A-4B81-9221-A5E494563935}" srcOrd="5" destOrd="0" presId="urn:microsoft.com/office/officeart/2018/2/layout/IconCircleList"/>
    <dgm:cxn modelId="{6817217D-E8A2-4B21-8090-D32F029A610C}" type="presParOf" srcId="{389E098A-BF40-43E9-A7CF-279444E2F2D2}" destId="{19E441B2-8987-449D-AC87-6810F5379E5B}" srcOrd="6" destOrd="0" presId="urn:microsoft.com/office/officeart/2018/2/layout/IconCircleList"/>
    <dgm:cxn modelId="{94ED6AD1-1188-4195-B3E0-3CF5E4EA3B99}" type="presParOf" srcId="{19E441B2-8987-449D-AC87-6810F5379E5B}" destId="{9DBC4992-0F0E-42A1-BD9F-C5017C7EE701}" srcOrd="0" destOrd="0" presId="urn:microsoft.com/office/officeart/2018/2/layout/IconCircleList"/>
    <dgm:cxn modelId="{69AEA9A2-9D14-40F5-AA45-49309E78B694}" type="presParOf" srcId="{19E441B2-8987-449D-AC87-6810F5379E5B}" destId="{EE1A1874-B816-4E0F-AC6A-0282712C54D2}" srcOrd="1" destOrd="0" presId="urn:microsoft.com/office/officeart/2018/2/layout/IconCircleList"/>
    <dgm:cxn modelId="{BFD811CC-F912-4E4A-895B-F74549D14B67}" type="presParOf" srcId="{19E441B2-8987-449D-AC87-6810F5379E5B}" destId="{915793AE-6973-4845-8ECB-268515A2F859}" srcOrd="2" destOrd="0" presId="urn:microsoft.com/office/officeart/2018/2/layout/IconCircleList"/>
    <dgm:cxn modelId="{3582F3E9-60A8-4360-A8B2-C6F4E5E8203C}" type="presParOf" srcId="{19E441B2-8987-449D-AC87-6810F5379E5B}" destId="{D35831D8-AA08-4883-9D69-B0B2E3A446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C0C4486-2321-4C74-AC05-9533F80122A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65811D3-1A8B-4F9B-8DF1-F7CEA57DBDBE}">
      <dgm:prSet/>
      <dgm:spPr/>
      <dgm:t>
        <a:bodyPr/>
        <a:lstStyle/>
        <a:p>
          <a:r>
            <a:rPr lang="en-US"/>
            <a:t>Key Milestones</a:t>
          </a:r>
        </a:p>
      </dgm:t>
    </dgm:pt>
    <dgm:pt modelId="{03D0B3DB-5439-4058-A7D0-CF645F11EBFD}" type="parTrans" cxnId="{72E8E511-1BE7-44DA-A58D-6C2504E77B3B}">
      <dgm:prSet/>
      <dgm:spPr/>
      <dgm:t>
        <a:bodyPr/>
        <a:lstStyle/>
        <a:p>
          <a:endParaRPr lang="en-US"/>
        </a:p>
      </dgm:t>
    </dgm:pt>
    <dgm:pt modelId="{6F8C70D0-E75A-419C-844C-BDD9AE9FFF17}" type="sibTrans" cxnId="{72E8E511-1BE7-44DA-A58D-6C2504E77B3B}">
      <dgm:prSet/>
      <dgm:spPr/>
      <dgm:t>
        <a:bodyPr/>
        <a:lstStyle/>
        <a:p>
          <a:endParaRPr lang="en-US"/>
        </a:p>
      </dgm:t>
    </dgm:pt>
    <dgm:pt modelId="{51769261-BDE1-45D5-9B49-3974C9B55877}">
      <dgm:prSet/>
      <dgm:spPr/>
      <dgm:t>
        <a:bodyPr/>
        <a:lstStyle/>
        <a:p>
          <a:r>
            <a:rPr lang="en-US"/>
            <a:t>Successfully integrated into ongoing R&amp;D initiatives and research projects.</a:t>
          </a:r>
        </a:p>
      </dgm:t>
    </dgm:pt>
    <dgm:pt modelId="{2EB909FD-C0E9-4E10-A2C6-218BDE06398A}" type="parTrans" cxnId="{39B59FD3-9186-4765-9F74-F6153F083695}">
      <dgm:prSet/>
      <dgm:spPr/>
      <dgm:t>
        <a:bodyPr/>
        <a:lstStyle/>
        <a:p>
          <a:endParaRPr lang="en-US"/>
        </a:p>
      </dgm:t>
    </dgm:pt>
    <dgm:pt modelId="{B9F389BA-2329-4832-BC6C-7481A5C24686}" type="sibTrans" cxnId="{39B59FD3-9186-4765-9F74-F6153F083695}">
      <dgm:prSet/>
      <dgm:spPr/>
      <dgm:t>
        <a:bodyPr/>
        <a:lstStyle/>
        <a:p>
          <a:endParaRPr lang="en-US"/>
        </a:p>
      </dgm:t>
    </dgm:pt>
    <dgm:pt modelId="{A07672E3-245C-4C1B-AD3B-882105B40DF5}">
      <dgm:prSet/>
      <dgm:spPr/>
      <dgm:t>
        <a:bodyPr/>
        <a:lstStyle/>
        <a:p>
          <a:r>
            <a:rPr lang="en-US"/>
            <a:t>Contributed to experimental firmware solutions and prototype development.</a:t>
          </a:r>
        </a:p>
      </dgm:t>
    </dgm:pt>
    <dgm:pt modelId="{3A0D476F-FDD5-4F04-90D2-729A9C486BF5}" type="parTrans" cxnId="{EE2ECFCA-299F-46E8-94F0-7AD263C94E84}">
      <dgm:prSet/>
      <dgm:spPr/>
      <dgm:t>
        <a:bodyPr/>
        <a:lstStyle/>
        <a:p>
          <a:endParaRPr lang="en-US"/>
        </a:p>
      </dgm:t>
    </dgm:pt>
    <dgm:pt modelId="{E225F16B-5358-452E-A25C-785D1A733093}" type="sibTrans" cxnId="{EE2ECFCA-299F-46E8-94F0-7AD263C94E84}">
      <dgm:prSet/>
      <dgm:spPr/>
      <dgm:t>
        <a:bodyPr/>
        <a:lstStyle/>
        <a:p>
          <a:endParaRPr lang="en-US"/>
        </a:p>
      </dgm:t>
    </dgm:pt>
    <dgm:pt modelId="{9DC7DB3B-5269-489C-871D-DADEF491367A}">
      <dgm:prSet/>
      <dgm:spPr/>
      <dgm:t>
        <a:bodyPr/>
        <a:lstStyle/>
        <a:p>
          <a:r>
            <a:rPr lang="en-US"/>
            <a:t>Demonstrated ability to bridge theoretical research with practical innovation.</a:t>
          </a:r>
        </a:p>
      </dgm:t>
    </dgm:pt>
    <dgm:pt modelId="{C07CD851-A498-4E9D-BBD6-87242F77A495}" type="parTrans" cxnId="{D05C84DD-9632-4EC6-B34D-815EC8DDAFAC}">
      <dgm:prSet/>
      <dgm:spPr/>
      <dgm:t>
        <a:bodyPr/>
        <a:lstStyle/>
        <a:p>
          <a:endParaRPr lang="en-US"/>
        </a:p>
      </dgm:t>
    </dgm:pt>
    <dgm:pt modelId="{E3BDFDAC-8024-49DE-B8C2-DE72670AFA3D}" type="sibTrans" cxnId="{D05C84DD-9632-4EC6-B34D-815EC8DDAFAC}">
      <dgm:prSet/>
      <dgm:spPr/>
      <dgm:t>
        <a:bodyPr/>
        <a:lstStyle/>
        <a:p>
          <a:endParaRPr lang="en-US"/>
        </a:p>
      </dgm:t>
    </dgm:pt>
    <dgm:pt modelId="{F0B22F1B-6467-4525-8B19-9313AD1BD70D}" type="pres">
      <dgm:prSet presAssocID="{4C0C4486-2321-4C74-AC05-9533F80122A4}" presName="root" presStyleCnt="0">
        <dgm:presLayoutVars>
          <dgm:dir/>
          <dgm:resizeHandles val="exact"/>
        </dgm:presLayoutVars>
      </dgm:prSet>
      <dgm:spPr/>
    </dgm:pt>
    <dgm:pt modelId="{BFACC363-44A5-4ACC-B348-55EED067E5A7}" type="pres">
      <dgm:prSet presAssocID="{4C0C4486-2321-4C74-AC05-9533F80122A4}" presName="container" presStyleCnt="0">
        <dgm:presLayoutVars>
          <dgm:dir/>
          <dgm:resizeHandles val="exact"/>
        </dgm:presLayoutVars>
      </dgm:prSet>
      <dgm:spPr/>
    </dgm:pt>
    <dgm:pt modelId="{F1BC1805-B0D1-452A-8C98-E76082DC2086}" type="pres">
      <dgm:prSet presAssocID="{665811D3-1A8B-4F9B-8DF1-F7CEA57DBDBE}" presName="compNode" presStyleCnt="0"/>
      <dgm:spPr/>
    </dgm:pt>
    <dgm:pt modelId="{486BF4EA-7EB4-4C5A-BE7F-036872434CDF}" type="pres">
      <dgm:prSet presAssocID="{665811D3-1A8B-4F9B-8DF1-F7CEA57DBDBE}" presName="iconBgRect" presStyleLbl="bgShp" presStyleIdx="0" presStyleCnt="4"/>
      <dgm:spPr/>
    </dgm:pt>
    <dgm:pt modelId="{CC59132E-7436-4565-8F35-86745CA9F2D9}" type="pres">
      <dgm:prSet presAssocID="{665811D3-1A8B-4F9B-8DF1-F7CEA57DBD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3FAB249-2A37-4A2E-8178-F11ADD94C406}" type="pres">
      <dgm:prSet presAssocID="{665811D3-1A8B-4F9B-8DF1-F7CEA57DBDBE}" presName="spaceRect" presStyleCnt="0"/>
      <dgm:spPr/>
    </dgm:pt>
    <dgm:pt modelId="{02FDC369-A04B-4FE8-820F-310EA84F9BA8}" type="pres">
      <dgm:prSet presAssocID="{665811D3-1A8B-4F9B-8DF1-F7CEA57DBDBE}" presName="textRect" presStyleLbl="revTx" presStyleIdx="0" presStyleCnt="4">
        <dgm:presLayoutVars>
          <dgm:chMax val="1"/>
          <dgm:chPref val="1"/>
        </dgm:presLayoutVars>
      </dgm:prSet>
      <dgm:spPr/>
    </dgm:pt>
    <dgm:pt modelId="{780B21FE-F347-498A-9F40-AD1946390318}" type="pres">
      <dgm:prSet presAssocID="{6F8C70D0-E75A-419C-844C-BDD9AE9FFF17}" presName="sibTrans" presStyleLbl="sibTrans2D1" presStyleIdx="0" presStyleCnt="0"/>
      <dgm:spPr/>
    </dgm:pt>
    <dgm:pt modelId="{1652C2D3-A04B-4DC0-B166-E35E828C63C9}" type="pres">
      <dgm:prSet presAssocID="{51769261-BDE1-45D5-9B49-3974C9B55877}" presName="compNode" presStyleCnt="0"/>
      <dgm:spPr/>
    </dgm:pt>
    <dgm:pt modelId="{D46A9A94-0B57-46B8-A6C9-10389E2E21DB}" type="pres">
      <dgm:prSet presAssocID="{51769261-BDE1-45D5-9B49-3974C9B55877}" presName="iconBgRect" presStyleLbl="bgShp" presStyleIdx="1" presStyleCnt="4"/>
      <dgm:spPr/>
    </dgm:pt>
    <dgm:pt modelId="{858D829B-C6B2-4E0A-9BA6-6D4FBA74F6D0}" type="pres">
      <dgm:prSet presAssocID="{51769261-BDE1-45D5-9B49-3974C9B558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052DD084-9E4B-4AA2-9240-CE8E7FBDFAA6}" type="pres">
      <dgm:prSet presAssocID="{51769261-BDE1-45D5-9B49-3974C9B55877}" presName="spaceRect" presStyleCnt="0"/>
      <dgm:spPr/>
    </dgm:pt>
    <dgm:pt modelId="{D966E438-9A74-4767-9839-E6E06A46727C}" type="pres">
      <dgm:prSet presAssocID="{51769261-BDE1-45D5-9B49-3974C9B55877}" presName="textRect" presStyleLbl="revTx" presStyleIdx="1" presStyleCnt="4">
        <dgm:presLayoutVars>
          <dgm:chMax val="1"/>
          <dgm:chPref val="1"/>
        </dgm:presLayoutVars>
      </dgm:prSet>
      <dgm:spPr/>
    </dgm:pt>
    <dgm:pt modelId="{AA38E845-8D43-4BAD-B7AD-BB87443E579A}" type="pres">
      <dgm:prSet presAssocID="{B9F389BA-2329-4832-BC6C-7481A5C24686}" presName="sibTrans" presStyleLbl="sibTrans2D1" presStyleIdx="0" presStyleCnt="0"/>
      <dgm:spPr/>
    </dgm:pt>
    <dgm:pt modelId="{70DC24B1-3D61-4A8F-A8DA-C037980EBC83}" type="pres">
      <dgm:prSet presAssocID="{A07672E3-245C-4C1B-AD3B-882105B40DF5}" presName="compNode" presStyleCnt="0"/>
      <dgm:spPr/>
    </dgm:pt>
    <dgm:pt modelId="{8FAB91FE-6BFD-4D20-97E0-87592485D670}" type="pres">
      <dgm:prSet presAssocID="{A07672E3-245C-4C1B-AD3B-882105B40DF5}" presName="iconBgRect" presStyleLbl="bgShp" presStyleIdx="2" presStyleCnt="4"/>
      <dgm:spPr/>
    </dgm:pt>
    <dgm:pt modelId="{F8C69CA8-05AD-4F6C-9713-71CC8041E6D6}" type="pres">
      <dgm:prSet presAssocID="{A07672E3-245C-4C1B-AD3B-882105B40D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FB0984F6-5268-4C53-9CF2-D5546EEEEDD5}" type="pres">
      <dgm:prSet presAssocID="{A07672E3-245C-4C1B-AD3B-882105B40DF5}" presName="spaceRect" presStyleCnt="0"/>
      <dgm:spPr/>
    </dgm:pt>
    <dgm:pt modelId="{2C88040B-EAD9-44DF-85D5-D85F3992A39C}" type="pres">
      <dgm:prSet presAssocID="{A07672E3-245C-4C1B-AD3B-882105B40DF5}" presName="textRect" presStyleLbl="revTx" presStyleIdx="2" presStyleCnt="4">
        <dgm:presLayoutVars>
          <dgm:chMax val="1"/>
          <dgm:chPref val="1"/>
        </dgm:presLayoutVars>
      </dgm:prSet>
      <dgm:spPr/>
    </dgm:pt>
    <dgm:pt modelId="{51400AC8-1674-48C3-9E6D-4807A4D94D3B}" type="pres">
      <dgm:prSet presAssocID="{E225F16B-5358-452E-A25C-785D1A733093}" presName="sibTrans" presStyleLbl="sibTrans2D1" presStyleIdx="0" presStyleCnt="0"/>
      <dgm:spPr/>
    </dgm:pt>
    <dgm:pt modelId="{5645BDE4-87D7-4A9B-BF02-5E4AAF125A6D}" type="pres">
      <dgm:prSet presAssocID="{9DC7DB3B-5269-489C-871D-DADEF491367A}" presName="compNode" presStyleCnt="0"/>
      <dgm:spPr/>
    </dgm:pt>
    <dgm:pt modelId="{98A75DF7-D66F-4D5E-96C8-F850440ED640}" type="pres">
      <dgm:prSet presAssocID="{9DC7DB3B-5269-489C-871D-DADEF491367A}" presName="iconBgRect" presStyleLbl="bgShp" presStyleIdx="3" presStyleCnt="4"/>
      <dgm:spPr/>
    </dgm:pt>
    <dgm:pt modelId="{5592683C-82C2-4B99-94AB-5C8792B3D9C5}" type="pres">
      <dgm:prSet presAssocID="{9DC7DB3B-5269-489C-871D-DADEF49136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6D564F5A-C2BB-4570-80BD-2C40C4E1729C}" type="pres">
      <dgm:prSet presAssocID="{9DC7DB3B-5269-489C-871D-DADEF491367A}" presName="spaceRect" presStyleCnt="0"/>
      <dgm:spPr/>
    </dgm:pt>
    <dgm:pt modelId="{DE90E920-72D3-4159-B0BB-93F18B55BA87}" type="pres">
      <dgm:prSet presAssocID="{9DC7DB3B-5269-489C-871D-DADEF49136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0D88A0D-83A1-4A75-BD79-A1E1FCAE053C}" type="presOf" srcId="{B9F389BA-2329-4832-BC6C-7481A5C24686}" destId="{AA38E845-8D43-4BAD-B7AD-BB87443E579A}" srcOrd="0" destOrd="0" presId="urn:microsoft.com/office/officeart/2018/2/layout/IconCircleList"/>
    <dgm:cxn modelId="{72E8E511-1BE7-44DA-A58D-6C2504E77B3B}" srcId="{4C0C4486-2321-4C74-AC05-9533F80122A4}" destId="{665811D3-1A8B-4F9B-8DF1-F7CEA57DBDBE}" srcOrd="0" destOrd="0" parTransId="{03D0B3DB-5439-4058-A7D0-CF645F11EBFD}" sibTransId="{6F8C70D0-E75A-419C-844C-BDD9AE9FFF17}"/>
    <dgm:cxn modelId="{830D2321-2430-4AF8-BB1F-702B39EC7930}" type="presOf" srcId="{E225F16B-5358-452E-A25C-785D1A733093}" destId="{51400AC8-1674-48C3-9E6D-4807A4D94D3B}" srcOrd="0" destOrd="0" presId="urn:microsoft.com/office/officeart/2018/2/layout/IconCircleList"/>
    <dgm:cxn modelId="{B9BB9146-30B5-4827-B778-C1C3F427959C}" type="presOf" srcId="{A07672E3-245C-4C1B-AD3B-882105B40DF5}" destId="{2C88040B-EAD9-44DF-85D5-D85F3992A39C}" srcOrd="0" destOrd="0" presId="urn:microsoft.com/office/officeart/2018/2/layout/IconCircleList"/>
    <dgm:cxn modelId="{EAFEAE4A-53C8-4155-8B71-758AB53E240B}" type="presOf" srcId="{4C0C4486-2321-4C74-AC05-9533F80122A4}" destId="{F0B22F1B-6467-4525-8B19-9313AD1BD70D}" srcOrd="0" destOrd="0" presId="urn:microsoft.com/office/officeart/2018/2/layout/IconCircleList"/>
    <dgm:cxn modelId="{BD9C839F-01E0-4FEA-B0BC-2D612D3D4002}" type="presOf" srcId="{6F8C70D0-E75A-419C-844C-BDD9AE9FFF17}" destId="{780B21FE-F347-498A-9F40-AD1946390318}" srcOrd="0" destOrd="0" presId="urn:microsoft.com/office/officeart/2018/2/layout/IconCircleList"/>
    <dgm:cxn modelId="{2FCE3BAF-DAA1-4D89-A7A2-1F157A990C2A}" type="presOf" srcId="{51769261-BDE1-45D5-9B49-3974C9B55877}" destId="{D966E438-9A74-4767-9839-E6E06A46727C}" srcOrd="0" destOrd="0" presId="urn:microsoft.com/office/officeart/2018/2/layout/IconCircleList"/>
    <dgm:cxn modelId="{EE2ECFCA-299F-46E8-94F0-7AD263C94E84}" srcId="{4C0C4486-2321-4C74-AC05-9533F80122A4}" destId="{A07672E3-245C-4C1B-AD3B-882105B40DF5}" srcOrd="2" destOrd="0" parTransId="{3A0D476F-FDD5-4F04-90D2-729A9C486BF5}" sibTransId="{E225F16B-5358-452E-A25C-785D1A733093}"/>
    <dgm:cxn modelId="{39B59FD3-9186-4765-9F74-F6153F083695}" srcId="{4C0C4486-2321-4C74-AC05-9533F80122A4}" destId="{51769261-BDE1-45D5-9B49-3974C9B55877}" srcOrd="1" destOrd="0" parTransId="{2EB909FD-C0E9-4E10-A2C6-218BDE06398A}" sibTransId="{B9F389BA-2329-4832-BC6C-7481A5C24686}"/>
    <dgm:cxn modelId="{87E4B2DB-6163-4E0C-9B55-EEBAE581BE9F}" type="presOf" srcId="{665811D3-1A8B-4F9B-8DF1-F7CEA57DBDBE}" destId="{02FDC369-A04B-4FE8-820F-310EA84F9BA8}" srcOrd="0" destOrd="0" presId="urn:microsoft.com/office/officeart/2018/2/layout/IconCircleList"/>
    <dgm:cxn modelId="{1D367CDD-A15C-4A69-914A-674BA60322FC}" type="presOf" srcId="{9DC7DB3B-5269-489C-871D-DADEF491367A}" destId="{DE90E920-72D3-4159-B0BB-93F18B55BA87}" srcOrd="0" destOrd="0" presId="urn:microsoft.com/office/officeart/2018/2/layout/IconCircleList"/>
    <dgm:cxn modelId="{D05C84DD-9632-4EC6-B34D-815EC8DDAFAC}" srcId="{4C0C4486-2321-4C74-AC05-9533F80122A4}" destId="{9DC7DB3B-5269-489C-871D-DADEF491367A}" srcOrd="3" destOrd="0" parTransId="{C07CD851-A498-4E9D-BBD6-87242F77A495}" sibTransId="{E3BDFDAC-8024-49DE-B8C2-DE72670AFA3D}"/>
    <dgm:cxn modelId="{E6932E97-A1D7-4400-A913-5028AD7998B3}" type="presParOf" srcId="{F0B22F1B-6467-4525-8B19-9313AD1BD70D}" destId="{BFACC363-44A5-4ACC-B348-55EED067E5A7}" srcOrd="0" destOrd="0" presId="urn:microsoft.com/office/officeart/2018/2/layout/IconCircleList"/>
    <dgm:cxn modelId="{80016A4C-A3A9-47C4-8591-E6E194166809}" type="presParOf" srcId="{BFACC363-44A5-4ACC-B348-55EED067E5A7}" destId="{F1BC1805-B0D1-452A-8C98-E76082DC2086}" srcOrd="0" destOrd="0" presId="urn:microsoft.com/office/officeart/2018/2/layout/IconCircleList"/>
    <dgm:cxn modelId="{4AE0B9E0-8F5E-4347-876F-C1E8647E829A}" type="presParOf" srcId="{F1BC1805-B0D1-452A-8C98-E76082DC2086}" destId="{486BF4EA-7EB4-4C5A-BE7F-036872434CDF}" srcOrd="0" destOrd="0" presId="urn:microsoft.com/office/officeart/2018/2/layout/IconCircleList"/>
    <dgm:cxn modelId="{A0238AEE-6CED-40FA-AFF9-272B410191A7}" type="presParOf" srcId="{F1BC1805-B0D1-452A-8C98-E76082DC2086}" destId="{CC59132E-7436-4565-8F35-86745CA9F2D9}" srcOrd="1" destOrd="0" presId="urn:microsoft.com/office/officeart/2018/2/layout/IconCircleList"/>
    <dgm:cxn modelId="{A87735E1-57C4-45BE-86D3-EDB0FDD30418}" type="presParOf" srcId="{F1BC1805-B0D1-452A-8C98-E76082DC2086}" destId="{E3FAB249-2A37-4A2E-8178-F11ADD94C406}" srcOrd="2" destOrd="0" presId="urn:microsoft.com/office/officeart/2018/2/layout/IconCircleList"/>
    <dgm:cxn modelId="{28BDDA58-93C2-4C2D-9161-50C40F64899A}" type="presParOf" srcId="{F1BC1805-B0D1-452A-8C98-E76082DC2086}" destId="{02FDC369-A04B-4FE8-820F-310EA84F9BA8}" srcOrd="3" destOrd="0" presId="urn:microsoft.com/office/officeart/2018/2/layout/IconCircleList"/>
    <dgm:cxn modelId="{C6160417-4677-4ED6-9806-9ACD19C941C4}" type="presParOf" srcId="{BFACC363-44A5-4ACC-B348-55EED067E5A7}" destId="{780B21FE-F347-498A-9F40-AD1946390318}" srcOrd="1" destOrd="0" presId="urn:microsoft.com/office/officeart/2018/2/layout/IconCircleList"/>
    <dgm:cxn modelId="{3844152B-36E0-4089-9B9F-7F1C73CF2F03}" type="presParOf" srcId="{BFACC363-44A5-4ACC-B348-55EED067E5A7}" destId="{1652C2D3-A04B-4DC0-B166-E35E828C63C9}" srcOrd="2" destOrd="0" presId="urn:microsoft.com/office/officeart/2018/2/layout/IconCircleList"/>
    <dgm:cxn modelId="{A72C8DBC-B974-4FA9-B9FC-D34B01A0471D}" type="presParOf" srcId="{1652C2D3-A04B-4DC0-B166-E35E828C63C9}" destId="{D46A9A94-0B57-46B8-A6C9-10389E2E21DB}" srcOrd="0" destOrd="0" presId="urn:microsoft.com/office/officeart/2018/2/layout/IconCircleList"/>
    <dgm:cxn modelId="{8D67DB91-1281-4479-B0F4-9044AB38EF76}" type="presParOf" srcId="{1652C2D3-A04B-4DC0-B166-E35E828C63C9}" destId="{858D829B-C6B2-4E0A-9BA6-6D4FBA74F6D0}" srcOrd="1" destOrd="0" presId="urn:microsoft.com/office/officeart/2018/2/layout/IconCircleList"/>
    <dgm:cxn modelId="{55896203-CD9E-42F6-8AEA-206AA0AD2DAF}" type="presParOf" srcId="{1652C2D3-A04B-4DC0-B166-E35E828C63C9}" destId="{052DD084-9E4B-4AA2-9240-CE8E7FBDFAA6}" srcOrd="2" destOrd="0" presId="urn:microsoft.com/office/officeart/2018/2/layout/IconCircleList"/>
    <dgm:cxn modelId="{2CE5C5BB-2CD7-41FD-BB18-2EA372665B2F}" type="presParOf" srcId="{1652C2D3-A04B-4DC0-B166-E35E828C63C9}" destId="{D966E438-9A74-4767-9839-E6E06A46727C}" srcOrd="3" destOrd="0" presId="urn:microsoft.com/office/officeart/2018/2/layout/IconCircleList"/>
    <dgm:cxn modelId="{0D028E80-711A-4689-BAFB-5CD08C97DE34}" type="presParOf" srcId="{BFACC363-44A5-4ACC-B348-55EED067E5A7}" destId="{AA38E845-8D43-4BAD-B7AD-BB87443E579A}" srcOrd="3" destOrd="0" presId="urn:microsoft.com/office/officeart/2018/2/layout/IconCircleList"/>
    <dgm:cxn modelId="{959BE74F-F273-461B-8697-9AC4BFFF3B51}" type="presParOf" srcId="{BFACC363-44A5-4ACC-B348-55EED067E5A7}" destId="{70DC24B1-3D61-4A8F-A8DA-C037980EBC83}" srcOrd="4" destOrd="0" presId="urn:microsoft.com/office/officeart/2018/2/layout/IconCircleList"/>
    <dgm:cxn modelId="{9B453DB7-41D2-486A-AEB5-46C7994EDD1D}" type="presParOf" srcId="{70DC24B1-3D61-4A8F-A8DA-C037980EBC83}" destId="{8FAB91FE-6BFD-4D20-97E0-87592485D670}" srcOrd="0" destOrd="0" presId="urn:microsoft.com/office/officeart/2018/2/layout/IconCircleList"/>
    <dgm:cxn modelId="{2A2378F3-EB7B-4EC4-BD05-827763E484A3}" type="presParOf" srcId="{70DC24B1-3D61-4A8F-A8DA-C037980EBC83}" destId="{F8C69CA8-05AD-4F6C-9713-71CC8041E6D6}" srcOrd="1" destOrd="0" presId="urn:microsoft.com/office/officeart/2018/2/layout/IconCircleList"/>
    <dgm:cxn modelId="{19EA84BE-4ADC-4046-AD44-650B1ABB9698}" type="presParOf" srcId="{70DC24B1-3D61-4A8F-A8DA-C037980EBC83}" destId="{FB0984F6-5268-4C53-9CF2-D5546EEEEDD5}" srcOrd="2" destOrd="0" presId="urn:microsoft.com/office/officeart/2018/2/layout/IconCircleList"/>
    <dgm:cxn modelId="{0FD97445-3C6C-4034-840E-80F87F56DADA}" type="presParOf" srcId="{70DC24B1-3D61-4A8F-A8DA-C037980EBC83}" destId="{2C88040B-EAD9-44DF-85D5-D85F3992A39C}" srcOrd="3" destOrd="0" presId="urn:microsoft.com/office/officeart/2018/2/layout/IconCircleList"/>
    <dgm:cxn modelId="{A62B6C9D-F84F-4AD9-A5D2-C5123C17C897}" type="presParOf" srcId="{BFACC363-44A5-4ACC-B348-55EED067E5A7}" destId="{51400AC8-1674-48C3-9E6D-4807A4D94D3B}" srcOrd="5" destOrd="0" presId="urn:microsoft.com/office/officeart/2018/2/layout/IconCircleList"/>
    <dgm:cxn modelId="{53E04F9C-134A-448A-9BD2-69CC9755CB3D}" type="presParOf" srcId="{BFACC363-44A5-4ACC-B348-55EED067E5A7}" destId="{5645BDE4-87D7-4A9B-BF02-5E4AAF125A6D}" srcOrd="6" destOrd="0" presId="urn:microsoft.com/office/officeart/2018/2/layout/IconCircleList"/>
    <dgm:cxn modelId="{D0059448-F678-4066-B7FA-03CA6495AD85}" type="presParOf" srcId="{5645BDE4-87D7-4A9B-BF02-5E4AAF125A6D}" destId="{98A75DF7-D66F-4D5E-96C8-F850440ED640}" srcOrd="0" destOrd="0" presId="urn:microsoft.com/office/officeart/2018/2/layout/IconCircleList"/>
    <dgm:cxn modelId="{AA819FD9-3216-4A46-AF71-3F1E01AA3618}" type="presParOf" srcId="{5645BDE4-87D7-4A9B-BF02-5E4AAF125A6D}" destId="{5592683C-82C2-4B99-94AB-5C8792B3D9C5}" srcOrd="1" destOrd="0" presId="urn:microsoft.com/office/officeart/2018/2/layout/IconCircleList"/>
    <dgm:cxn modelId="{57EF3CD1-F593-49C9-8024-D6B7D0147F6B}" type="presParOf" srcId="{5645BDE4-87D7-4A9B-BF02-5E4AAF125A6D}" destId="{6D564F5A-C2BB-4570-80BD-2C40C4E1729C}" srcOrd="2" destOrd="0" presId="urn:microsoft.com/office/officeart/2018/2/layout/IconCircleList"/>
    <dgm:cxn modelId="{FD30C9D8-0693-4D8B-ABEC-235A5E75A490}" type="presParOf" srcId="{5645BDE4-87D7-4A9B-BF02-5E4AAF125A6D}" destId="{DE90E920-72D3-4159-B0BB-93F18B55BA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4466B40-E602-4294-BB19-A706B2489F4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01CCFF1-3D0B-4495-951B-DB584AC97DD7}">
      <dgm:prSet/>
      <dgm:spPr/>
      <dgm:t>
        <a:bodyPr/>
        <a:lstStyle/>
        <a:p>
          <a:r>
            <a:rPr lang="en-US"/>
            <a:t>What Drives Me</a:t>
          </a:r>
        </a:p>
      </dgm:t>
    </dgm:pt>
    <dgm:pt modelId="{25219440-94EC-4661-931B-1EA72B1C3424}" type="parTrans" cxnId="{A5BE11BA-5E9A-4AA8-95C9-761AEB055B7C}">
      <dgm:prSet/>
      <dgm:spPr/>
      <dgm:t>
        <a:bodyPr/>
        <a:lstStyle/>
        <a:p>
          <a:endParaRPr lang="en-US"/>
        </a:p>
      </dgm:t>
    </dgm:pt>
    <dgm:pt modelId="{A1D8296A-A1ED-4FE0-ACCB-58EFDD6EE0FA}" type="sibTrans" cxnId="{A5BE11BA-5E9A-4AA8-95C9-761AEB055B7C}">
      <dgm:prSet/>
      <dgm:spPr/>
      <dgm:t>
        <a:bodyPr/>
        <a:lstStyle/>
        <a:p>
          <a:endParaRPr lang="en-US"/>
        </a:p>
      </dgm:t>
    </dgm:pt>
    <dgm:pt modelId="{47798D45-C764-4B43-9B13-C59C6ADBB5C8}">
      <dgm:prSet/>
      <dgm:spPr/>
      <dgm:t>
        <a:bodyPr/>
        <a:lstStyle/>
        <a:p>
          <a:r>
            <a:rPr lang="en-US"/>
            <a:t>I'm passionate about pushing the boundaries of what's possible with technology. In my R&amp;D role at MachaDev, I'm motivated by.</a:t>
          </a:r>
        </a:p>
      </dgm:t>
    </dgm:pt>
    <dgm:pt modelId="{A3222D96-73AE-401B-86A2-44A586896448}" type="parTrans" cxnId="{10117B1D-2A85-4EC0-A78D-BF5D53788A5A}">
      <dgm:prSet/>
      <dgm:spPr/>
      <dgm:t>
        <a:bodyPr/>
        <a:lstStyle/>
        <a:p>
          <a:endParaRPr lang="en-US"/>
        </a:p>
      </dgm:t>
    </dgm:pt>
    <dgm:pt modelId="{D05652A6-9436-4881-8DFE-5B32556B41C2}" type="sibTrans" cxnId="{10117B1D-2A85-4EC0-A78D-BF5D53788A5A}">
      <dgm:prSet/>
      <dgm:spPr/>
      <dgm:t>
        <a:bodyPr/>
        <a:lstStyle/>
        <a:p>
          <a:endParaRPr lang="en-US"/>
        </a:p>
      </dgm:t>
    </dgm:pt>
    <dgm:pt modelId="{0328E5E2-B96F-44B1-B538-4D8A8FF6A829}">
      <dgm:prSet/>
      <dgm:spPr/>
      <dgm:t>
        <a:bodyPr/>
        <a:lstStyle/>
        <a:p>
          <a:r>
            <a:rPr lang="en-US" b="1"/>
            <a:t>Innovation </a:t>
          </a:r>
          <a:r>
            <a:rPr lang="en-US"/>
            <a:t> Exploring cutting-edge IOT solutions and embedded system possibilities.</a:t>
          </a:r>
        </a:p>
      </dgm:t>
    </dgm:pt>
    <dgm:pt modelId="{B1017C16-D030-4F12-B31E-76687612C4A6}" type="parTrans" cxnId="{D2527942-A813-4014-AA06-C0187A79E0C6}">
      <dgm:prSet/>
      <dgm:spPr/>
      <dgm:t>
        <a:bodyPr/>
        <a:lstStyle/>
        <a:p>
          <a:endParaRPr lang="en-US"/>
        </a:p>
      </dgm:t>
    </dgm:pt>
    <dgm:pt modelId="{0B301BDA-F9BD-494B-9988-7AEC65A7F7E5}" type="sibTrans" cxnId="{D2527942-A813-4014-AA06-C0187A79E0C6}">
      <dgm:prSet/>
      <dgm:spPr/>
      <dgm:t>
        <a:bodyPr/>
        <a:lstStyle/>
        <a:p>
          <a:endParaRPr lang="en-US"/>
        </a:p>
      </dgm:t>
    </dgm:pt>
    <dgm:pt modelId="{6BC2C112-4284-4855-A647-5FBBDB6245E0}">
      <dgm:prSet/>
      <dgm:spPr/>
      <dgm:t>
        <a:bodyPr/>
        <a:lstStyle/>
        <a:p>
          <a:r>
            <a:rPr lang="en-US" b="1"/>
            <a:t>Research Excellence </a:t>
          </a:r>
          <a:r>
            <a:rPr lang="en-US"/>
            <a:t> Bringing academic rigor and experimental thinking to our R&amp;D processes.</a:t>
          </a:r>
        </a:p>
      </dgm:t>
    </dgm:pt>
    <dgm:pt modelId="{2D358E3F-8618-4C79-B553-C25F0B2FEE17}" type="parTrans" cxnId="{39D7014F-D9A7-4807-87D4-5DFA998DF658}">
      <dgm:prSet/>
      <dgm:spPr/>
      <dgm:t>
        <a:bodyPr/>
        <a:lstStyle/>
        <a:p>
          <a:endParaRPr lang="en-US"/>
        </a:p>
      </dgm:t>
    </dgm:pt>
    <dgm:pt modelId="{09B4AB5A-4561-487A-B98B-0B2D3ACF6714}" type="sibTrans" cxnId="{39D7014F-D9A7-4807-87D4-5DFA998DF658}">
      <dgm:prSet/>
      <dgm:spPr/>
      <dgm:t>
        <a:bodyPr/>
        <a:lstStyle/>
        <a:p>
          <a:endParaRPr lang="en-US"/>
        </a:p>
      </dgm:t>
    </dgm:pt>
    <dgm:pt modelId="{FFA061FE-F194-4718-BEA7-18C47F938AE9}">
      <dgm:prSet/>
      <dgm:spPr/>
      <dgm:t>
        <a:bodyPr/>
        <a:lstStyle/>
        <a:p>
          <a:r>
            <a:rPr lang="en-US" b="1"/>
            <a:t>Technological Advancement </a:t>
          </a:r>
          <a:r>
            <a:rPr lang="en-US"/>
            <a:t> Developing solutions that position MachaDev at the forefront of industry innovation</a:t>
          </a:r>
        </a:p>
      </dgm:t>
    </dgm:pt>
    <dgm:pt modelId="{1ADA497A-7AE1-4917-8CE0-798693D4A3A8}" type="parTrans" cxnId="{9ED803C0-A023-4862-9B46-8828F30EED6A}">
      <dgm:prSet/>
      <dgm:spPr/>
      <dgm:t>
        <a:bodyPr/>
        <a:lstStyle/>
        <a:p>
          <a:endParaRPr lang="en-US"/>
        </a:p>
      </dgm:t>
    </dgm:pt>
    <dgm:pt modelId="{6C405590-F634-411B-B959-5937F0E4A424}" type="sibTrans" cxnId="{9ED803C0-A023-4862-9B46-8828F30EED6A}">
      <dgm:prSet/>
      <dgm:spPr/>
      <dgm:t>
        <a:bodyPr/>
        <a:lstStyle/>
        <a:p>
          <a:endParaRPr lang="en-US"/>
        </a:p>
      </dgm:t>
    </dgm:pt>
    <dgm:pt modelId="{4E388F87-3974-4DE5-8698-7EA8A211369A}" type="pres">
      <dgm:prSet presAssocID="{F4466B40-E602-4294-BB19-A706B2489F47}" presName="linear" presStyleCnt="0">
        <dgm:presLayoutVars>
          <dgm:animLvl val="lvl"/>
          <dgm:resizeHandles val="exact"/>
        </dgm:presLayoutVars>
      </dgm:prSet>
      <dgm:spPr/>
    </dgm:pt>
    <dgm:pt modelId="{E9167794-8507-4057-928B-809F56F795AE}" type="pres">
      <dgm:prSet presAssocID="{F01CCFF1-3D0B-4495-951B-DB584AC97D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C7C8C9-CA75-4B8D-863F-B05A4C27A9D0}" type="pres">
      <dgm:prSet presAssocID="{A1D8296A-A1ED-4FE0-ACCB-58EFDD6EE0FA}" presName="spacer" presStyleCnt="0"/>
      <dgm:spPr/>
    </dgm:pt>
    <dgm:pt modelId="{F85FC8E1-3FF3-4B75-B0F1-C8B89B6DC607}" type="pres">
      <dgm:prSet presAssocID="{47798D45-C764-4B43-9B13-C59C6ADBB5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B7FF612-F5BD-451E-A6FE-6B95ABDB6506}" type="pres">
      <dgm:prSet presAssocID="{D05652A6-9436-4881-8DFE-5B32556B41C2}" presName="spacer" presStyleCnt="0"/>
      <dgm:spPr/>
    </dgm:pt>
    <dgm:pt modelId="{03CCA76E-3385-4E8C-9B1D-EEB0FAD7B0CF}" type="pres">
      <dgm:prSet presAssocID="{0328E5E2-B96F-44B1-B538-4D8A8FF6A82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B27BB76-CCDC-4FBC-B54F-D7C8114000BA}" type="pres">
      <dgm:prSet presAssocID="{0B301BDA-F9BD-494B-9988-7AEC65A7F7E5}" presName="spacer" presStyleCnt="0"/>
      <dgm:spPr/>
    </dgm:pt>
    <dgm:pt modelId="{4737D93F-DF75-47C1-9994-0BE854E7A428}" type="pres">
      <dgm:prSet presAssocID="{6BC2C112-4284-4855-A647-5FBBDB6245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5F20B27-7CE7-4D1F-8E6C-C9A3D0E57A28}" type="pres">
      <dgm:prSet presAssocID="{09B4AB5A-4561-487A-B98B-0B2D3ACF6714}" presName="spacer" presStyleCnt="0"/>
      <dgm:spPr/>
    </dgm:pt>
    <dgm:pt modelId="{6FD423EC-20CE-4C1F-9011-BAC76A945680}" type="pres">
      <dgm:prSet presAssocID="{FFA061FE-F194-4718-BEA7-18C47F938AE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CA41600-9F08-47F6-A027-1DFB1416CC05}" type="presOf" srcId="{0328E5E2-B96F-44B1-B538-4D8A8FF6A829}" destId="{03CCA76E-3385-4E8C-9B1D-EEB0FAD7B0CF}" srcOrd="0" destOrd="0" presId="urn:microsoft.com/office/officeart/2005/8/layout/vList2"/>
    <dgm:cxn modelId="{E66F7D04-96F7-492E-84DC-333C4D6BC511}" type="presOf" srcId="{F4466B40-E602-4294-BB19-A706B2489F47}" destId="{4E388F87-3974-4DE5-8698-7EA8A211369A}" srcOrd="0" destOrd="0" presId="urn:microsoft.com/office/officeart/2005/8/layout/vList2"/>
    <dgm:cxn modelId="{10117B1D-2A85-4EC0-A78D-BF5D53788A5A}" srcId="{F4466B40-E602-4294-BB19-A706B2489F47}" destId="{47798D45-C764-4B43-9B13-C59C6ADBB5C8}" srcOrd="1" destOrd="0" parTransId="{A3222D96-73AE-401B-86A2-44A586896448}" sibTransId="{D05652A6-9436-4881-8DFE-5B32556B41C2}"/>
    <dgm:cxn modelId="{6EB28021-BE72-4E87-9013-BC916F95C597}" type="presOf" srcId="{F01CCFF1-3D0B-4495-951B-DB584AC97DD7}" destId="{E9167794-8507-4057-928B-809F56F795AE}" srcOrd="0" destOrd="0" presId="urn:microsoft.com/office/officeart/2005/8/layout/vList2"/>
    <dgm:cxn modelId="{F5B01B38-4794-4602-9AB7-B8274BA705D5}" type="presOf" srcId="{FFA061FE-F194-4718-BEA7-18C47F938AE9}" destId="{6FD423EC-20CE-4C1F-9011-BAC76A945680}" srcOrd="0" destOrd="0" presId="urn:microsoft.com/office/officeart/2005/8/layout/vList2"/>
    <dgm:cxn modelId="{D2527942-A813-4014-AA06-C0187A79E0C6}" srcId="{F4466B40-E602-4294-BB19-A706B2489F47}" destId="{0328E5E2-B96F-44B1-B538-4D8A8FF6A829}" srcOrd="2" destOrd="0" parTransId="{B1017C16-D030-4F12-B31E-76687612C4A6}" sibTransId="{0B301BDA-F9BD-494B-9988-7AEC65A7F7E5}"/>
    <dgm:cxn modelId="{39D7014F-D9A7-4807-87D4-5DFA998DF658}" srcId="{F4466B40-E602-4294-BB19-A706B2489F47}" destId="{6BC2C112-4284-4855-A647-5FBBDB6245E0}" srcOrd="3" destOrd="0" parTransId="{2D358E3F-8618-4C79-B553-C25F0B2FEE17}" sibTransId="{09B4AB5A-4561-487A-B98B-0B2D3ACF6714}"/>
    <dgm:cxn modelId="{291442A3-6E1A-4F1B-8D90-31FB42F80A72}" type="presOf" srcId="{6BC2C112-4284-4855-A647-5FBBDB6245E0}" destId="{4737D93F-DF75-47C1-9994-0BE854E7A428}" srcOrd="0" destOrd="0" presId="urn:microsoft.com/office/officeart/2005/8/layout/vList2"/>
    <dgm:cxn modelId="{A5BE11BA-5E9A-4AA8-95C9-761AEB055B7C}" srcId="{F4466B40-E602-4294-BB19-A706B2489F47}" destId="{F01CCFF1-3D0B-4495-951B-DB584AC97DD7}" srcOrd="0" destOrd="0" parTransId="{25219440-94EC-4661-931B-1EA72B1C3424}" sibTransId="{A1D8296A-A1ED-4FE0-ACCB-58EFDD6EE0FA}"/>
    <dgm:cxn modelId="{9ED803C0-A023-4862-9B46-8828F30EED6A}" srcId="{F4466B40-E602-4294-BB19-A706B2489F47}" destId="{FFA061FE-F194-4718-BEA7-18C47F938AE9}" srcOrd="4" destOrd="0" parTransId="{1ADA497A-7AE1-4917-8CE0-798693D4A3A8}" sibTransId="{6C405590-F634-411B-B959-5937F0E4A424}"/>
    <dgm:cxn modelId="{DF8639C0-FA96-48AB-A3E6-D1AB57A39639}" type="presOf" srcId="{47798D45-C764-4B43-9B13-C59C6ADBB5C8}" destId="{F85FC8E1-3FF3-4B75-B0F1-C8B89B6DC607}" srcOrd="0" destOrd="0" presId="urn:microsoft.com/office/officeart/2005/8/layout/vList2"/>
    <dgm:cxn modelId="{87BD8A34-A4EB-4C0E-8CF3-3BE308F43962}" type="presParOf" srcId="{4E388F87-3974-4DE5-8698-7EA8A211369A}" destId="{E9167794-8507-4057-928B-809F56F795AE}" srcOrd="0" destOrd="0" presId="urn:microsoft.com/office/officeart/2005/8/layout/vList2"/>
    <dgm:cxn modelId="{172EC51C-4A96-40C4-A9AB-4F03E503D629}" type="presParOf" srcId="{4E388F87-3974-4DE5-8698-7EA8A211369A}" destId="{2CC7C8C9-CA75-4B8D-863F-B05A4C27A9D0}" srcOrd="1" destOrd="0" presId="urn:microsoft.com/office/officeart/2005/8/layout/vList2"/>
    <dgm:cxn modelId="{393B1467-8E8A-450D-AFC0-693088B2B071}" type="presParOf" srcId="{4E388F87-3974-4DE5-8698-7EA8A211369A}" destId="{F85FC8E1-3FF3-4B75-B0F1-C8B89B6DC607}" srcOrd="2" destOrd="0" presId="urn:microsoft.com/office/officeart/2005/8/layout/vList2"/>
    <dgm:cxn modelId="{ED5B1021-A11F-4D3E-9E46-B7C37ABC8DC1}" type="presParOf" srcId="{4E388F87-3974-4DE5-8698-7EA8A211369A}" destId="{8B7FF612-F5BD-451E-A6FE-6B95ABDB6506}" srcOrd="3" destOrd="0" presId="urn:microsoft.com/office/officeart/2005/8/layout/vList2"/>
    <dgm:cxn modelId="{A9B60CB5-0CC1-4D47-A045-28B2CC418DE9}" type="presParOf" srcId="{4E388F87-3974-4DE5-8698-7EA8A211369A}" destId="{03CCA76E-3385-4E8C-9B1D-EEB0FAD7B0CF}" srcOrd="4" destOrd="0" presId="urn:microsoft.com/office/officeart/2005/8/layout/vList2"/>
    <dgm:cxn modelId="{9A72DB36-27C0-425C-A9CA-48304AC59FEC}" type="presParOf" srcId="{4E388F87-3974-4DE5-8698-7EA8A211369A}" destId="{3B27BB76-CCDC-4FBC-B54F-D7C8114000BA}" srcOrd="5" destOrd="0" presId="urn:microsoft.com/office/officeart/2005/8/layout/vList2"/>
    <dgm:cxn modelId="{FC18EBFE-CEA0-43C5-B0F6-96BBFC6661D5}" type="presParOf" srcId="{4E388F87-3974-4DE5-8698-7EA8A211369A}" destId="{4737D93F-DF75-47C1-9994-0BE854E7A428}" srcOrd="6" destOrd="0" presId="urn:microsoft.com/office/officeart/2005/8/layout/vList2"/>
    <dgm:cxn modelId="{38E8781A-4619-4E02-BB25-E1FE1303D535}" type="presParOf" srcId="{4E388F87-3974-4DE5-8698-7EA8A211369A}" destId="{75F20B27-7CE7-4D1F-8E6C-C9A3D0E57A28}" srcOrd="7" destOrd="0" presId="urn:microsoft.com/office/officeart/2005/8/layout/vList2"/>
    <dgm:cxn modelId="{2C767D97-AA03-4E64-AD1E-6636F897655D}" type="presParOf" srcId="{4E388F87-3974-4DE5-8698-7EA8A211369A}" destId="{6FD423EC-20CE-4C1F-9011-BAC76A94568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C39850E-267F-40D2-B1FA-9AA5B2256C9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E5BDBA-872D-4BB7-B805-8FEFEEF5EE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Goals</a:t>
          </a:r>
        </a:p>
      </dgm:t>
    </dgm:pt>
    <dgm:pt modelId="{E3C79308-B9CB-4B09-AB40-1AE71586798E}" type="parTrans" cxnId="{26E08F97-D31C-47B2-9142-B3D4EF46D5A4}">
      <dgm:prSet/>
      <dgm:spPr/>
      <dgm:t>
        <a:bodyPr/>
        <a:lstStyle/>
        <a:p>
          <a:endParaRPr lang="en-US"/>
        </a:p>
      </dgm:t>
    </dgm:pt>
    <dgm:pt modelId="{0DDDED04-5CCF-4D4F-85CE-00294CF6C0CF}" type="sibTrans" cxnId="{26E08F97-D31C-47B2-9142-B3D4EF46D5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084F09-38A9-4321-9B34-DE516D809B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Short-term </a:t>
          </a:r>
          <a:r>
            <a:rPr lang="en-US"/>
            <a:t>  R&amp;D methodologies and contribute meaningfully to current research initiatives.</a:t>
          </a:r>
        </a:p>
      </dgm:t>
    </dgm:pt>
    <dgm:pt modelId="{B9614182-2EDC-4C27-994D-562D342F6DDC}" type="parTrans" cxnId="{9DC7081F-C44E-4D77-BD3D-559F6EC7C2F4}">
      <dgm:prSet/>
      <dgm:spPr/>
      <dgm:t>
        <a:bodyPr/>
        <a:lstStyle/>
        <a:p>
          <a:endParaRPr lang="en-US"/>
        </a:p>
      </dgm:t>
    </dgm:pt>
    <dgm:pt modelId="{93CB5F8D-1893-4B38-A44B-0AE92E25F990}" type="sibTrans" cxnId="{9DC7081F-C44E-4D77-BD3D-559F6EC7C2F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496FF0-A3CB-4ED4-8B91-EC68EBCC86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Medium-term </a:t>
          </a:r>
          <a:r>
            <a:rPr lang="en-US"/>
            <a:t> Lead experimental projects in embedded systems and IOT innovation.</a:t>
          </a:r>
        </a:p>
      </dgm:t>
    </dgm:pt>
    <dgm:pt modelId="{7BC607FA-9EA2-4FC4-94A9-C6E02FAF5572}" type="parTrans" cxnId="{FBC7F5FD-DB7C-4BE2-8BBA-EE5F4AC018E5}">
      <dgm:prSet/>
      <dgm:spPr/>
      <dgm:t>
        <a:bodyPr/>
        <a:lstStyle/>
        <a:p>
          <a:endParaRPr lang="en-US"/>
        </a:p>
      </dgm:t>
    </dgm:pt>
    <dgm:pt modelId="{C77DBB35-1EDF-4D82-BBAF-CE917A7D65C4}" type="sibTrans" cxnId="{FBC7F5FD-DB7C-4BE2-8BBA-EE5F4AC018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0D9AC4-E4DF-45C0-AAAD-F2031DBCF8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Long-term </a:t>
          </a:r>
          <a:r>
            <a:rPr lang="en-US"/>
            <a:t> Become a research leader who can drive breakthrough technologies and mentor future R&amp;D talent</a:t>
          </a:r>
        </a:p>
      </dgm:t>
    </dgm:pt>
    <dgm:pt modelId="{ABE6B914-7E30-41DF-920C-A681B44C967A}" type="parTrans" cxnId="{4369D3CB-5C43-4709-859A-94AC180F6510}">
      <dgm:prSet/>
      <dgm:spPr/>
      <dgm:t>
        <a:bodyPr/>
        <a:lstStyle/>
        <a:p>
          <a:endParaRPr lang="en-US"/>
        </a:p>
      </dgm:t>
    </dgm:pt>
    <dgm:pt modelId="{68A06388-FD0A-40C0-A773-FC2CBE7DEC26}" type="sibTrans" cxnId="{4369D3CB-5C43-4709-859A-94AC180F6510}">
      <dgm:prSet/>
      <dgm:spPr/>
      <dgm:t>
        <a:bodyPr/>
        <a:lstStyle/>
        <a:p>
          <a:endParaRPr lang="en-US"/>
        </a:p>
      </dgm:t>
    </dgm:pt>
    <dgm:pt modelId="{81CBF709-8A28-4DEA-85B7-15A8D0F2FB29}" type="pres">
      <dgm:prSet presAssocID="{1C39850E-267F-40D2-B1FA-9AA5B2256C92}" presName="root" presStyleCnt="0">
        <dgm:presLayoutVars>
          <dgm:dir/>
          <dgm:resizeHandles val="exact"/>
        </dgm:presLayoutVars>
      </dgm:prSet>
      <dgm:spPr/>
    </dgm:pt>
    <dgm:pt modelId="{3E1E60A4-310D-4416-81C2-E2D5BB8B4C99}" type="pres">
      <dgm:prSet presAssocID="{1C39850E-267F-40D2-B1FA-9AA5B2256C92}" presName="container" presStyleCnt="0">
        <dgm:presLayoutVars>
          <dgm:dir/>
          <dgm:resizeHandles val="exact"/>
        </dgm:presLayoutVars>
      </dgm:prSet>
      <dgm:spPr/>
    </dgm:pt>
    <dgm:pt modelId="{4D8F03AE-0F4A-4FCB-837C-EA536D7A681B}" type="pres">
      <dgm:prSet presAssocID="{AEE5BDBA-872D-4BB7-B805-8FEFEEF5EE17}" presName="compNode" presStyleCnt="0"/>
      <dgm:spPr/>
    </dgm:pt>
    <dgm:pt modelId="{9EBA8CF5-D157-441B-9C2B-33E602BC6D4F}" type="pres">
      <dgm:prSet presAssocID="{AEE5BDBA-872D-4BB7-B805-8FEFEEF5EE17}" presName="iconBgRect" presStyleLbl="bgShp" presStyleIdx="0" presStyleCnt="4"/>
      <dgm:spPr/>
    </dgm:pt>
    <dgm:pt modelId="{838D7EF6-4DE9-4620-A63B-6B6BB889F85B}" type="pres">
      <dgm:prSet presAssocID="{AEE5BDBA-872D-4BB7-B805-8FEFEEF5EE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7B94AF3-6CC2-433A-9A96-9C4AACD3320C}" type="pres">
      <dgm:prSet presAssocID="{AEE5BDBA-872D-4BB7-B805-8FEFEEF5EE17}" presName="spaceRect" presStyleCnt="0"/>
      <dgm:spPr/>
    </dgm:pt>
    <dgm:pt modelId="{48B6FC51-A90E-44FD-BE26-9863E7B86241}" type="pres">
      <dgm:prSet presAssocID="{AEE5BDBA-872D-4BB7-B805-8FEFEEF5EE17}" presName="textRect" presStyleLbl="revTx" presStyleIdx="0" presStyleCnt="4">
        <dgm:presLayoutVars>
          <dgm:chMax val="1"/>
          <dgm:chPref val="1"/>
        </dgm:presLayoutVars>
      </dgm:prSet>
      <dgm:spPr/>
    </dgm:pt>
    <dgm:pt modelId="{180D7004-1D99-44C3-8020-C0ACC40C2FF8}" type="pres">
      <dgm:prSet presAssocID="{0DDDED04-5CCF-4D4F-85CE-00294CF6C0CF}" presName="sibTrans" presStyleLbl="sibTrans2D1" presStyleIdx="0" presStyleCnt="0"/>
      <dgm:spPr/>
    </dgm:pt>
    <dgm:pt modelId="{B706A44B-F365-41AF-B3A9-AD0F873E2928}" type="pres">
      <dgm:prSet presAssocID="{26084F09-38A9-4321-9B34-DE516D809B4C}" presName="compNode" presStyleCnt="0"/>
      <dgm:spPr/>
    </dgm:pt>
    <dgm:pt modelId="{93CFE4D0-21C5-4647-962C-6EE6EBDDE918}" type="pres">
      <dgm:prSet presAssocID="{26084F09-38A9-4321-9B34-DE516D809B4C}" presName="iconBgRect" presStyleLbl="bgShp" presStyleIdx="1" presStyleCnt="4"/>
      <dgm:spPr/>
    </dgm:pt>
    <dgm:pt modelId="{A3D85D72-0215-4FAC-B2FE-DA76977CFF56}" type="pres">
      <dgm:prSet presAssocID="{26084F09-38A9-4321-9B34-DE516D809B4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DD2C58A-0008-47D3-90F1-9DF8464DCB00}" type="pres">
      <dgm:prSet presAssocID="{26084F09-38A9-4321-9B34-DE516D809B4C}" presName="spaceRect" presStyleCnt="0"/>
      <dgm:spPr/>
    </dgm:pt>
    <dgm:pt modelId="{2C47216F-C354-477C-AB5B-842C4D5D5187}" type="pres">
      <dgm:prSet presAssocID="{26084F09-38A9-4321-9B34-DE516D809B4C}" presName="textRect" presStyleLbl="revTx" presStyleIdx="1" presStyleCnt="4">
        <dgm:presLayoutVars>
          <dgm:chMax val="1"/>
          <dgm:chPref val="1"/>
        </dgm:presLayoutVars>
      </dgm:prSet>
      <dgm:spPr/>
    </dgm:pt>
    <dgm:pt modelId="{5F2B8096-51C4-470C-8551-12F411F38902}" type="pres">
      <dgm:prSet presAssocID="{93CB5F8D-1893-4B38-A44B-0AE92E25F990}" presName="sibTrans" presStyleLbl="sibTrans2D1" presStyleIdx="0" presStyleCnt="0"/>
      <dgm:spPr/>
    </dgm:pt>
    <dgm:pt modelId="{84CDB36A-E9E2-4E64-AB8B-5276617EAD6C}" type="pres">
      <dgm:prSet presAssocID="{02496FF0-A3CB-4ED4-8B91-EC68EBCC8672}" presName="compNode" presStyleCnt="0"/>
      <dgm:spPr/>
    </dgm:pt>
    <dgm:pt modelId="{9DE68994-2153-45E3-8B20-5E634689EF4D}" type="pres">
      <dgm:prSet presAssocID="{02496FF0-A3CB-4ED4-8B91-EC68EBCC8672}" presName="iconBgRect" presStyleLbl="bgShp" presStyleIdx="2" presStyleCnt="4"/>
      <dgm:spPr/>
    </dgm:pt>
    <dgm:pt modelId="{32BCB867-076E-4A91-BE6D-ACBECDBF28AC}" type="pres">
      <dgm:prSet presAssocID="{02496FF0-A3CB-4ED4-8B91-EC68EBCC86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3B7BA746-C700-4C5D-B06F-5D4840D1DE51}" type="pres">
      <dgm:prSet presAssocID="{02496FF0-A3CB-4ED4-8B91-EC68EBCC8672}" presName="spaceRect" presStyleCnt="0"/>
      <dgm:spPr/>
    </dgm:pt>
    <dgm:pt modelId="{2CBCA65B-69DB-46B1-9273-EE25483C9986}" type="pres">
      <dgm:prSet presAssocID="{02496FF0-A3CB-4ED4-8B91-EC68EBCC8672}" presName="textRect" presStyleLbl="revTx" presStyleIdx="2" presStyleCnt="4">
        <dgm:presLayoutVars>
          <dgm:chMax val="1"/>
          <dgm:chPref val="1"/>
        </dgm:presLayoutVars>
      </dgm:prSet>
      <dgm:spPr/>
    </dgm:pt>
    <dgm:pt modelId="{D326F6CA-BE57-4824-B3C6-3DBF52912DD0}" type="pres">
      <dgm:prSet presAssocID="{C77DBB35-1EDF-4D82-BBAF-CE917A7D65C4}" presName="sibTrans" presStyleLbl="sibTrans2D1" presStyleIdx="0" presStyleCnt="0"/>
      <dgm:spPr/>
    </dgm:pt>
    <dgm:pt modelId="{7F925EE2-535C-4A1B-85EA-5DCAE77D3AD4}" type="pres">
      <dgm:prSet presAssocID="{D60D9AC4-E4DF-45C0-AAAD-F2031DBCF83C}" presName="compNode" presStyleCnt="0"/>
      <dgm:spPr/>
    </dgm:pt>
    <dgm:pt modelId="{6509AC71-F847-49D5-94F3-5EC707407176}" type="pres">
      <dgm:prSet presAssocID="{D60D9AC4-E4DF-45C0-AAAD-F2031DBCF83C}" presName="iconBgRect" presStyleLbl="bgShp" presStyleIdx="3" presStyleCnt="4"/>
      <dgm:spPr/>
    </dgm:pt>
    <dgm:pt modelId="{624B0353-7B81-46CC-86E1-7206050D3D08}" type="pres">
      <dgm:prSet presAssocID="{D60D9AC4-E4DF-45C0-AAAD-F2031DBCF8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85DAC83-0896-4D97-9C68-6073635E7C05}" type="pres">
      <dgm:prSet presAssocID="{D60D9AC4-E4DF-45C0-AAAD-F2031DBCF83C}" presName="spaceRect" presStyleCnt="0"/>
      <dgm:spPr/>
    </dgm:pt>
    <dgm:pt modelId="{841F38E1-A05E-4059-BA19-E3C298F444B4}" type="pres">
      <dgm:prSet presAssocID="{D60D9AC4-E4DF-45C0-AAAD-F2031DBCF83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EE3F50A-F9F8-4F67-B154-9150221D9CE3}" type="presOf" srcId="{C77DBB35-1EDF-4D82-BBAF-CE917A7D65C4}" destId="{D326F6CA-BE57-4824-B3C6-3DBF52912DD0}" srcOrd="0" destOrd="0" presId="urn:microsoft.com/office/officeart/2018/2/layout/IconCircleList"/>
    <dgm:cxn modelId="{96AD1814-0826-463F-A921-4BE58D72499A}" type="presOf" srcId="{0DDDED04-5CCF-4D4F-85CE-00294CF6C0CF}" destId="{180D7004-1D99-44C3-8020-C0ACC40C2FF8}" srcOrd="0" destOrd="0" presId="urn:microsoft.com/office/officeart/2018/2/layout/IconCircleList"/>
    <dgm:cxn modelId="{9DC7081F-C44E-4D77-BD3D-559F6EC7C2F4}" srcId="{1C39850E-267F-40D2-B1FA-9AA5B2256C92}" destId="{26084F09-38A9-4321-9B34-DE516D809B4C}" srcOrd="1" destOrd="0" parTransId="{B9614182-2EDC-4C27-994D-562D342F6DDC}" sibTransId="{93CB5F8D-1893-4B38-A44B-0AE92E25F990}"/>
    <dgm:cxn modelId="{AAB46E54-279A-40F9-8BB0-2B96E9DB7C57}" type="presOf" srcId="{02496FF0-A3CB-4ED4-8B91-EC68EBCC8672}" destId="{2CBCA65B-69DB-46B1-9273-EE25483C9986}" srcOrd="0" destOrd="0" presId="urn:microsoft.com/office/officeart/2018/2/layout/IconCircleList"/>
    <dgm:cxn modelId="{C7EB2A58-D668-4075-8046-4D83B9D8D505}" type="presOf" srcId="{D60D9AC4-E4DF-45C0-AAAD-F2031DBCF83C}" destId="{841F38E1-A05E-4059-BA19-E3C298F444B4}" srcOrd="0" destOrd="0" presId="urn:microsoft.com/office/officeart/2018/2/layout/IconCircleList"/>
    <dgm:cxn modelId="{85488B79-E76B-46F1-A3F2-0E65BEA017CC}" type="presOf" srcId="{93CB5F8D-1893-4B38-A44B-0AE92E25F990}" destId="{5F2B8096-51C4-470C-8551-12F411F38902}" srcOrd="0" destOrd="0" presId="urn:microsoft.com/office/officeart/2018/2/layout/IconCircleList"/>
    <dgm:cxn modelId="{26E08F97-D31C-47B2-9142-B3D4EF46D5A4}" srcId="{1C39850E-267F-40D2-B1FA-9AA5B2256C92}" destId="{AEE5BDBA-872D-4BB7-B805-8FEFEEF5EE17}" srcOrd="0" destOrd="0" parTransId="{E3C79308-B9CB-4B09-AB40-1AE71586798E}" sibTransId="{0DDDED04-5CCF-4D4F-85CE-00294CF6C0CF}"/>
    <dgm:cxn modelId="{4369D3CB-5C43-4709-859A-94AC180F6510}" srcId="{1C39850E-267F-40D2-B1FA-9AA5B2256C92}" destId="{D60D9AC4-E4DF-45C0-AAAD-F2031DBCF83C}" srcOrd="3" destOrd="0" parTransId="{ABE6B914-7E30-41DF-920C-A681B44C967A}" sibTransId="{68A06388-FD0A-40C0-A773-FC2CBE7DEC26}"/>
    <dgm:cxn modelId="{C90808CC-F341-47D3-8E8B-F4C618938A14}" type="presOf" srcId="{AEE5BDBA-872D-4BB7-B805-8FEFEEF5EE17}" destId="{48B6FC51-A90E-44FD-BE26-9863E7B86241}" srcOrd="0" destOrd="0" presId="urn:microsoft.com/office/officeart/2018/2/layout/IconCircleList"/>
    <dgm:cxn modelId="{9C9616D9-B65C-4C26-8B12-AA62906CB9DA}" type="presOf" srcId="{1C39850E-267F-40D2-B1FA-9AA5B2256C92}" destId="{81CBF709-8A28-4DEA-85B7-15A8D0F2FB29}" srcOrd="0" destOrd="0" presId="urn:microsoft.com/office/officeart/2018/2/layout/IconCircleList"/>
    <dgm:cxn modelId="{FBC7F5FD-DB7C-4BE2-8BBA-EE5F4AC018E5}" srcId="{1C39850E-267F-40D2-B1FA-9AA5B2256C92}" destId="{02496FF0-A3CB-4ED4-8B91-EC68EBCC8672}" srcOrd="2" destOrd="0" parTransId="{7BC607FA-9EA2-4FC4-94A9-C6E02FAF5572}" sibTransId="{C77DBB35-1EDF-4D82-BBAF-CE917A7D65C4}"/>
    <dgm:cxn modelId="{872EC6FF-A026-43FF-A1B4-D3CEB8A8345B}" type="presOf" srcId="{26084F09-38A9-4321-9B34-DE516D809B4C}" destId="{2C47216F-C354-477C-AB5B-842C4D5D5187}" srcOrd="0" destOrd="0" presId="urn:microsoft.com/office/officeart/2018/2/layout/IconCircleList"/>
    <dgm:cxn modelId="{89E54954-8D40-4BD3-91C0-B1E4608EAC4E}" type="presParOf" srcId="{81CBF709-8A28-4DEA-85B7-15A8D0F2FB29}" destId="{3E1E60A4-310D-4416-81C2-E2D5BB8B4C99}" srcOrd="0" destOrd="0" presId="urn:microsoft.com/office/officeart/2018/2/layout/IconCircleList"/>
    <dgm:cxn modelId="{142BA7FF-D527-441A-8EBA-79E0931F45ED}" type="presParOf" srcId="{3E1E60A4-310D-4416-81C2-E2D5BB8B4C99}" destId="{4D8F03AE-0F4A-4FCB-837C-EA536D7A681B}" srcOrd="0" destOrd="0" presId="urn:microsoft.com/office/officeart/2018/2/layout/IconCircleList"/>
    <dgm:cxn modelId="{BF365705-4B22-4176-ABC9-B67ECA98DEBE}" type="presParOf" srcId="{4D8F03AE-0F4A-4FCB-837C-EA536D7A681B}" destId="{9EBA8CF5-D157-441B-9C2B-33E602BC6D4F}" srcOrd="0" destOrd="0" presId="urn:microsoft.com/office/officeart/2018/2/layout/IconCircleList"/>
    <dgm:cxn modelId="{C4AD6425-CAFC-4F93-9634-949DD2698B39}" type="presParOf" srcId="{4D8F03AE-0F4A-4FCB-837C-EA536D7A681B}" destId="{838D7EF6-4DE9-4620-A63B-6B6BB889F85B}" srcOrd="1" destOrd="0" presId="urn:microsoft.com/office/officeart/2018/2/layout/IconCircleList"/>
    <dgm:cxn modelId="{FDA0CA80-ED37-489F-A5B7-771D89BCEDED}" type="presParOf" srcId="{4D8F03AE-0F4A-4FCB-837C-EA536D7A681B}" destId="{47B94AF3-6CC2-433A-9A96-9C4AACD3320C}" srcOrd="2" destOrd="0" presId="urn:microsoft.com/office/officeart/2018/2/layout/IconCircleList"/>
    <dgm:cxn modelId="{D3F2D28D-ECBB-4203-AB67-B2C12D1BD647}" type="presParOf" srcId="{4D8F03AE-0F4A-4FCB-837C-EA536D7A681B}" destId="{48B6FC51-A90E-44FD-BE26-9863E7B86241}" srcOrd="3" destOrd="0" presId="urn:microsoft.com/office/officeart/2018/2/layout/IconCircleList"/>
    <dgm:cxn modelId="{0361CDAC-4661-4AD9-9567-23402760BCDC}" type="presParOf" srcId="{3E1E60A4-310D-4416-81C2-E2D5BB8B4C99}" destId="{180D7004-1D99-44C3-8020-C0ACC40C2FF8}" srcOrd="1" destOrd="0" presId="urn:microsoft.com/office/officeart/2018/2/layout/IconCircleList"/>
    <dgm:cxn modelId="{5AA92E9B-E632-42BB-8315-57B74C618FC2}" type="presParOf" srcId="{3E1E60A4-310D-4416-81C2-E2D5BB8B4C99}" destId="{B706A44B-F365-41AF-B3A9-AD0F873E2928}" srcOrd="2" destOrd="0" presId="urn:microsoft.com/office/officeart/2018/2/layout/IconCircleList"/>
    <dgm:cxn modelId="{15EC6969-1084-4D78-834C-E26F7DDDBFB1}" type="presParOf" srcId="{B706A44B-F365-41AF-B3A9-AD0F873E2928}" destId="{93CFE4D0-21C5-4647-962C-6EE6EBDDE918}" srcOrd="0" destOrd="0" presId="urn:microsoft.com/office/officeart/2018/2/layout/IconCircleList"/>
    <dgm:cxn modelId="{4F87C905-DC6D-4985-AC5D-1A74608E1DC1}" type="presParOf" srcId="{B706A44B-F365-41AF-B3A9-AD0F873E2928}" destId="{A3D85D72-0215-4FAC-B2FE-DA76977CFF56}" srcOrd="1" destOrd="0" presId="urn:microsoft.com/office/officeart/2018/2/layout/IconCircleList"/>
    <dgm:cxn modelId="{B5F6236F-4721-46B3-B492-02F46964E765}" type="presParOf" srcId="{B706A44B-F365-41AF-B3A9-AD0F873E2928}" destId="{9DD2C58A-0008-47D3-90F1-9DF8464DCB00}" srcOrd="2" destOrd="0" presId="urn:microsoft.com/office/officeart/2018/2/layout/IconCircleList"/>
    <dgm:cxn modelId="{F31D14C2-06F3-4364-BEB8-017F9EE4A841}" type="presParOf" srcId="{B706A44B-F365-41AF-B3A9-AD0F873E2928}" destId="{2C47216F-C354-477C-AB5B-842C4D5D5187}" srcOrd="3" destOrd="0" presId="urn:microsoft.com/office/officeart/2018/2/layout/IconCircleList"/>
    <dgm:cxn modelId="{04D0E477-234E-420E-BFD4-9E9763F17829}" type="presParOf" srcId="{3E1E60A4-310D-4416-81C2-E2D5BB8B4C99}" destId="{5F2B8096-51C4-470C-8551-12F411F38902}" srcOrd="3" destOrd="0" presId="urn:microsoft.com/office/officeart/2018/2/layout/IconCircleList"/>
    <dgm:cxn modelId="{BD56524B-000E-46E4-A306-300EAE95F6BB}" type="presParOf" srcId="{3E1E60A4-310D-4416-81C2-E2D5BB8B4C99}" destId="{84CDB36A-E9E2-4E64-AB8B-5276617EAD6C}" srcOrd="4" destOrd="0" presId="urn:microsoft.com/office/officeart/2018/2/layout/IconCircleList"/>
    <dgm:cxn modelId="{7C1F59DA-1F02-4B19-8567-2E7CF1062A73}" type="presParOf" srcId="{84CDB36A-E9E2-4E64-AB8B-5276617EAD6C}" destId="{9DE68994-2153-45E3-8B20-5E634689EF4D}" srcOrd="0" destOrd="0" presId="urn:microsoft.com/office/officeart/2018/2/layout/IconCircleList"/>
    <dgm:cxn modelId="{8F8165DD-B2DE-468D-8EFD-733A33D9EC8E}" type="presParOf" srcId="{84CDB36A-E9E2-4E64-AB8B-5276617EAD6C}" destId="{32BCB867-076E-4A91-BE6D-ACBECDBF28AC}" srcOrd="1" destOrd="0" presId="urn:microsoft.com/office/officeart/2018/2/layout/IconCircleList"/>
    <dgm:cxn modelId="{AA91E80C-A636-4291-B851-B7A09F4F0DD1}" type="presParOf" srcId="{84CDB36A-E9E2-4E64-AB8B-5276617EAD6C}" destId="{3B7BA746-C700-4C5D-B06F-5D4840D1DE51}" srcOrd="2" destOrd="0" presId="urn:microsoft.com/office/officeart/2018/2/layout/IconCircleList"/>
    <dgm:cxn modelId="{A8323228-BE64-4DD5-AAC0-DBEDD709636C}" type="presParOf" srcId="{84CDB36A-E9E2-4E64-AB8B-5276617EAD6C}" destId="{2CBCA65B-69DB-46B1-9273-EE25483C9986}" srcOrd="3" destOrd="0" presId="urn:microsoft.com/office/officeart/2018/2/layout/IconCircleList"/>
    <dgm:cxn modelId="{0B768B53-D7B1-43DE-B939-774669A63E4F}" type="presParOf" srcId="{3E1E60A4-310D-4416-81C2-E2D5BB8B4C99}" destId="{D326F6CA-BE57-4824-B3C6-3DBF52912DD0}" srcOrd="5" destOrd="0" presId="urn:microsoft.com/office/officeart/2018/2/layout/IconCircleList"/>
    <dgm:cxn modelId="{5B70AF39-0152-49AF-9BE9-80E2A5FECE27}" type="presParOf" srcId="{3E1E60A4-310D-4416-81C2-E2D5BB8B4C99}" destId="{7F925EE2-535C-4A1B-85EA-5DCAE77D3AD4}" srcOrd="6" destOrd="0" presId="urn:microsoft.com/office/officeart/2018/2/layout/IconCircleList"/>
    <dgm:cxn modelId="{CF266AE8-38FA-4354-9F37-577E194F23B5}" type="presParOf" srcId="{7F925EE2-535C-4A1B-85EA-5DCAE77D3AD4}" destId="{6509AC71-F847-49D5-94F3-5EC707407176}" srcOrd="0" destOrd="0" presId="urn:microsoft.com/office/officeart/2018/2/layout/IconCircleList"/>
    <dgm:cxn modelId="{901022AE-3459-4274-94A4-995F5E2EDF1D}" type="presParOf" srcId="{7F925EE2-535C-4A1B-85EA-5DCAE77D3AD4}" destId="{624B0353-7B81-46CC-86E1-7206050D3D08}" srcOrd="1" destOrd="0" presId="urn:microsoft.com/office/officeart/2018/2/layout/IconCircleList"/>
    <dgm:cxn modelId="{50B97C79-BD18-4A47-8E00-B3FA9947D7CA}" type="presParOf" srcId="{7F925EE2-535C-4A1B-85EA-5DCAE77D3AD4}" destId="{E85DAC83-0896-4D97-9C68-6073635E7C05}" srcOrd="2" destOrd="0" presId="urn:microsoft.com/office/officeart/2018/2/layout/IconCircleList"/>
    <dgm:cxn modelId="{87DB3ED2-29EF-4A72-9F99-AA092AC38CE4}" type="presParOf" srcId="{7F925EE2-535C-4A1B-85EA-5DCAE77D3AD4}" destId="{841F38E1-A05E-4059-BA19-E3C298F444B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F5F1650-87DB-4EC5-96C9-CE119BFA7B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480089-1E5E-4702-AE20-F97F2ADCD0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Value I Bring to MachaDev</a:t>
          </a:r>
        </a:p>
      </dgm:t>
    </dgm:pt>
    <dgm:pt modelId="{F75EB40B-AD3A-4AE9-9A8E-5873A8134C0B}" type="parTrans" cxnId="{E44E002C-74FC-470C-A859-9515A8377D29}">
      <dgm:prSet/>
      <dgm:spPr/>
      <dgm:t>
        <a:bodyPr/>
        <a:lstStyle/>
        <a:p>
          <a:endParaRPr lang="en-US"/>
        </a:p>
      </dgm:t>
    </dgm:pt>
    <dgm:pt modelId="{DE7B2C33-8BF7-4218-99E7-4CE913D1F8FF}" type="sibTrans" cxnId="{E44E002C-74FC-470C-A859-9515A8377D29}">
      <dgm:prSet/>
      <dgm:spPr/>
      <dgm:t>
        <a:bodyPr/>
        <a:lstStyle/>
        <a:p>
          <a:endParaRPr lang="en-US"/>
        </a:p>
      </dgm:t>
    </dgm:pt>
    <dgm:pt modelId="{59FABF10-7D4D-4175-ADB6-86B00D820C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Fresh Perspective </a:t>
          </a:r>
          <a:r>
            <a:rPr lang="en-US"/>
            <a:t> Academic insights combined with hands-on project experience.</a:t>
          </a:r>
        </a:p>
      </dgm:t>
    </dgm:pt>
    <dgm:pt modelId="{6F4F2A23-3FEA-4302-812B-19E3E1D921A4}" type="parTrans" cxnId="{91DA91E1-9C09-4181-969B-E57065864FF6}">
      <dgm:prSet/>
      <dgm:spPr/>
      <dgm:t>
        <a:bodyPr/>
        <a:lstStyle/>
        <a:p>
          <a:endParaRPr lang="en-US"/>
        </a:p>
      </dgm:t>
    </dgm:pt>
    <dgm:pt modelId="{1445F6D3-ECC8-4404-8268-9C2A195409D7}" type="sibTrans" cxnId="{91DA91E1-9C09-4181-969B-E57065864FF6}">
      <dgm:prSet/>
      <dgm:spPr/>
      <dgm:t>
        <a:bodyPr/>
        <a:lstStyle/>
        <a:p>
          <a:endParaRPr lang="en-US"/>
        </a:p>
      </dgm:t>
    </dgm:pt>
    <dgm:pt modelId="{A2F65AAE-243F-4720-99C9-B88A23BD9C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Technical Versatility </a:t>
          </a:r>
          <a:r>
            <a:rPr lang="en-US"/>
            <a:t> Ability to work across multiple domains - from circuit design to mobile app development.</a:t>
          </a:r>
        </a:p>
      </dgm:t>
    </dgm:pt>
    <dgm:pt modelId="{6E27E1B5-2414-4B50-AD39-6269F0EFC39B}" type="parTrans" cxnId="{59173B4E-C081-422C-8DD6-BA1A952FC78A}">
      <dgm:prSet/>
      <dgm:spPr/>
      <dgm:t>
        <a:bodyPr/>
        <a:lstStyle/>
        <a:p>
          <a:endParaRPr lang="en-US"/>
        </a:p>
      </dgm:t>
    </dgm:pt>
    <dgm:pt modelId="{D9EFEA88-54D3-46E0-BA00-7CBEE3BB5A2B}" type="sibTrans" cxnId="{59173B4E-C081-422C-8DD6-BA1A952FC78A}">
      <dgm:prSet/>
      <dgm:spPr/>
      <dgm:t>
        <a:bodyPr/>
        <a:lstStyle/>
        <a:p>
          <a:endParaRPr lang="en-US"/>
        </a:p>
      </dgm:t>
    </dgm:pt>
    <dgm:pt modelId="{501DD7DC-726D-4ECC-9710-95A234CC30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Commitment to Excellence </a:t>
          </a:r>
          <a:r>
            <a:rPr lang="en-US"/>
            <a:t> Track record of consistent high performance and continuous learning.</a:t>
          </a:r>
        </a:p>
      </dgm:t>
    </dgm:pt>
    <dgm:pt modelId="{621226DA-AFB5-4796-9AFE-57FDC98CEC65}" type="parTrans" cxnId="{76DEF89B-161B-408A-B811-1428CAE919FB}">
      <dgm:prSet/>
      <dgm:spPr/>
      <dgm:t>
        <a:bodyPr/>
        <a:lstStyle/>
        <a:p>
          <a:endParaRPr lang="en-US"/>
        </a:p>
      </dgm:t>
    </dgm:pt>
    <dgm:pt modelId="{791F700F-17F9-4B38-B921-32572F1BDB5B}" type="sibTrans" cxnId="{76DEF89B-161B-408A-B811-1428CAE919FB}">
      <dgm:prSet/>
      <dgm:spPr/>
      <dgm:t>
        <a:bodyPr/>
        <a:lstStyle/>
        <a:p>
          <a:endParaRPr lang="en-US"/>
        </a:p>
      </dgm:t>
    </dgm:pt>
    <dgm:pt modelId="{1567D9EE-623D-41A8-883F-D90C593F8815}" type="pres">
      <dgm:prSet presAssocID="{5F5F1650-87DB-4EC5-96C9-CE119BFA7BF7}" presName="root" presStyleCnt="0">
        <dgm:presLayoutVars>
          <dgm:dir/>
          <dgm:resizeHandles val="exact"/>
        </dgm:presLayoutVars>
      </dgm:prSet>
      <dgm:spPr/>
    </dgm:pt>
    <dgm:pt modelId="{BD7B53DF-7280-4150-BBA7-336C71868468}" type="pres">
      <dgm:prSet presAssocID="{78480089-1E5E-4702-AE20-F97F2ADCD0E0}" presName="compNode" presStyleCnt="0"/>
      <dgm:spPr/>
    </dgm:pt>
    <dgm:pt modelId="{A7151DB5-871D-45FC-B9AC-8761E1245C4D}" type="pres">
      <dgm:prSet presAssocID="{78480089-1E5E-4702-AE20-F97F2ADCD0E0}" presName="bgRect" presStyleLbl="bgShp" presStyleIdx="0" presStyleCnt="4"/>
      <dgm:spPr/>
    </dgm:pt>
    <dgm:pt modelId="{B0894C35-4FB6-46DF-AF56-6A52F262253B}" type="pres">
      <dgm:prSet presAssocID="{78480089-1E5E-4702-AE20-F97F2ADCD0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12F90BD-B454-4523-9038-E1455208E338}" type="pres">
      <dgm:prSet presAssocID="{78480089-1E5E-4702-AE20-F97F2ADCD0E0}" presName="spaceRect" presStyleCnt="0"/>
      <dgm:spPr/>
    </dgm:pt>
    <dgm:pt modelId="{91A06E8B-65B1-402C-8617-24CA66A55833}" type="pres">
      <dgm:prSet presAssocID="{78480089-1E5E-4702-AE20-F97F2ADCD0E0}" presName="parTx" presStyleLbl="revTx" presStyleIdx="0" presStyleCnt="4">
        <dgm:presLayoutVars>
          <dgm:chMax val="0"/>
          <dgm:chPref val="0"/>
        </dgm:presLayoutVars>
      </dgm:prSet>
      <dgm:spPr/>
    </dgm:pt>
    <dgm:pt modelId="{C1B684DD-DE76-4BC9-92E0-182BDC4AFBCE}" type="pres">
      <dgm:prSet presAssocID="{DE7B2C33-8BF7-4218-99E7-4CE913D1F8FF}" presName="sibTrans" presStyleCnt="0"/>
      <dgm:spPr/>
    </dgm:pt>
    <dgm:pt modelId="{281E9015-66CC-4C6E-A7D9-4F519AAC5721}" type="pres">
      <dgm:prSet presAssocID="{59FABF10-7D4D-4175-ADB6-86B00D820C32}" presName="compNode" presStyleCnt="0"/>
      <dgm:spPr/>
    </dgm:pt>
    <dgm:pt modelId="{66C227A6-58AE-42AB-BADD-C09E354256E7}" type="pres">
      <dgm:prSet presAssocID="{59FABF10-7D4D-4175-ADB6-86B00D820C32}" presName="bgRect" presStyleLbl="bgShp" presStyleIdx="1" presStyleCnt="4"/>
      <dgm:spPr/>
    </dgm:pt>
    <dgm:pt modelId="{0C69BA2C-3936-41DE-AF58-2703F3F13507}" type="pres">
      <dgm:prSet presAssocID="{59FABF10-7D4D-4175-ADB6-86B00D820C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88BBB3C-3003-479B-A4E9-6B7F5072C14B}" type="pres">
      <dgm:prSet presAssocID="{59FABF10-7D4D-4175-ADB6-86B00D820C32}" presName="spaceRect" presStyleCnt="0"/>
      <dgm:spPr/>
    </dgm:pt>
    <dgm:pt modelId="{19A5FE0C-AF66-4F5C-B909-3902DF8A6574}" type="pres">
      <dgm:prSet presAssocID="{59FABF10-7D4D-4175-ADB6-86B00D820C32}" presName="parTx" presStyleLbl="revTx" presStyleIdx="1" presStyleCnt="4">
        <dgm:presLayoutVars>
          <dgm:chMax val="0"/>
          <dgm:chPref val="0"/>
        </dgm:presLayoutVars>
      </dgm:prSet>
      <dgm:spPr/>
    </dgm:pt>
    <dgm:pt modelId="{C8319AF7-0AF3-4A03-9E3A-2A6C43BDF38F}" type="pres">
      <dgm:prSet presAssocID="{1445F6D3-ECC8-4404-8268-9C2A195409D7}" presName="sibTrans" presStyleCnt="0"/>
      <dgm:spPr/>
    </dgm:pt>
    <dgm:pt modelId="{C49F5C44-1844-4646-9042-3159C576A1E9}" type="pres">
      <dgm:prSet presAssocID="{A2F65AAE-243F-4720-99C9-B88A23BD9C75}" presName="compNode" presStyleCnt="0"/>
      <dgm:spPr/>
    </dgm:pt>
    <dgm:pt modelId="{19CDF902-0F9F-4112-9D79-76F2D7AF568A}" type="pres">
      <dgm:prSet presAssocID="{A2F65AAE-243F-4720-99C9-B88A23BD9C75}" presName="bgRect" presStyleLbl="bgShp" presStyleIdx="2" presStyleCnt="4"/>
      <dgm:spPr/>
    </dgm:pt>
    <dgm:pt modelId="{5D9D2BA9-6BF3-4354-AFC4-B1799A3BE21E}" type="pres">
      <dgm:prSet presAssocID="{A2F65AAE-243F-4720-99C9-B88A23BD9C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7020D6-515B-457A-9041-6E4BEDB969F7}" type="pres">
      <dgm:prSet presAssocID="{A2F65AAE-243F-4720-99C9-B88A23BD9C75}" presName="spaceRect" presStyleCnt="0"/>
      <dgm:spPr/>
    </dgm:pt>
    <dgm:pt modelId="{7AC9521E-B06F-4930-BBA5-865C795589E8}" type="pres">
      <dgm:prSet presAssocID="{A2F65AAE-243F-4720-99C9-B88A23BD9C75}" presName="parTx" presStyleLbl="revTx" presStyleIdx="2" presStyleCnt="4">
        <dgm:presLayoutVars>
          <dgm:chMax val="0"/>
          <dgm:chPref val="0"/>
        </dgm:presLayoutVars>
      </dgm:prSet>
      <dgm:spPr/>
    </dgm:pt>
    <dgm:pt modelId="{CABB13F0-BD96-405B-8E72-3CF23161E3B4}" type="pres">
      <dgm:prSet presAssocID="{D9EFEA88-54D3-46E0-BA00-7CBEE3BB5A2B}" presName="sibTrans" presStyleCnt="0"/>
      <dgm:spPr/>
    </dgm:pt>
    <dgm:pt modelId="{2DE789CB-04E4-45B6-B836-6A7527C87F09}" type="pres">
      <dgm:prSet presAssocID="{501DD7DC-726D-4ECC-9710-95A234CC30C4}" presName="compNode" presStyleCnt="0"/>
      <dgm:spPr/>
    </dgm:pt>
    <dgm:pt modelId="{0CC594FD-43A1-45E8-BC7B-AE1631012E66}" type="pres">
      <dgm:prSet presAssocID="{501DD7DC-726D-4ECC-9710-95A234CC30C4}" presName="bgRect" presStyleLbl="bgShp" presStyleIdx="3" presStyleCnt="4"/>
      <dgm:spPr/>
    </dgm:pt>
    <dgm:pt modelId="{049E8737-C9CF-40E2-80F9-F3CB6C6B0C0C}" type="pres">
      <dgm:prSet presAssocID="{501DD7DC-726D-4ECC-9710-95A234CC30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835AF620-459D-4886-BCBA-3773642E3051}" type="pres">
      <dgm:prSet presAssocID="{501DD7DC-726D-4ECC-9710-95A234CC30C4}" presName="spaceRect" presStyleCnt="0"/>
      <dgm:spPr/>
    </dgm:pt>
    <dgm:pt modelId="{026237B3-E423-437E-8932-E46F41440E21}" type="pres">
      <dgm:prSet presAssocID="{501DD7DC-726D-4ECC-9710-95A234CC30C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11A9915-9317-466F-B5CE-3984939BEBA0}" type="presOf" srcId="{A2F65AAE-243F-4720-99C9-B88A23BD9C75}" destId="{7AC9521E-B06F-4930-BBA5-865C795589E8}" srcOrd="0" destOrd="0" presId="urn:microsoft.com/office/officeart/2018/2/layout/IconVerticalSolidList"/>
    <dgm:cxn modelId="{7E546929-7FAB-44AA-B7C5-42DF4C76A9A8}" type="presOf" srcId="{78480089-1E5E-4702-AE20-F97F2ADCD0E0}" destId="{91A06E8B-65B1-402C-8617-24CA66A55833}" srcOrd="0" destOrd="0" presId="urn:microsoft.com/office/officeart/2018/2/layout/IconVerticalSolidList"/>
    <dgm:cxn modelId="{E44E002C-74FC-470C-A859-9515A8377D29}" srcId="{5F5F1650-87DB-4EC5-96C9-CE119BFA7BF7}" destId="{78480089-1E5E-4702-AE20-F97F2ADCD0E0}" srcOrd="0" destOrd="0" parTransId="{F75EB40B-AD3A-4AE9-9A8E-5873A8134C0B}" sibTransId="{DE7B2C33-8BF7-4218-99E7-4CE913D1F8FF}"/>
    <dgm:cxn modelId="{D009C331-5A08-4D0C-88CE-4D39FE239E5F}" type="presOf" srcId="{59FABF10-7D4D-4175-ADB6-86B00D820C32}" destId="{19A5FE0C-AF66-4F5C-B909-3902DF8A6574}" srcOrd="0" destOrd="0" presId="urn:microsoft.com/office/officeart/2018/2/layout/IconVerticalSolidList"/>
    <dgm:cxn modelId="{DBF71F5B-E646-4560-84AA-14D65AC8D48C}" type="presOf" srcId="{501DD7DC-726D-4ECC-9710-95A234CC30C4}" destId="{026237B3-E423-437E-8932-E46F41440E21}" srcOrd="0" destOrd="0" presId="urn:microsoft.com/office/officeart/2018/2/layout/IconVerticalSolidList"/>
    <dgm:cxn modelId="{59173B4E-C081-422C-8DD6-BA1A952FC78A}" srcId="{5F5F1650-87DB-4EC5-96C9-CE119BFA7BF7}" destId="{A2F65AAE-243F-4720-99C9-B88A23BD9C75}" srcOrd="2" destOrd="0" parTransId="{6E27E1B5-2414-4B50-AD39-6269F0EFC39B}" sibTransId="{D9EFEA88-54D3-46E0-BA00-7CBEE3BB5A2B}"/>
    <dgm:cxn modelId="{76DEF89B-161B-408A-B811-1428CAE919FB}" srcId="{5F5F1650-87DB-4EC5-96C9-CE119BFA7BF7}" destId="{501DD7DC-726D-4ECC-9710-95A234CC30C4}" srcOrd="3" destOrd="0" parTransId="{621226DA-AFB5-4796-9AFE-57FDC98CEC65}" sibTransId="{791F700F-17F9-4B38-B921-32572F1BDB5B}"/>
    <dgm:cxn modelId="{91DA91E1-9C09-4181-969B-E57065864FF6}" srcId="{5F5F1650-87DB-4EC5-96C9-CE119BFA7BF7}" destId="{59FABF10-7D4D-4175-ADB6-86B00D820C32}" srcOrd="1" destOrd="0" parTransId="{6F4F2A23-3FEA-4302-812B-19E3E1D921A4}" sibTransId="{1445F6D3-ECC8-4404-8268-9C2A195409D7}"/>
    <dgm:cxn modelId="{A53508E8-8F56-4B0A-BBE2-DBFC10C8A4DE}" type="presOf" srcId="{5F5F1650-87DB-4EC5-96C9-CE119BFA7BF7}" destId="{1567D9EE-623D-41A8-883F-D90C593F8815}" srcOrd="0" destOrd="0" presId="urn:microsoft.com/office/officeart/2018/2/layout/IconVerticalSolidList"/>
    <dgm:cxn modelId="{48003742-246B-4E86-8E4F-A98397E204AB}" type="presParOf" srcId="{1567D9EE-623D-41A8-883F-D90C593F8815}" destId="{BD7B53DF-7280-4150-BBA7-336C71868468}" srcOrd="0" destOrd="0" presId="urn:microsoft.com/office/officeart/2018/2/layout/IconVerticalSolidList"/>
    <dgm:cxn modelId="{44B440C5-269B-4F04-96D7-1F8DE8BD59A6}" type="presParOf" srcId="{BD7B53DF-7280-4150-BBA7-336C71868468}" destId="{A7151DB5-871D-45FC-B9AC-8761E1245C4D}" srcOrd="0" destOrd="0" presId="urn:microsoft.com/office/officeart/2018/2/layout/IconVerticalSolidList"/>
    <dgm:cxn modelId="{E13CF54C-3D0A-46A2-A128-504DEB22763E}" type="presParOf" srcId="{BD7B53DF-7280-4150-BBA7-336C71868468}" destId="{B0894C35-4FB6-46DF-AF56-6A52F262253B}" srcOrd="1" destOrd="0" presId="urn:microsoft.com/office/officeart/2018/2/layout/IconVerticalSolidList"/>
    <dgm:cxn modelId="{1B6BFB36-7CD1-426F-9976-0DC607AEC9A1}" type="presParOf" srcId="{BD7B53DF-7280-4150-BBA7-336C71868468}" destId="{C12F90BD-B454-4523-9038-E1455208E338}" srcOrd="2" destOrd="0" presId="urn:microsoft.com/office/officeart/2018/2/layout/IconVerticalSolidList"/>
    <dgm:cxn modelId="{92E5C9EA-19BF-4BA9-890B-9E92813E9136}" type="presParOf" srcId="{BD7B53DF-7280-4150-BBA7-336C71868468}" destId="{91A06E8B-65B1-402C-8617-24CA66A55833}" srcOrd="3" destOrd="0" presId="urn:microsoft.com/office/officeart/2018/2/layout/IconVerticalSolidList"/>
    <dgm:cxn modelId="{EC78AAD0-A908-46DF-A38D-BA52BBAE945C}" type="presParOf" srcId="{1567D9EE-623D-41A8-883F-D90C593F8815}" destId="{C1B684DD-DE76-4BC9-92E0-182BDC4AFBCE}" srcOrd="1" destOrd="0" presId="urn:microsoft.com/office/officeart/2018/2/layout/IconVerticalSolidList"/>
    <dgm:cxn modelId="{859CDE6E-7979-4304-9D17-F1358EDA96E5}" type="presParOf" srcId="{1567D9EE-623D-41A8-883F-D90C593F8815}" destId="{281E9015-66CC-4C6E-A7D9-4F519AAC5721}" srcOrd="2" destOrd="0" presId="urn:microsoft.com/office/officeart/2018/2/layout/IconVerticalSolidList"/>
    <dgm:cxn modelId="{C00308A9-0EEE-4D64-8597-3F4D93A1A637}" type="presParOf" srcId="{281E9015-66CC-4C6E-A7D9-4F519AAC5721}" destId="{66C227A6-58AE-42AB-BADD-C09E354256E7}" srcOrd="0" destOrd="0" presId="urn:microsoft.com/office/officeart/2018/2/layout/IconVerticalSolidList"/>
    <dgm:cxn modelId="{5182B2E9-9634-42FC-BC1F-844573DA7989}" type="presParOf" srcId="{281E9015-66CC-4C6E-A7D9-4F519AAC5721}" destId="{0C69BA2C-3936-41DE-AF58-2703F3F13507}" srcOrd="1" destOrd="0" presId="urn:microsoft.com/office/officeart/2018/2/layout/IconVerticalSolidList"/>
    <dgm:cxn modelId="{1078CCBA-7637-4601-B707-A08CA603CBF1}" type="presParOf" srcId="{281E9015-66CC-4C6E-A7D9-4F519AAC5721}" destId="{B88BBB3C-3003-479B-A4E9-6B7F5072C14B}" srcOrd="2" destOrd="0" presId="urn:microsoft.com/office/officeart/2018/2/layout/IconVerticalSolidList"/>
    <dgm:cxn modelId="{22F5FBB8-3907-4FB7-8EBF-1F0437C38109}" type="presParOf" srcId="{281E9015-66CC-4C6E-A7D9-4F519AAC5721}" destId="{19A5FE0C-AF66-4F5C-B909-3902DF8A6574}" srcOrd="3" destOrd="0" presId="urn:microsoft.com/office/officeart/2018/2/layout/IconVerticalSolidList"/>
    <dgm:cxn modelId="{74FCC5F1-EF8D-463C-B25E-9F8DECF634C9}" type="presParOf" srcId="{1567D9EE-623D-41A8-883F-D90C593F8815}" destId="{C8319AF7-0AF3-4A03-9E3A-2A6C43BDF38F}" srcOrd="3" destOrd="0" presId="urn:microsoft.com/office/officeart/2018/2/layout/IconVerticalSolidList"/>
    <dgm:cxn modelId="{B901A037-6F5C-4B15-A93C-AD19AAC81F5B}" type="presParOf" srcId="{1567D9EE-623D-41A8-883F-D90C593F8815}" destId="{C49F5C44-1844-4646-9042-3159C576A1E9}" srcOrd="4" destOrd="0" presId="urn:microsoft.com/office/officeart/2018/2/layout/IconVerticalSolidList"/>
    <dgm:cxn modelId="{503B19A9-5FB6-4441-B5A9-749C22C9568A}" type="presParOf" srcId="{C49F5C44-1844-4646-9042-3159C576A1E9}" destId="{19CDF902-0F9F-4112-9D79-76F2D7AF568A}" srcOrd="0" destOrd="0" presId="urn:microsoft.com/office/officeart/2018/2/layout/IconVerticalSolidList"/>
    <dgm:cxn modelId="{57BB5C7E-DE33-41B4-B012-B0071D58DBB5}" type="presParOf" srcId="{C49F5C44-1844-4646-9042-3159C576A1E9}" destId="{5D9D2BA9-6BF3-4354-AFC4-B1799A3BE21E}" srcOrd="1" destOrd="0" presId="urn:microsoft.com/office/officeart/2018/2/layout/IconVerticalSolidList"/>
    <dgm:cxn modelId="{5EC5EFE7-5DB3-4825-BB77-B9A20B50A601}" type="presParOf" srcId="{C49F5C44-1844-4646-9042-3159C576A1E9}" destId="{077020D6-515B-457A-9041-6E4BEDB969F7}" srcOrd="2" destOrd="0" presId="urn:microsoft.com/office/officeart/2018/2/layout/IconVerticalSolidList"/>
    <dgm:cxn modelId="{46664F48-AD2F-4033-BC3D-3B2962D9E9D7}" type="presParOf" srcId="{C49F5C44-1844-4646-9042-3159C576A1E9}" destId="{7AC9521E-B06F-4930-BBA5-865C795589E8}" srcOrd="3" destOrd="0" presId="urn:microsoft.com/office/officeart/2018/2/layout/IconVerticalSolidList"/>
    <dgm:cxn modelId="{C14D3D77-F807-4B96-B50F-2AFCC124FF9E}" type="presParOf" srcId="{1567D9EE-623D-41A8-883F-D90C593F8815}" destId="{CABB13F0-BD96-405B-8E72-3CF23161E3B4}" srcOrd="5" destOrd="0" presId="urn:microsoft.com/office/officeart/2018/2/layout/IconVerticalSolidList"/>
    <dgm:cxn modelId="{35AC8ED8-88BA-407B-B379-FD61C383A058}" type="presParOf" srcId="{1567D9EE-623D-41A8-883F-D90C593F8815}" destId="{2DE789CB-04E4-45B6-B836-6A7527C87F09}" srcOrd="6" destOrd="0" presId="urn:microsoft.com/office/officeart/2018/2/layout/IconVerticalSolidList"/>
    <dgm:cxn modelId="{52E11CC9-803A-4AC2-A9DD-5A130A997B48}" type="presParOf" srcId="{2DE789CB-04E4-45B6-B836-6A7527C87F09}" destId="{0CC594FD-43A1-45E8-BC7B-AE1631012E66}" srcOrd="0" destOrd="0" presId="urn:microsoft.com/office/officeart/2018/2/layout/IconVerticalSolidList"/>
    <dgm:cxn modelId="{ABC1B3D3-3138-49AD-8F60-5B93CE75220B}" type="presParOf" srcId="{2DE789CB-04E4-45B6-B836-6A7527C87F09}" destId="{049E8737-C9CF-40E2-80F9-F3CB6C6B0C0C}" srcOrd="1" destOrd="0" presId="urn:microsoft.com/office/officeart/2018/2/layout/IconVerticalSolidList"/>
    <dgm:cxn modelId="{4C29751C-EC5A-4A83-A7FE-9E3AAAB85884}" type="presParOf" srcId="{2DE789CB-04E4-45B6-B836-6A7527C87F09}" destId="{835AF620-459D-4886-BCBA-3773642E3051}" srcOrd="2" destOrd="0" presId="urn:microsoft.com/office/officeart/2018/2/layout/IconVerticalSolidList"/>
    <dgm:cxn modelId="{2D4CFC19-62E3-410D-B443-1A125DB717B3}" type="presParOf" srcId="{2DE789CB-04E4-45B6-B836-6A7527C87F09}" destId="{026237B3-E423-437E-8932-E46F41440E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DC4F146-F3FB-4938-8E23-919BBD0178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C6DD19-2158-46CE-99D4-578BBFC0D54A}">
      <dgm:prSet/>
      <dgm:spPr/>
      <dgm:t>
        <a:bodyPr/>
        <a:lstStyle/>
        <a:p>
          <a:r>
            <a:rPr lang="en-US"/>
            <a:t>My journey at </a:t>
          </a:r>
          <a:r>
            <a:rPr lang="en-US" b="1"/>
            <a:t>MachaDev</a:t>
          </a:r>
          <a:r>
            <a:rPr lang="en-US"/>
            <a:t> has been one of </a:t>
          </a:r>
          <a:r>
            <a:rPr lang="en-US" b="1"/>
            <a:t>growth, learning, and innovation.</a:t>
          </a:r>
          <a:endParaRPr lang="en-US"/>
        </a:p>
      </dgm:t>
    </dgm:pt>
    <dgm:pt modelId="{B055805A-E1BF-4588-8946-688067F83455}" type="parTrans" cxnId="{44E6E278-A712-4A13-BCDC-6A4AB52F9D8D}">
      <dgm:prSet/>
      <dgm:spPr/>
      <dgm:t>
        <a:bodyPr/>
        <a:lstStyle/>
        <a:p>
          <a:endParaRPr lang="en-US"/>
        </a:p>
      </dgm:t>
    </dgm:pt>
    <dgm:pt modelId="{F422504E-33A0-4880-945B-AE26937CCD78}" type="sibTrans" cxnId="{44E6E278-A712-4A13-BCDC-6A4AB52F9D8D}">
      <dgm:prSet/>
      <dgm:spPr/>
      <dgm:t>
        <a:bodyPr/>
        <a:lstStyle/>
        <a:p>
          <a:endParaRPr lang="en-US"/>
        </a:p>
      </dgm:t>
    </dgm:pt>
    <dgm:pt modelId="{3AF480E3-1B3C-4BF8-A827-327B21B470AE}">
      <dgm:prSet/>
      <dgm:spPr/>
      <dgm:t>
        <a:bodyPr/>
        <a:lstStyle/>
        <a:p>
          <a:r>
            <a:rPr lang="en-US"/>
            <a:t>I’ve transitioned from </a:t>
          </a:r>
          <a:r>
            <a:rPr lang="en-US" b="1"/>
            <a:t>academic projects</a:t>
          </a:r>
          <a:r>
            <a:rPr lang="en-US"/>
            <a:t> to </a:t>
          </a:r>
          <a:r>
            <a:rPr lang="en-US" b="1"/>
            <a:t>real-world R&amp;D contributions.</a:t>
          </a:r>
          <a:endParaRPr lang="en-US"/>
        </a:p>
      </dgm:t>
    </dgm:pt>
    <dgm:pt modelId="{2301B0B6-8A56-4133-A148-B0CBB0E51033}" type="parTrans" cxnId="{8E52C12A-B7FA-4158-A063-E508F2269F80}">
      <dgm:prSet/>
      <dgm:spPr/>
      <dgm:t>
        <a:bodyPr/>
        <a:lstStyle/>
        <a:p>
          <a:endParaRPr lang="en-US"/>
        </a:p>
      </dgm:t>
    </dgm:pt>
    <dgm:pt modelId="{39AFDF36-57AE-4632-AD80-F5B418F7B9C5}" type="sibTrans" cxnId="{8E52C12A-B7FA-4158-A063-E508F2269F80}">
      <dgm:prSet/>
      <dgm:spPr/>
      <dgm:t>
        <a:bodyPr/>
        <a:lstStyle/>
        <a:p>
          <a:endParaRPr lang="en-US"/>
        </a:p>
      </dgm:t>
    </dgm:pt>
    <dgm:pt modelId="{B3600BFA-2E5A-4530-BBFB-059A0C5981D6}">
      <dgm:prSet/>
      <dgm:spPr/>
      <dgm:t>
        <a:bodyPr/>
        <a:lstStyle/>
        <a:p>
          <a:r>
            <a:rPr lang="en-US"/>
            <a:t>With my </a:t>
          </a:r>
          <a:r>
            <a:rPr lang="en-US" b="1"/>
            <a:t>technical versatility</a:t>
          </a:r>
          <a:r>
            <a:rPr lang="en-US"/>
            <a:t>, </a:t>
          </a:r>
          <a:r>
            <a:rPr lang="en-US" b="1"/>
            <a:t>problem-solving mindset</a:t>
          </a:r>
          <a:r>
            <a:rPr lang="en-US"/>
            <a:t>, and </a:t>
          </a:r>
          <a:r>
            <a:rPr lang="en-US" b="1"/>
            <a:t>commitment to excellence</a:t>
          </a:r>
          <a:r>
            <a:rPr lang="en-US"/>
            <a:t>, I aim to add long-term value.</a:t>
          </a:r>
        </a:p>
      </dgm:t>
    </dgm:pt>
    <dgm:pt modelId="{CDD0CB8F-0E13-4FFC-A97A-2DA4B0D716C1}" type="parTrans" cxnId="{E70E7FEB-7193-4258-81E9-0AC1444887BA}">
      <dgm:prSet/>
      <dgm:spPr/>
      <dgm:t>
        <a:bodyPr/>
        <a:lstStyle/>
        <a:p>
          <a:endParaRPr lang="en-US"/>
        </a:p>
      </dgm:t>
    </dgm:pt>
    <dgm:pt modelId="{CF8CFA50-B002-4AD6-B2FA-B2E381F242B8}" type="sibTrans" cxnId="{E70E7FEB-7193-4258-81E9-0AC1444887BA}">
      <dgm:prSet/>
      <dgm:spPr/>
      <dgm:t>
        <a:bodyPr/>
        <a:lstStyle/>
        <a:p>
          <a:endParaRPr lang="en-US"/>
        </a:p>
      </dgm:t>
    </dgm:pt>
    <dgm:pt modelId="{4BED1DB1-F693-41FA-9DA9-B6699EDFBC52}">
      <dgm:prSet/>
      <dgm:spPr/>
      <dgm:t>
        <a:bodyPr/>
        <a:lstStyle/>
        <a:p>
          <a:r>
            <a:rPr lang="en-US"/>
            <a:t>Looking ahead, I’m excited to </a:t>
          </a:r>
          <a:r>
            <a:rPr lang="en-US" b="1"/>
            <a:t>drive innovation</a:t>
          </a:r>
          <a:r>
            <a:rPr lang="en-US"/>
            <a:t>, explore </a:t>
          </a:r>
          <a:r>
            <a:rPr lang="en-US" b="1"/>
            <a:t>cutting-</a:t>
          </a:r>
          <a:r>
            <a:rPr lang="en-US"/>
            <a:t>edge </a:t>
          </a:r>
          <a:r>
            <a:rPr lang="en-US" b="1"/>
            <a:t>IO</a:t>
          </a:r>
          <a:r>
            <a:rPr lang="en-US"/>
            <a:t>T and embedded systems, and grow as a future R&amp;D leader.</a:t>
          </a:r>
        </a:p>
      </dgm:t>
    </dgm:pt>
    <dgm:pt modelId="{3BEB7145-FD57-4FFB-A75D-049CC19B980D}" type="parTrans" cxnId="{43890874-3BEF-4E18-BFA9-19A4F5ABACC5}">
      <dgm:prSet/>
      <dgm:spPr/>
      <dgm:t>
        <a:bodyPr/>
        <a:lstStyle/>
        <a:p>
          <a:endParaRPr lang="en-US"/>
        </a:p>
      </dgm:t>
    </dgm:pt>
    <dgm:pt modelId="{25D71E3B-34A8-4287-9A64-5D0F98818986}" type="sibTrans" cxnId="{43890874-3BEF-4E18-BFA9-19A4F5ABACC5}">
      <dgm:prSet/>
      <dgm:spPr/>
      <dgm:t>
        <a:bodyPr/>
        <a:lstStyle/>
        <a:p>
          <a:endParaRPr lang="en-US"/>
        </a:p>
      </dgm:t>
    </dgm:pt>
    <dgm:pt modelId="{9A262C48-2AD4-4E39-86E2-34A87C394937}">
      <dgm:prSet/>
      <dgm:spPr/>
      <dgm:t>
        <a:bodyPr/>
        <a:lstStyle/>
        <a:p>
          <a:r>
            <a:rPr lang="en-US"/>
            <a:t>Together, we can push MachaDev to the </a:t>
          </a:r>
          <a:r>
            <a:rPr lang="en-US" b="1"/>
            <a:t>forefront of technological advancement.</a:t>
          </a:r>
          <a:endParaRPr lang="en-US"/>
        </a:p>
      </dgm:t>
    </dgm:pt>
    <dgm:pt modelId="{D7EDA4A9-EB30-44FD-BEBA-A1721002936D}" type="parTrans" cxnId="{F0B99952-4E0A-4BD5-94D1-CACAA9BD6865}">
      <dgm:prSet/>
      <dgm:spPr/>
      <dgm:t>
        <a:bodyPr/>
        <a:lstStyle/>
        <a:p>
          <a:endParaRPr lang="en-US"/>
        </a:p>
      </dgm:t>
    </dgm:pt>
    <dgm:pt modelId="{5BB0E361-ADCC-45D6-8E61-CBB9CED8B5CD}" type="sibTrans" cxnId="{F0B99952-4E0A-4BD5-94D1-CACAA9BD6865}">
      <dgm:prSet/>
      <dgm:spPr/>
      <dgm:t>
        <a:bodyPr/>
        <a:lstStyle/>
        <a:p>
          <a:endParaRPr lang="en-US"/>
        </a:p>
      </dgm:t>
    </dgm:pt>
    <dgm:pt modelId="{00ED516B-676D-4190-91F7-4BB20F849E4D}" type="pres">
      <dgm:prSet presAssocID="{4DC4F146-F3FB-4938-8E23-919BBD0178E0}" presName="root" presStyleCnt="0">
        <dgm:presLayoutVars>
          <dgm:dir/>
          <dgm:resizeHandles val="exact"/>
        </dgm:presLayoutVars>
      </dgm:prSet>
      <dgm:spPr/>
    </dgm:pt>
    <dgm:pt modelId="{3F20C989-D680-4750-83AA-17F090047365}" type="pres">
      <dgm:prSet presAssocID="{ECC6DD19-2158-46CE-99D4-578BBFC0D54A}" presName="compNode" presStyleCnt="0"/>
      <dgm:spPr/>
    </dgm:pt>
    <dgm:pt modelId="{DE747051-E901-4866-B76D-EE2AE245FB46}" type="pres">
      <dgm:prSet presAssocID="{ECC6DD19-2158-46CE-99D4-578BBFC0D54A}" presName="bgRect" presStyleLbl="bgShp" presStyleIdx="0" presStyleCnt="5"/>
      <dgm:spPr/>
    </dgm:pt>
    <dgm:pt modelId="{F19B07FF-1C32-4245-B1A6-A590C4BA4438}" type="pres">
      <dgm:prSet presAssocID="{ECC6DD19-2158-46CE-99D4-578BBFC0D5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6751517-E64C-43B9-A057-11C503531767}" type="pres">
      <dgm:prSet presAssocID="{ECC6DD19-2158-46CE-99D4-578BBFC0D54A}" presName="spaceRect" presStyleCnt="0"/>
      <dgm:spPr/>
    </dgm:pt>
    <dgm:pt modelId="{9F36FEF3-084C-4E15-8A25-BF8FEC636DA1}" type="pres">
      <dgm:prSet presAssocID="{ECC6DD19-2158-46CE-99D4-578BBFC0D54A}" presName="parTx" presStyleLbl="revTx" presStyleIdx="0" presStyleCnt="5">
        <dgm:presLayoutVars>
          <dgm:chMax val="0"/>
          <dgm:chPref val="0"/>
        </dgm:presLayoutVars>
      </dgm:prSet>
      <dgm:spPr/>
    </dgm:pt>
    <dgm:pt modelId="{BBC68A63-AA81-467C-90B3-15285EBA91A5}" type="pres">
      <dgm:prSet presAssocID="{F422504E-33A0-4880-945B-AE26937CCD78}" presName="sibTrans" presStyleCnt="0"/>
      <dgm:spPr/>
    </dgm:pt>
    <dgm:pt modelId="{3BA7A74E-CC05-4ECE-ABE4-7EBC1D25B8AF}" type="pres">
      <dgm:prSet presAssocID="{3AF480E3-1B3C-4BF8-A827-327B21B470AE}" presName="compNode" presStyleCnt="0"/>
      <dgm:spPr/>
    </dgm:pt>
    <dgm:pt modelId="{46EEAF40-5891-4292-BECA-4E64B6DE1EA2}" type="pres">
      <dgm:prSet presAssocID="{3AF480E3-1B3C-4BF8-A827-327B21B470AE}" presName="bgRect" presStyleLbl="bgShp" presStyleIdx="1" presStyleCnt="5"/>
      <dgm:spPr/>
    </dgm:pt>
    <dgm:pt modelId="{5D4B701D-122F-435D-B06B-9CD8439A8CC8}" type="pres">
      <dgm:prSet presAssocID="{3AF480E3-1B3C-4BF8-A827-327B21B470A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F6C67533-F572-4FE1-B851-9D4188FC0643}" type="pres">
      <dgm:prSet presAssocID="{3AF480E3-1B3C-4BF8-A827-327B21B470AE}" presName="spaceRect" presStyleCnt="0"/>
      <dgm:spPr/>
    </dgm:pt>
    <dgm:pt modelId="{3809D6A8-7963-42DB-B109-A8400EB8F3C8}" type="pres">
      <dgm:prSet presAssocID="{3AF480E3-1B3C-4BF8-A827-327B21B470AE}" presName="parTx" presStyleLbl="revTx" presStyleIdx="1" presStyleCnt="5">
        <dgm:presLayoutVars>
          <dgm:chMax val="0"/>
          <dgm:chPref val="0"/>
        </dgm:presLayoutVars>
      </dgm:prSet>
      <dgm:spPr/>
    </dgm:pt>
    <dgm:pt modelId="{6681F8E5-04F3-4F11-A56C-6AFC7123A1DC}" type="pres">
      <dgm:prSet presAssocID="{39AFDF36-57AE-4632-AD80-F5B418F7B9C5}" presName="sibTrans" presStyleCnt="0"/>
      <dgm:spPr/>
    </dgm:pt>
    <dgm:pt modelId="{C7F8A9C0-975B-4BE4-BF3E-BD747F07AF9B}" type="pres">
      <dgm:prSet presAssocID="{B3600BFA-2E5A-4530-BBFB-059A0C5981D6}" presName="compNode" presStyleCnt="0"/>
      <dgm:spPr/>
    </dgm:pt>
    <dgm:pt modelId="{F33B1065-68F4-440E-9B48-3E982D141243}" type="pres">
      <dgm:prSet presAssocID="{B3600BFA-2E5A-4530-BBFB-059A0C5981D6}" presName="bgRect" presStyleLbl="bgShp" presStyleIdx="2" presStyleCnt="5"/>
      <dgm:spPr/>
    </dgm:pt>
    <dgm:pt modelId="{7832C19D-90C5-4360-9A64-A921CE45CF21}" type="pres">
      <dgm:prSet presAssocID="{B3600BFA-2E5A-4530-BBFB-059A0C5981D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635EC9D-6E8B-484A-B233-C48810A44439}" type="pres">
      <dgm:prSet presAssocID="{B3600BFA-2E5A-4530-BBFB-059A0C5981D6}" presName="spaceRect" presStyleCnt="0"/>
      <dgm:spPr/>
    </dgm:pt>
    <dgm:pt modelId="{FC71C693-84B4-41A4-8A71-C6FC213951D5}" type="pres">
      <dgm:prSet presAssocID="{B3600BFA-2E5A-4530-BBFB-059A0C5981D6}" presName="parTx" presStyleLbl="revTx" presStyleIdx="2" presStyleCnt="5">
        <dgm:presLayoutVars>
          <dgm:chMax val="0"/>
          <dgm:chPref val="0"/>
        </dgm:presLayoutVars>
      </dgm:prSet>
      <dgm:spPr/>
    </dgm:pt>
    <dgm:pt modelId="{0D581647-2853-4A92-9B23-547A64407A79}" type="pres">
      <dgm:prSet presAssocID="{CF8CFA50-B002-4AD6-B2FA-B2E381F242B8}" presName="sibTrans" presStyleCnt="0"/>
      <dgm:spPr/>
    </dgm:pt>
    <dgm:pt modelId="{D1102809-738E-49F3-A4FC-D957F8E84D2E}" type="pres">
      <dgm:prSet presAssocID="{4BED1DB1-F693-41FA-9DA9-B6699EDFBC52}" presName="compNode" presStyleCnt="0"/>
      <dgm:spPr/>
    </dgm:pt>
    <dgm:pt modelId="{18A03F28-13EF-41F9-9A6E-F7057C6CD6C5}" type="pres">
      <dgm:prSet presAssocID="{4BED1DB1-F693-41FA-9DA9-B6699EDFBC52}" presName="bgRect" presStyleLbl="bgShp" presStyleIdx="3" presStyleCnt="5"/>
      <dgm:spPr/>
    </dgm:pt>
    <dgm:pt modelId="{EB84B556-0873-4375-9F35-587A15802E2E}" type="pres">
      <dgm:prSet presAssocID="{4BED1DB1-F693-41FA-9DA9-B6699EDFBC5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628F8EA0-25DC-4779-8BE4-F797F39BA19C}" type="pres">
      <dgm:prSet presAssocID="{4BED1DB1-F693-41FA-9DA9-B6699EDFBC52}" presName="spaceRect" presStyleCnt="0"/>
      <dgm:spPr/>
    </dgm:pt>
    <dgm:pt modelId="{0D4DE443-CED1-402F-84C7-AAB95E94C2D2}" type="pres">
      <dgm:prSet presAssocID="{4BED1DB1-F693-41FA-9DA9-B6699EDFBC52}" presName="parTx" presStyleLbl="revTx" presStyleIdx="3" presStyleCnt="5">
        <dgm:presLayoutVars>
          <dgm:chMax val="0"/>
          <dgm:chPref val="0"/>
        </dgm:presLayoutVars>
      </dgm:prSet>
      <dgm:spPr/>
    </dgm:pt>
    <dgm:pt modelId="{AA9D0B9D-04A2-430A-AC6E-4B1F5171DF92}" type="pres">
      <dgm:prSet presAssocID="{25D71E3B-34A8-4287-9A64-5D0F98818986}" presName="sibTrans" presStyleCnt="0"/>
      <dgm:spPr/>
    </dgm:pt>
    <dgm:pt modelId="{31386971-494D-411F-B77E-9384686A8E8F}" type="pres">
      <dgm:prSet presAssocID="{9A262C48-2AD4-4E39-86E2-34A87C394937}" presName="compNode" presStyleCnt="0"/>
      <dgm:spPr/>
    </dgm:pt>
    <dgm:pt modelId="{4739A6FD-6010-462D-9982-26AB96A2F98E}" type="pres">
      <dgm:prSet presAssocID="{9A262C48-2AD4-4E39-86E2-34A87C394937}" presName="bgRect" presStyleLbl="bgShp" presStyleIdx="4" presStyleCnt="5"/>
      <dgm:spPr/>
    </dgm:pt>
    <dgm:pt modelId="{11747829-7C8A-48B5-AD8A-346B6DD61D1E}" type="pres">
      <dgm:prSet presAssocID="{9A262C48-2AD4-4E39-86E2-34A87C39493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7A9AE97E-C95E-471E-A703-D3DAEBEAFB96}" type="pres">
      <dgm:prSet presAssocID="{9A262C48-2AD4-4E39-86E2-34A87C394937}" presName="spaceRect" presStyleCnt="0"/>
      <dgm:spPr/>
    </dgm:pt>
    <dgm:pt modelId="{82262ADD-9145-4711-8421-DC4D078B2671}" type="pres">
      <dgm:prSet presAssocID="{9A262C48-2AD4-4E39-86E2-34A87C39493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E52C12A-B7FA-4158-A063-E508F2269F80}" srcId="{4DC4F146-F3FB-4938-8E23-919BBD0178E0}" destId="{3AF480E3-1B3C-4BF8-A827-327B21B470AE}" srcOrd="1" destOrd="0" parTransId="{2301B0B6-8A56-4133-A148-B0CBB0E51033}" sibTransId="{39AFDF36-57AE-4632-AD80-F5B418F7B9C5}"/>
    <dgm:cxn modelId="{4F3EBF37-0E8C-405F-8877-332DB795A7CE}" type="presOf" srcId="{3AF480E3-1B3C-4BF8-A827-327B21B470AE}" destId="{3809D6A8-7963-42DB-B109-A8400EB8F3C8}" srcOrd="0" destOrd="0" presId="urn:microsoft.com/office/officeart/2018/2/layout/IconVerticalSolidList"/>
    <dgm:cxn modelId="{24267B4A-AB92-4506-8DD2-C3D60A657AAE}" type="presOf" srcId="{4BED1DB1-F693-41FA-9DA9-B6699EDFBC52}" destId="{0D4DE443-CED1-402F-84C7-AAB95E94C2D2}" srcOrd="0" destOrd="0" presId="urn:microsoft.com/office/officeart/2018/2/layout/IconVerticalSolidList"/>
    <dgm:cxn modelId="{F0B99952-4E0A-4BD5-94D1-CACAA9BD6865}" srcId="{4DC4F146-F3FB-4938-8E23-919BBD0178E0}" destId="{9A262C48-2AD4-4E39-86E2-34A87C394937}" srcOrd="4" destOrd="0" parTransId="{D7EDA4A9-EB30-44FD-BEBA-A1721002936D}" sibTransId="{5BB0E361-ADCC-45D6-8E61-CBB9CED8B5CD}"/>
    <dgm:cxn modelId="{A3825953-81BD-4F10-BC3D-F3A46703789E}" type="presOf" srcId="{9A262C48-2AD4-4E39-86E2-34A87C394937}" destId="{82262ADD-9145-4711-8421-DC4D078B2671}" srcOrd="0" destOrd="0" presId="urn:microsoft.com/office/officeart/2018/2/layout/IconVerticalSolidList"/>
    <dgm:cxn modelId="{43890874-3BEF-4E18-BFA9-19A4F5ABACC5}" srcId="{4DC4F146-F3FB-4938-8E23-919BBD0178E0}" destId="{4BED1DB1-F693-41FA-9DA9-B6699EDFBC52}" srcOrd="3" destOrd="0" parTransId="{3BEB7145-FD57-4FFB-A75D-049CC19B980D}" sibTransId="{25D71E3B-34A8-4287-9A64-5D0F98818986}"/>
    <dgm:cxn modelId="{44E6E278-A712-4A13-BCDC-6A4AB52F9D8D}" srcId="{4DC4F146-F3FB-4938-8E23-919BBD0178E0}" destId="{ECC6DD19-2158-46CE-99D4-578BBFC0D54A}" srcOrd="0" destOrd="0" parTransId="{B055805A-E1BF-4588-8946-688067F83455}" sibTransId="{F422504E-33A0-4880-945B-AE26937CCD78}"/>
    <dgm:cxn modelId="{E86D4398-C439-4F2D-BFEC-C3EC344B075C}" type="presOf" srcId="{B3600BFA-2E5A-4530-BBFB-059A0C5981D6}" destId="{FC71C693-84B4-41A4-8A71-C6FC213951D5}" srcOrd="0" destOrd="0" presId="urn:microsoft.com/office/officeart/2018/2/layout/IconVerticalSolidList"/>
    <dgm:cxn modelId="{5E3DD699-44A7-4869-8CDC-28B4C8A3BE50}" type="presOf" srcId="{ECC6DD19-2158-46CE-99D4-578BBFC0D54A}" destId="{9F36FEF3-084C-4E15-8A25-BF8FEC636DA1}" srcOrd="0" destOrd="0" presId="urn:microsoft.com/office/officeart/2018/2/layout/IconVerticalSolidList"/>
    <dgm:cxn modelId="{306D88C1-1DC9-43B6-A705-CA56AD61A41C}" type="presOf" srcId="{4DC4F146-F3FB-4938-8E23-919BBD0178E0}" destId="{00ED516B-676D-4190-91F7-4BB20F849E4D}" srcOrd="0" destOrd="0" presId="urn:microsoft.com/office/officeart/2018/2/layout/IconVerticalSolidList"/>
    <dgm:cxn modelId="{E70E7FEB-7193-4258-81E9-0AC1444887BA}" srcId="{4DC4F146-F3FB-4938-8E23-919BBD0178E0}" destId="{B3600BFA-2E5A-4530-BBFB-059A0C5981D6}" srcOrd="2" destOrd="0" parTransId="{CDD0CB8F-0E13-4FFC-A97A-2DA4B0D716C1}" sibTransId="{CF8CFA50-B002-4AD6-B2FA-B2E381F242B8}"/>
    <dgm:cxn modelId="{0555A929-BAF6-48FB-A262-B6B5F2BED6B6}" type="presParOf" srcId="{00ED516B-676D-4190-91F7-4BB20F849E4D}" destId="{3F20C989-D680-4750-83AA-17F090047365}" srcOrd="0" destOrd="0" presId="urn:microsoft.com/office/officeart/2018/2/layout/IconVerticalSolidList"/>
    <dgm:cxn modelId="{11835BE4-29C8-4AA6-BF90-CF844A98FF32}" type="presParOf" srcId="{3F20C989-D680-4750-83AA-17F090047365}" destId="{DE747051-E901-4866-B76D-EE2AE245FB46}" srcOrd="0" destOrd="0" presId="urn:microsoft.com/office/officeart/2018/2/layout/IconVerticalSolidList"/>
    <dgm:cxn modelId="{963CC1D4-1374-4112-AD07-F934ED4A9DD8}" type="presParOf" srcId="{3F20C989-D680-4750-83AA-17F090047365}" destId="{F19B07FF-1C32-4245-B1A6-A590C4BA4438}" srcOrd="1" destOrd="0" presId="urn:microsoft.com/office/officeart/2018/2/layout/IconVerticalSolidList"/>
    <dgm:cxn modelId="{C55C173D-580F-4DBC-A491-EAFF7558FC15}" type="presParOf" srcId="{3F20C989-D680-4750-83AA-17F090047365}" destId="{C6751517-E64C-43B9-A057-11C503531767}" srcOrd="2" destOrd="0" presId="urn:microsoft.com/office/officeart/2018/2/layout/IconVerticalSolidList"/>
    <dgm:cxn modelId="{0B908D15-49BD-4BC9-9968-F6DAA8D8C41A}" type="presParOf" srcId="{3F20C989-D680-4750-83AA-17F090047365}" destId="{9F36FEF3-084C-4E15-8A25-BF8FEC636DA1}" srcOrd="3" destOrd="0" presId="urn:microsoft.com/office/officeart/2018/2/layout/IconVerticalSolidList"/>
    <dgm:cxn modelId="{137977EF-3B9A-4AC7-BC9F-7EB9ABD663BC}" type="presParOf" srcId="{00ED516B-676D-4190-91F7-4BB20F849E4D}" destId="{BBC68A63-AA81-467C-90B3-15285EBA91A5}" srcOrd="1" destOrd="0" presId="urn:microsoft.com/office/officeart/2018/2/layout/IconVerticalSolidList"/>
    <dgm:cxn modelId="{C73218C9-AF3F-4CC7-B26D-B476C2E162A2}" type="presParOf" srcId="{00ED516B-676D-4190-91F7-4BB20F849E4D}" destId="{3BA7A74E-CC05-4ECE-ABE4-7EBC1D25B8AF}" srcOrd="2" destOrd="0" presId="urn:microsoft.com/office/officeart/2018/2/layout/IconVerticalSolidList"/>
    <dgm:cxn modelId="{9F6554A6-317F-4206-83A6-5294F9892A6E}" type="presParOf" srcId="{3BA7A74E-CC05-4ECE-ABE4-7EBC1D25B8AF}" destId="{46EEAF40-5891-4292-BECA-4E64B6DE1EA2}" srcOrd="0" destOrd="0" presId="urn:microsoft.com/office/officeart/2018/2/layout/IconVerticalSolidList"/>
    <dgm:cxn modelId="{7DFF96FC-7F17-47B6-9A0B-9981AD35C1FD}" type="presParOf" srcId="{3BA7A74E-CC05-4ECE-ABE4-7EBC1D25B8AF}" destId="{5D4B701D-122F-435D-B06B-9CD8439A8CC8}" srcOrd="1" destOrd="0" presId="urn:microsoft.com/office/officeart/2018/2/layout/IconVerticalSolidList"/>
    <dgm:cxn modelId="{CAFAF0B3-4BAC-4150-B837-CB93CCE92F4C}" type="presParOf" srcId="{3BA7A74E-CC05-4ECE-ABE4-7EBC1D25B8AF}" destId="{F6C67533-F572-4FE1-B851-9D4188FC0643}" srcOrd="2" destOrd="0" presId="urn:microsoft.com/office/officeart/2018/2/layout/IconVerticalSolidList"/>
    <dgm:cxn modelId="{3075732D-F7DD-4853-8FFD-5F705BED03B1}" type="presParOf" srcId="{3BA7A74E-CC05-4ECE-ABE4-7EBC1D25B8AF}" destId="{3809D6A8-7963-42DB-B109-A8400EB8F3C8}" srcOrd="3" destOrd="0" presId="urn:microsoft.com/office/officeart/2018/2/layout/IconVerticalSolidList"/>
    <dgm:cxn modelId="{FF811059-80B9-4F34-94D8-CCE548EBD0D7}" type="presParOf" srcId="{00ED516B-676D-4190-91F7-4BB20F849E4D}" destId="{6681F8E5-04F3-4F11-A56C-6AFC7123A1DC}" srcOrd="3" destOrd="0" presId="urn:microsoft.com/office/officeart/2018/2/layout/IconVerticalSolidList"/>
    <dgm:cxn modelId="{B8AEB13F-2A56-4176-A87C-C0706BF52268}" type="presParOf" srcId="{00ED516B-676D-4190-91F7-4BB20F849E4D}" destId="{C7F8A9C0-975B-4BE4-BF3E-BD747F07AF9B}" srcOrd="4" destOrd="0" presId="urn:microsoft.com/office/officeart/2018/2/layout/IconVerticalSolidList"/>
    <dgm:cxn modelId="{F1EE3A6A-883E-4BDE-9C15-35BA2EE17091}" type="presParOf" srcId="{C7F8A9C0-975B-4BE4-BF3E-BD747F07AF9B}" destId="{F33B1065-68F4-440E-9B48-3E982D141243}" srcOrd="0" destOrd="0" presId="urn:microsoft.com/office/officeart/2018/2/layout/IconVerticalSolidList"/>
    <dgm:cxn modelId="{83574E26-2C9A-4B6D-8359-78B02CD4158D}" type="presParOf" srcId="{C7F8A9C0-975B-4BE4-BF3E-BD747F07AF9B}" destId="{7832C19D-90C5-4360-9A64-A921CE45CF21}" srcOrd="1" destOrd="0" presId="urn:microsoft.com/office/officeart/2018/2/layout/IconVerticalSolidList"/>
    <dgm:cxn modelId="{4FD1251C-FA95-4220-854D-6211E3F93422}" type="presParOf" srcId="{C7F8A9C0-975B-4BE4-BF3E-BD747F07AF9B}" destId="{4635EC9D-6E8B-484A-B233-C48810A44439}" srcOrd="2" destOrd="0" presId="urn:microsoft.com/office/officeart/2018/2/layout/IconVerticalSolidList"/>
    <dgm:cxn modelId="{22C5F61A-55C1-4A17-8911-7CC627483417}" type="presParOf" srcId="{C7F8A9C0-975B-4BE4-BF3E-BD747F07AF9B}" destId="{FC71C693-84B4-41A4-8A71-C6FC213951D5}" srcOrd="3" destOrd="0" presId="urn:microsoft.com/office/officeart/2018/2/layout/IconVerticalSolidList"/>
    <dgm:cxn modelId="{39BC4A06-A8C9-4C97-81EE-E19A77A2B187}" type="presParOf" srcId="{00ED516B-676D-4190-91F7-4BB20F849E4D}" destId="{0D581647-2853-4A92-9B23-547A64407A79}" srcOrd="5" destOrd="0" presId="urn:microsoft.com/office/officeart/2018/2/layout/IconVerticalSolidList"/>
    <dgm:cxn modelId="{06166579-2AB2-44FA-BA95-82FCD76E7CB9}" type="presParOf" srcId="{00ED516B-676D-4190-91F7-4BB20F849E4D}" destId="{D1102809-738E-49F3-A4FC-D957F8E84D2E}" srcOrd="6" destOrd="0" presId="urn:microsoft.com/office/officeart/2018/2/layout/IconVerticalSolidList"/>
    <dgm:cxn modelId="{F0EDCDBD-90C7-4791-B645-CE47E1759524}" type="presParOf" srcId="{D1102809-738E-49F3-A4FC-D957F8E84D2E}" destId="{18A03F28-13EF-41F9-9A6E-F7057C6CD6C5}" srcOrd="0" destOrd="0" presId="urn:microsoft.com/office/officeart/2018/2/layout/IconVerticalSolidList"/>
    <dgm:cxn modelId="{790FCD2E-380C-4713-897D-61BA90732E27}" type="presParOf" srcId="{D1102809-738E-49F3-A4FC-D957F8E84D2E}" destId="{EB84B556-0873-4375-9F35-587A15802E2E}" srcOrd="1" destOrd="0" presId="urn:microsoft.com/office/officeart/2018/2/layout/IconVerticalSolidList"/>
    <dgm:cxn modelId="{17C48C51-2AE1-438A-B6E2-9A197439F33E}" type="presParOf" srcId="{D1102809-738E-49F3-A4FC-D957F8E84D2E}" destId="{628F8EA0-25DC-4779-8BE4-F797F39BA19C}" srcOrd="2" destOrd="0" presId="urn:microsoft.com/office/officeart/2018/2/layout/IconVerticalSolidList"/>
    <dgm:cxn modelId="{6AB5CC3E-D06F-485D-B5AD-5B088EB92A32}" type="presParOf" srcId="{D1102809-738E-49F3-A4FC-D957F8E84D2E}" destId="{0D4DE443-CED1-402F-84C7-AAB95E94C2D2}" srcOrd="3" destOrd="0" presId="urn:microsoft.com/office/officeart/2018/2/layout/IconVerticalSolidList"/>
    <dgm:cxn modelId="{3874CDDF-4827-423D-9546-E9227D0A11F7}" type="presParOf" srcId="{00ED516B-676D-4190-91F7-4BB20F849E4D}" destId="{AA9D0B9D-04A2-430A-AC6E-4B1F5171DF92}" srcOrd="7" destOrd="0" presId="urn:microsoft.com/office/officeart/2018/2/layout/IconVerticalSolidList"/>
    <dgm:cxn modelId="{1947DE75-7293-4013-9259-3AE1D7EB5EBA}" type="presParOf" srcId="{00ED516B-676D-4190-91F7-4BB20F849E4D}" destId="{31386971-494D-411F-B77E-9384686A8E8F}" srcOrd="8" destOrd="0" presId="urn:microsoft.com/office/officeart/2018/2/layout/IconVerticalSolidList"/>
    <dgm:cxn modelId="{20E632FA-EB92-42C6-9A2A-D821AC28C487}" type="presParOf" srcId="{31386971-494D-411F-B77E-9384686A8E8F}" destId="{4739A6FD-6010-462D-9982-26AB96A2F98E}" srcOrd="0" destOrd="0" presId="urn:microsoft.com/office/officeart/2018/2/layout/IconVerticalSolidList"/>
    <dgm:cxn modelId="{E5042231-0CBB-4471-8007-ACF08A7EEC25}" type="presParOf" srcId="{31386971-494D-411F-B77E-9384686A8E8F}" destId="{11747829-7C8A-48B5-AD8A-346B6DD61D1E}" srcOrd="1" destOrd="0" presId="urn:microsoft.com/office/officeart/2018/2/layout/IconVerticalSolidList"/>
    <dgm:cxn modelId="{9A941A3B-2989-4615-B196-C6EB0FB1612C}" type="presParOf" srcId="{31386971-494D-411F-B77E-9384686A8E8F}" destId="{7A9AE97E-C95E-471E-A703-D3DAEBEAFB96}" srcOrd="2" destOrd="0" presId="urn:microsoft.com/office/officeart/2018/2/layout/IconVerticalSolidList"/>
    <dgm:cxn modelId="{936D4634-2AE3-41D3-AEE5-BBC5B94B3CC6}" type="presParOf" srcId="{31386971-494D-411F-B77E-9384686A8E8F}" destId="{82262ADD-9145-4711-8421-DC4D078B26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3A980-B151-4EB4-A36F-30BE666355A0}">
      <dsp:nvSpPr>
        <dsp:cNvPr id="0" name=""/>
        <dsp:cNvSpPr/>
      </dsp:nvSpPr>
      <dsp:spPr>
        <a:xfrm>
          <a:off x="0" y="34694"/>
          <a:ext cx="5377912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PRESENTED BY</a:t>
          </a:r>
        </a:p>
      </dsp:txBody>
      <dsp:txXfrm>
        <a:off x="41979" y="76673"/>
        <a:ext cx="5293954" cy="775991"/>
      </dsp:txXfrm>
    </dsp:sp>
    <dsp:sp modelId="{6263E8F1-9F05-4B71-9E05-15CAB52E48CF}">
      <dsp:nvSpPr>
        <dsp:cNvPr id="0" name=""/>
        <dsp:cNvSpPr/>
      </dsp:nvSpPr>
      <dsp:spPr>
        <a:xfrm>
          <a:off x="0" y="995444"/>
          <a:ext cx="5377912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HUZAIFA SHAHBAZ </a:t>
          </a:r>
        </a:p>
      </dsp:txBody>
      <dsp:txXfrm>
        <a:off x="41979" y="1037423"/>
        <a:ext cx="5293954" cy="775991"/>
      </dsp:txXfrm>
    </dsp:sp>
    <dsp:sp modelId="{43A98A25-DA5E-47C7-950E-EA1BE0497BB7}">
      <dsp:nvSpPr>
        <dsp:cNvPr id="0" name=""/>
        <dsp:cNvSpPr/>
      </dsp:nvSpPr>
      <dsp:spPr>
        <a:xfrm>
          <a:off x="0" y="1956193"/>
          <a:ext cx="5377912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PRESENTED TO</a:t>
          </a:r>
        </a:p>
      </dsp:txBody>
      <dsp:txXfrm>
        <a:off x="41979" y="1998172"/>
        <a:ext cx="5293954" cy="775991"/>
      </dsp:txXfrm>
    </dsp:sp>
    <dsp:sp modelId="{960F1556-FEAC-4C57-AA12-6A2EFBFD9748}">
      <dsp:nvSpPr>
        <dsp:cNvPr id="0" name=""/>
        <dsp:cNvSpPr/>
      </dsp:nvSpPr>
      <dsp:spPr>
        <a:xfrm>
          <a:off x="0" y="2916943"/>
          <a:ext cx="5377912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MACHADEV</a:t>
          </a:r>
        </a:p>
      </dsp:txBody>
      <dsp:txXfrm>
        <a:off x="41979" y="2958922"/>
        <a:ext cx="5293954" cy="775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DB99A-06F5-487B-B642-F25F30366A77}">
      <dsp:nvSpPr>
        <dsp:cNvPr id="0" name=""/>
        <dsp:cNvSpPr/>
      </dsp:nvSpPr>
      <dsp:spPr>
        <a:xfrm>
          <a:off x="0" y="14432"/>
          <a:ext cx="10927829" cy="540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INTRODUCTION</a:t>
          </a:r>
        </a:p>
      </dsp:txBody>
      <dsp:txXfrm>
        <a:off x="26387" y="40819"/>
        <a:ext cx="10875055" cy="487766"/>
      </dsp:txXfrm>
    </dsp:sp>
    <dsp:sp modelId="{02B9188A-393B-4219-8386-9FB294B45302}">
      <dsp:nvSpPr>
        <dsp:cNvPr id="0" name=""/>
        <dsp:cNvSpPr/>
      </dsp:nvSpPr>
      <dsp:spPr>
        <a:xfrm>
          <a:off x="0" y="618332"/>
          <a:ext cx="10927829" cy="540540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STRENGTHS</a:t>
          </a:r>
        </a:p>
      </dsp:txBody>
      <dsp:txXfrm>
        <a:off x="26387" y="644719"/>
        <a:ext cx="10875055" cy="487766"/>
      </dsp:txXfrm>
    </dsp:sp>
    <dsp:sp modelId="{5E87C7AA-033F-44F6-AFBD-54655E9D045A}">
      <dsp:nvSpPr>
        <dsp:cNvPr id="0" name=""/>
        <dsp:cNvSpPr/>
      </dsp:nvSpPr>
      <dsp:spPr>
        <a:xfrm>
          <a:off x="0" y="1222232"/>
          <a:ext cx="10927829" cy="5405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WEAKNESS</a:t>
          </a:r>
        </a:p>
      </dsp:txBody>
      <dsp:txXfrm>
        <a:off x="26387" y="1248619"/>
        <a:ext cx="10875055" cy="487766"/>
      </dsp:txXfrm>
    </dsp:sp>
    <dsp:sp modelId="{7A8CEEF7-510E-4FB6-A671-3E6B0339E175}">
      <dsp:nvSpPr>
        <dsp:cNvPr id="0" name=""/>
        <dsp:cNvSpPr/>
      </dsp:nvSpPr>
      <dsp:spPr>
        <a:xfrm>
          <a:off x="0" y="1826132"/>
          <a:ext cx="10927829" cy="5405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Areas that I am Developing</a:t>
          </a:r>
          <a:endParaRPr lang="en-US" sz="2200" kern="1200"/>
        </a:p>
      </dsp:txBody>
      <dsp:txXfrm>
        <a:off x="26387" y="1852519"/>
        <a:ext cx="10875055" cy="487766"/>
      </dsp:txXfrm>
    </dsp:sp>
    <dsp:sp modelId="{4D87F9A9-FAE3-481E-957C-65A85D36B918}">
      <dsp:nvSpPr>
        <dsp:cNvPr id="0" name=""/>
        <dsp:cNvSpPr/>
      </dsp:nvSpPr>
      <dsp:spPr>
        <a:xfrm>
          <a:off x="0" y="2430032"/>
          <a:ext cx="10927829" cy="5405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My Role at MachaDev </a:t>
          </a:r>
        </a:p>
      </dsp:txBody>
      <dsp:txXfrm>
        <a:off x="26387" y="2456419"/>
        <a:ext cx="10875055" cy="487766"/>
      </dsp:txXfrm>
    </dsp:sp>
    <dsp:sp modelId="{62E56D97-112E-4D65-A222-D00E1BB2E8BF}">
      <dsp:nvSpPr>
        <dsp:cNvPr id="0" name=""/>
        <dsp:cNvSpPr/>
      </dsp:nvSpPr>
      <dsp:spPr>
        <a:xfrm>
          <a:off x="0" y="3033932"/>
          <a:ext cx="10927829" cy="540540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MY JOURNEY AT MACHADEV</a:t>
          </a:r>
        </a:p>
      </dsp:txBody>
      <dsp:txXfrm>
        <a:off x="26387" y="3060319"/>
        <a:ext cx="10875055" cy="487766"/>
      </dsp:txXfrm>
    </dsp:sp>
    <dsp:sp modelId="{0F6107A7-F202-455E-8AED-91AB40022E9B}">
      <dsp:nvSpPr>
        <dsp:cNvPr id="0" name=""/>
        <dsp:cNvSpPr/>
      </dsp:nvSpPr>
      <dsp:spPr>
        <a:xfrm>
          <a:off x="0" y="3637832"/>
          <a:ext cx="10927829" cy="5405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MY MISSION AT MACHADEV</a:t>
          </a:r>
        </a:p>
      </dsp:txBody>
      <dsp:txXfrm>
        <a:off x="26387" y="3664219"/>
        <a:ext cx="10875055" cy="487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15FF8-0EE3-465B-A400-36A8E2E41830}">
      <dsp:nvSpPr>
        <dsp:cNvPr id="0" name=""/>
        <dsp:cNvSpPr/>
      </dsp:nvSpPr>
      <dsp:spPr>
        <a:xfrm>
          <a:off x="0" y="2132"/>
          <a:ext cx="10515600" cy="1080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E218D-4E4A-4CA6-98D6-E86379DD926A}">
      <dsp:nvSpPr>
        <dsp:cNvPr id="0" name=""/>
        <dsp:cNvSpPr/>
      </dsp:nvSpPr>
      <dsp:spPr>
        <a:xfrm>
          <a:off x="326974" y="245336"/>
          <a:ext cx="594499" cy="594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9B5C0-C176-4F95-A443-CB2462CFEEA0}">
      <dsp:nvSpPr>
        <dsp:cNvPr id="0" name=""/>
        <dsp:cNvSpPr/>
      </dsp:nvSpPr>
      <dsp:spPr>
        <a:xfrm>
          <a:off x="1248448" y="2132"/>
          <a:ext cx="9267151" cy="10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96" tIns="114396" rIns="114396" bIns="1143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 am graduate computer engineer from HITEC UNIVERSITY.</a:t>
          </a:r>
        </a:p>
      </dsp:txBody>
      <dsp:txXfrm>
        <a:off x="1248448" y="2132"/>
        <a:ext cx="9267151" cy="1080907"/>
      </dsp:txXfrm>
    </dsp:sp>
    <dsp:sp modelId="{BCBDB221-1A36-44ED-A913-041C5B73125A}">
      <dsp:nvSpPr>
        <dsp:cNvPr id="0" name=""/>
        <dsp:cNvSpPr/>
      </dsp:nvSpPr>
      <dsp:spPr>
        <a:xfrm>
          <a:off x="0" y="1353267"/>
          <a:ext cx="10515600" cy="1080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59B4A-27C9-420A-BAFD-D32F02B570CB}">
      <dsp:nvSpPr>
        <dsp:cNvPr id="0" name=""/>
        <dsp:cNvSpPr/>
      </dsp:nvSpPr>
      <dsp:spPr>
        <a:xfrm>
          <a:off x="326974" y="1596471"/>
          <a:ext cx="594499" cy="594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CDB60-22E5-47A6-B97A-B81337760CC9}">
      <dsp:nvSpPr>
        <dsp:cNvPr id="0" name=""/>
        <dsp:cNvSpPr/>
      </dsp:nvSpPr>
      <dsp:spPr>
        <a:xfrm>
          <a:off x="1248448" y="1353267"/>
          <a:ext cx="9267151" cy="10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96" tIns="114396" rIns="114396" bIns="1143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  am currently serving as a Trainee R&amp;D here at MachaDev.</a:t>
          </a:r>
        </a:p>
      </dsp:txBody>
      <dsp:txXfrm>
        <a:off x="1248448" y="1353267"/>
        <a:ext cx="9267151" cy="1080907"/>
      </dsp:txXfrm>
    </dsp:sp>
    <dsp:sp modelId="{6415664A-DBE4-4B40-A00D-D9C89C34A6AC}">
      <dsp:nvSpPr>
        <dsp:cNvPr id="0" name=""/>
        <dsp:cNvSpPr/>
      </dsp:nvSpPr>
      <dsp:spPr>
        <a:xfrm>
          <a:off x="0" y="2704401"/>
          <a:ext cx="10515600" cy="1080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F0B3D-8291-4854-8307-EABB48EECFCE}">
      <dsp:nvSpPr>
        <dsp:cNvPr id="0" name=""/>
        <dsp:cNvSpPr/>
      </dsp:nvSpPr>
      <dsp:spPr>
        <a:xfrm>
          <a:off x="326974" y="2947606"/>
          <a:ext cx="594499" cy="594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63AD3-814A-46DF-9B10-F82E170AE84A}">
      <dsp:nvSpPr>
        <dsp:cNvPr id="0" name=""/>
        <dsp:cNvSpPr/>
      </dsp:nvSpPr>
      <dsp:spPr>
        <a:xfrm>
          <a:off x="1248448" y="2704401"/>
          <a:ext cx="9267151" cy="10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96" tIns="114396" rIns="114396" bIns="1143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My final year project was IOT-BASED AIR QUALITY INDEX METER SYSTEM.</a:t>
          </a:r>
        </a:p>
      </dsp:txBody>
      <dsp:txXfrm>
        <a:off x="1248448" y="2704401"/>
        <a:ext cx="9267151" cy="1080907"/>
      </dsp:txXfrm>
    </dsp:sp>
    <dsp:sp modelId="{1EC697C7-E65D-4F63-B8A4-8ACE347ABB47}">
      <dsp:nvSpPr>
        <dsp:cNvPr id="0" name=""/>
        <dsp:cNvSpPr/>
      </dsp:nvSpPr>
      <dsp:spPr>
        <a:xfrm>
          <a:off x="0" y="4055536"/>
          <a:ext cx="10515600" cy="1080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4CF05-08D9-4B80-9BD5-068780E3D72E}">
      <dsp:nvSpPr>
        <dsp:cNvPr id="0" name=""/>
        <dsp:cNvSpPr/>
      </dsp:nvSpPr>
      <dsp:spPr>
        <a:xfrm>
          <a:off x="326974" y="4298740"/>
          <a:ext cx="594499" cy="5944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AF0C7-6CDC-4A8F-B16B-14B953CD94D2}">
      <dsp:nvSpPr>
        <dsp:cNvPr id="0" name=""/>
        <dsp:cNvSpPr/>
      </dsp:nvSpPr>
      <dsp:spPr>
        <a:xfrm>
          <a:off x="1248448" y="4055536"/>
          <a:ext cx="9267151" cy="1080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96" tIns="114396" rIns="114396" bIns="1143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  DID TWO INTERNSHIP  AT TWO DIFFERNET COMPANIES THAT ARE RISETECH AND MACHADEV.</a:t>
          </a:r>
        </a:p>
      </dsp:txBody>
      <dsp:txXfrm>
        <a:off x="1248448" y="4055536"/>
        <a:ext cx="9267151" cy="10809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62CE1-D3D1-454A-9213-5DDD7369512E}">
      <dsp:nvSpPr>
        <dsp:cNvPr id="0" name=""/>
        <dsp:cNvSpPr/>
      </dsp:nvSpPr>
      <dsp:spPr>
        <a:xfrm>
          <a:off x="0" y="644"/>
          <a:ext cx="10515600" cy="15076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A941C-1015-4D44-B0FB-74C35A401F73}">
      <dsp:nvSpPr>
        <dsp:cNvPr id="0" name=""/>
        <dsp:cNvSpPr/>
      </dsp:nvSpPr>
      <dsp:spPr>
        <a:xfrm>
          <a:off x="456063" y="339865"/>
          <a:ext cx="829207" cy="8292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CACE6-7E33-4681-93B0-E29802EA7E8B}">
      <dsp:nvSpPr>
        <dsp:cNvPr id="0" name=""/>
        <dsp:cNvSpPr/>
      </dsp:nvSpPr>
      <dsp:spPr>
        <a:xfrm>
          <a:off x="1741334" y="644"/>
          <a:ext cx="8774265" cy="150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60" tIns="159560" rIns="159560" bIns="1595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Technical Versatility </a:t>
          </a:r>
          <a:r>
            <a:rPr lang="en-US" sz="2500" kern="1200"/>
            <a:t>  Proficient across both hardware and software domains - from embedded systems and IoT development to mobile app creation.</a:t>
          </a:r>
        </a:p>
      </dsp:txBody>
      <dsp:txXfrm>
        <a:off x="1741334" y="644"/>
        <a:ext cx="8774265" cy="1507649"/>
      </dsp:txXfrm>
    </dsp:sp>
    <dsp:sp modelId="{3CEF0F62-F672-4F4F-840E-3D46D9CA24BE}">
      <dsp:nvSpPr>
        <dsp:cNvPr id="0" name=""/>
        <dsp:cNvSpPr/>
      </dsp:nvSpPr>
      <dsp:spPr>
        <a:xfrm>
          <a:off x="0" y="1885205"/>
          <a:ext cx="10515600" cy="15076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32C8C-C866-40F1-B8EF-BAD8710D5C77}">
      <dsp:nvSpPr>
        <dsp:cNvPr id="0" name=""/>
        <dsp:cNvSpPr/>
      </dsp:nvSpPr>
      <dsp:spPr>
        <a:xfrm>
          <a:off x="456063" y="2224426"/>
          <a:ext cx="829207" cy="8292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DD9FE-ED2C-41D5-94A2-380353629BFC}">
      <dsp:nvSpPr>
        <dsp:cNvPr id="0" name=""/>
        <dsp:cNvSpPr/>
      </dsp:nvSpPr>
      <dsp:spPr>
        <a:xfrm>
          <a:off x="1741334" y="1885205"/>
          <a:ext cx="8774265" cy="150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60" tIns="159560" rIns="159560" bIns="1595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Problem-Solving Mindset </a:t>
          </a:r>
          <a:r>
            <a:rPr lang="en-US" sz="2500" kern="1200"/>
            <a:t> Successfully completed complex projects like IoT-based air quality monitoring systems and digital processor designs</a:t>
          </a:r>
        </a:p>
      </dsp:txBody>
      <dsp:txXfrm>
        <a:off x="1741334" y="1885205"/>
        <a:ext cx="8774265" cy="1507649"/>
      </dsp:txXfrm>
    </dsp:sp>
    <dsp:sp modelId="{44E110B3-74FF-48CD-94F8-0C4E2C12B7AC}">
      <dsp:nvSpPr>
        <dsp:cNvPr id="0" name=""/>
        <dsp:cNvSpPr/>
      </dsp:nvSpPr>
      <dsp:spPr>
        <a:xfrm>
          <a:off x="0" y="3769767"/>
          <a:ext cx="10515600" cy="15076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B25FC-1D9E-4391-A6AF-A0B20ABF1453}">
      <dsp:nvSpPr>
        <dsp:cNvPr id="0" name=""/>
        <dsp:cNvSpPr/>
      </dsp:nvSpPr>
      <dsp:spPr>
        <a:xfrm>
          <a:off x="456063" y="4108988"/>
          <a:ext cx="829207" cy="8292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0C4EE-8223-46BB-B9FD-0A4CC01B153A}">
      <dsp:nvSpPr>
        <dsp:cNvPr id="0" name=""/>
        <dsp:cNvSpPr/>
      </dsp:nvSpPr>
      <dsp:spPr>
        <a:xfrm>
          <a:off x="1741334" y="3769767"/>
          <a:ext cx="8774265" cy="150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60" tIns="159560" rIns="159560" bIns="15956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Rapid Learning  </a:t>
          </a:r>
          <a:r>
            <a:rPr lang="en-US" sz="2500" kern="1200"/>
            <a:t>Quickly adapt to new technologies and development environments.</a:t>
          </a:r>
        </a:p>
      </dsp:txBody>
      <dsp:txXfrm>
        <a:off x="1741334" y="3769767"/>
        <a:ext cx="8774265" cy="15076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23051-6A4D-46A9-A45C-E1183D3B0962}">
      <dsp:nvSpPr>
        <dsp:cNvPr id="0" name=""/>
        <dsp:cNvSpPr/>
      </dsp:nvSpPr>
      <dsp:spPr>
        <a:xfrm>
          <a:off x="0" y="636"/>
          <a:ext cx="10515600" cy="14899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B6304-9CE2-4CDF-9EE2-92955D63FC47}">
      <dsp:nvSpPr>
        <dsp:cNvPr id="0" name=""/>
        <dsp:cNvSpPr/>
      </dsp:nvSpPr>
      <dsp:spPr>
        <a:xfrm>
          <a:off x="450707" y="335873"/>
          <a:ext cx="819467" cy="819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09790-7EE4-421E-819A-54646320E72C}">
      <dsp:nvSpPr>
        <dsp:cNvPr id="0" name=""/>
        <dsp:cNvSpPr/>
      </dsp:nvSpPr>
      <dsp:spPr>
        <a:xfrm>
          <a:off x="1720881" y="636"/>
          <a:ext cx="8794718" cy="1489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85" tIns="157685" rIns="157685" bIns="15768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Industry Experience </a:t>
          </a:r>
          <a:r>
            <a:rPr lang="en-US" sz="2500" kern="1200"/>
            <a:t> While I have strong academic foundations, I'm actively building real-world engineering experience through internships.</a:t>
          </a:r>
        </a:p>
      </dsp:txBody>
      <dsp:txXfrm>
        <a:off x="1720881" y="636"/>
        <a:ext cx="8794718" cy="1489941"/>
      </dsp:txXfrm>
    </dsp:sp>
    <dsp:sp modelId="{F0B48565-EA4B-4034-AC07-44AC23A89219}">
      <dsp:nvSpPr>
        <dsp:cNvPr id="0" name=""/>
        <dsp:cNvSpPr/>
      </dsp:nvSpPr>
      <dsp:spPr>
        <a:xfrm>
          <a:off x="0" y="1863062"/>
          <a:ext cx="10515600" cy="14899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40089-AD8A-4556-BA6A-1F2F9A67AE5F}">
      <dsp:nvSpPr>
        <dsp:cNvPr id="0" name=""/>
        <dsp:cNvSpPr/>
      </dsp:nvSpPr>
      <dsp:spPr>
        <a:xfrm>
          <a:off x="450707" y="2198299"/>
          <a:ext cx="819467" cy="819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7359-FBFF-4F35-A9B6-F7F755CF627D}">
      <dsp:nvSpPr>
        <dsp:cNvPr id="0" name=""/>
        <dsp:cNvSpPr/>
      </dsp:nvSpPr>
      <dsp:spPr>
        <a:xfrm>
          <a:off x="1720881" y="1863062"/>
          <a:ext cx="8794718" cy="1489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85" tIns="157685" rIns="157685" bIns="15768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Advanced Project Management </a:t>
          </a:r>
          <a:r>
            <a:rPr lang="en-US" sz="2500" kern="1200"/>
            <a:t> Learning to coordinate larger-scale projects and work within established development workflows.</a:t>
          </a:r>
        </a:p>
      </dsp:txBody>
      <dsp:txXfrm>
        <a:off x="1720881" y="1863062"/>
        <a:ext cx="8794718" cy="1489941"/>
      </dsp:txXfrm>
    </dsp:sp>
    <dsp:sp modelId="{85B3E796-D0AF-4D28-B2DF-90FECAADBC6C}">
      <dsp:nvSpPr>
        <dsp:cNvPr id="0" name=""/>
        <dsp:cNvSpPr/>
      </dsp:nvSpPr>
      <dsp:spPr>
        <a:xfrm>
          <a:off x="0" y="3725489"/>
          <a:ext cx="10515600" cy="14899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DBECE-A4DD-4253-A102-4F82244AD8DE}">
      <dsp:nvSpPr>
        <dsp:cNvPr id="0" name=""/>
        <dsp:cNvSpPr/>
      </dsp:nvSpPr>
      <dsp:spPr>
        <a:xfrm>
          <a:off x="450707" y="4060725"/>
          <a:ext cx="819467" cy="819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570AC-DEA5-4714-B277-E0A9DEC95DD4}">
      <dsp:nvSpPr>
        <dsp:cNvPr id="0" name=""/>
        <dsp:cNvSpPr/>
      </dsp:nvSpPr>
      <dsp:spPr>
        <a:xfrm>
          <a:off x="1720881" y="3725489"/>
          <a:ext cx="8794718" cy="1489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85" tIns="157685" rIns="157685" bIns="15768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Communication Skills </a:t>
          </a:r>
          <a:r>
            <a:rPr lang="en-US" sz="2500" kern="1200"/>
            <a:t>Continuously improving my ability to present technical concepts to diverse audiences.</a:t>
          </a:r>
        </a:p>
      </dsp:txBody>
      <dsp:txXfrm>
        <a:off x="1720881" y="3725489"/>
        <a:ext cx="8794718" cy="14899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47254-05D3-4338-B44A-066C2DB6D36B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E8C1C-B0B2-4326-93F2-0349D33FE48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B4267-52C0-4F66-A592-E2E74530B263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Industry Experience </a:t>
          </a:r>
          <a:r>
            <a:rPr lang="en-US" sz="1600" kern="1200"/>
            <a:t>  While I have strong academic foundations, I'm still building real-world R&amp;D experience and understanding industry research cycles.</a:t>
          </a:r>
        </a:p>
      </dsp:txBody>
      <dsp:txXfrm>
        <a:off x="1948202" y="368029"/>
        <a:ext cx="3233964" cy="1371985"/>
      </dsp:txXfrm>
    </dsp:sp>
    <dsp:sp modelId="{956F66BF-9BBB-47B1-A71D-5DF516D50535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0A22F-6412-4072-9303-66BF369FFC92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73492-3BD9-4C9E-9464-F96E9C86C52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Advanced Research Methodologies </a:t>
          </a:r>
          <a:r>
            <a:rPr lang="en-US" sz="1600" kern="1200"/>
            <a:t> Learning to balance experimental exploration with practical timelines and resource constraints.</a:t>
          </a:r>
        </a:p>
      </dsp:txBody>
      <dsp:txXfrm>
        <a:off x="7411643" y="368029"/>
        <a:ext cx="3233964" cy="1371985"/>
      </dsp:txXfrm>
    </dsp:sp>
    <dsp:sp modelId="{153420CD-DD79-4581-A228-E01F8F6BA9F7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CAB4C-152D-4652-B3EA-19B8F86F90B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53E59-AD8E-4511-A5E1-9422C8D6004B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Cross-functional Collaboration </a:t>
          </a:r>
          <a:r>
            <a:rPr lang="en-US" sz="1600" kern="1200"/>
            <a:t> Developing skills to effectively communicate complex research findings to non-technical stakeholders.</a:t>
          </a:r>
        </a:p>
      </dsp:txBody>
      <dsp:txXfrm>
        <a:off x="1948202" y="2452790"/>
        <a:ext cx="3233964" cy="1371985"/>
      </dsp:txXfrm>
    </dsp:sp>
    <dsp:sp modelId="{AE3ECF0C-0360-4B40-819E-4815588B6EEC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5F3F8-D65A-4B71-A09D-FFB35A0890E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FC6EA-4666-4EEE-AED1-D9D4697D8462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Long-term Project Patience</a:t>
          </a:r>
          <a:r>
            <a:rPr lang="en-US" sz="1600" kern="1200"/>
            <a:t>: As someone used to academic project cycles, I'm adapting to the longer timelines inherent in R&amp;D work where breakthrough results may take months to achieve.</a:t>
          </a:r>
        </a:p>
      </dsp:txBody>
      <dsp:txXfrm>
        <a:off x="7411643" y="2452790"/>
        <a:ext cx="3233964" cy="13719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E15F1-D5E8-45C1-8F4F-A141AA537404}">
      <dsp:nvSpPr>
        <dsp:cNvPr id="0" name=""/>
        <dsp:cNvSpPr/>
      </dsp:nvSpPr>
      <dsp:spPr>
        <a:xfrm>
          <a:off x="0" y="717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629EC-FA2D-4E6E-ADC2-20B2F0A17028}">
      <dsp:nvSpPr>
        <dsp:cNvPr id="0" name=""/>
        <dsp:cNvSpPr/>
      </dsp:nvSpPr>
      <dsp:spPr>
        <a:xfrm>
          <a:off x="182349" y="136349"/>
          <a:ext cx="331544" cy="33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8B972-9357-4E30-B62B-04E1C25170E9}">
      <dsp:nvSpPr>
        <dsp:cNvPr id="0" name=""/>
        <dsp:cNvSpPr/>
      </dsp:nvSpPr>
      <dsp:spPr>
        <a:xfrm>
          <a:off x="696242" y="717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 a </a:t>
          </a:r>
          <a:r>
            <a:rPr lang="en-US" sz="1600" b="1" kern="1200"/>
            <a:t>Trainee R&amp;D</a:t>
          </a:r>
          <a:r>
            <a:rPr lang="en-US" sz="1600" kern="1200"/>
            <a:t> since September  2025, I contribute to our team's success through.</a:t>
          </a:r>
        </a:p>
      </dsp:txBody>
      <dsp:txXfrm>
        <a:off x="696242" y="717"/>
        <a:ext cx="5605358" cy="602807"/>
      </dsp:txXfrm>
    </dsp:sp>
    <dsp:sp modelId="{F5A667CA-BB1F-460E-915E-C2896934599C}">
      <dsp:nvSpPr>
        <dsp:cNvPr id="0" name=""/>
        <dsp:cNvSpPr/>
      </dsp:nvSpPr>
      <dsp:spPr>
        <a:xfrm>
          <a:off x="0" y="754227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27F4B-0E28-4D32-A255-64C662A60672}">
      <dsp:nvSpPr>
        <dsp:cNvPr id="0" name=""/>
        <dsp:cNvSpPr/>
      </dsp:nvSpPr>
      <dsp:spPr>
        <a:xfrm>
          <a:off x="182349" y="889858"/>
          <a:ext cx="331544" cy="33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5FCEE-F44A-4881-A5D0-52849F24088C}">
      <dsp:nvSpPr>
        <dsp:cNvPr id="0" name=""/>
        <dsp:cNvSpPr/>
      </dsp:nvSpPr>
      <dsp:spPr>
        <a:xfrm>
          <a:off x="696242" y="754227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Primary Responsibilities</a:t>
          </a:r>
        </a:p>
      </dsp:txBody>
      <dsp:txXfrm>
        <a:off x="696242" y="754227"/>
        <a:ext cx="5605358" cy="602807"/>
      </dsp:txXfrm>
    </dsp:sp>
    <dsp:sp modelId="{FF14B2C1-7A3F-4E08-B942-2879B58F1080}">
      <dsp:nvSpPr>
        <dsp:cNvPr id="0" name=""/>
        <dsp:cNvSpPr/>
      </dsp:nvSpPr>
      <dsp:spPr>
        <a:xfrm>
          <a:off x="0" y="1507736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00E46E-762A-4376-9436-CE43CD2F2C29}">
      <dsp:nvSpPr>
        <dsp:cNvPr id="0" name=""/>
        <dsp:cNvSpPr/>
      </dsp:nvSpPr>
      <dsp:spPr>
        <a:xfrm>
          <a:off x="182349" y="1643368"/>
          <a:ext cx="331544" cy="33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20297-DC20-4696-A23A-BC05F529DDE3}">
      <dsp:nvSpPr>
        <dsp:cNvPr id="0" name=""/>
        <dsp:cNvSpPr/>
      </dsp:nvSpPr>
      <dsp:spPr>
        <a:xfrm>
          <a:off x="696242" y="1507736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Research &amp; Development </a:t>
          </a:r>
          <a:r>
            <a:rPr lang="en-US" sz="1600" kern="1200"/>
            <a:t>  Exploring innovative IOT solutions and embedded system architectures.</a:t>
          </a:r>
        </a:p>
      </dsp:txBody>
      <dsp:txXfrm>
        <a:off x="696242" y="1507736"/>
        <a:ext cx="5605358" cy="602807"/>
      </dsp:txXfrm>
    </dsp:sp>
    <dsp:sp modelId="{68F79673-5A89-4B7D-B8ED-D6E17D475A81}">
      <dsp:nvSpPr>
        <dsp:cNvPr id="0" name=""/>
        <dsp:cNvSpPr/>
      </dsp:nvSpPr>
      <dsp:spPr>
        <a:xfrm>
          <a:off x="0" y="2261245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BF150-7253-410D-8F7A-16B10CE6B497}">
      <dsp:nvSpPr>
        <dsp:cNvPr id="0" name=""/>
        <dsp:cNvSpPr/>
      </dsp:nvSpPr>
      <dsp:spPr>
        <a:xfrm>
          <a:off x="182349" y="2396877"/>
          <a:ext cx="331544" cy="33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A4022-78A9-4251-B7EA-73D8B93D73AC}">
      <dsp:nvSpPr>
        <dsp:cNvPr id="0" name=""/>
        <dsp:cNvSpPr/>
      </dsp:nvSpPr>
      <dsp:spPr>
        <a:xfrm>
          <a:off x="696242" y="2261245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Experimental Development </a:t>
          </a:r>
          <a:r>
            <a:rPr lang="en-US" sz="1600" kern="1200"/>
            <a:t> Prototyping and testing new firmware approaches and hardware configurations.</a:t>
          </a:r>
        </a:p>
      </dsp:txBody>
      <dsp:txXfrm>
        <a:off x="696242" y="2261245"/>
        <a:ext cx="5605358" cy="602807"/>
      </dsp:txXfrm>
    </dsp:sp>
    <dsp:sp modelId="{7A7F708A-19BA-4B49-8AB3-84FDBEC663A7}">
      <dsp:nvSpPr>
        <dsp:cNvPr id="0" name=""/>
        <dsp:cNvSpPr/>
      </dsp:nvSpPr>
      <dsp:spPr>
        <a:xfrm>
          <a:off x="0" y="3014755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CC072-FEFE-48C7-A15A-9A857DB28916}">
      <dsp:nvSpPr>
        <dsp:cNvPr id="0" name=""/>
        <dsp:cNvSpPr/>
      </dsp:nvSpPr>
      <dsp:spPr>
        <a:xfrm>
          <a:off x="182349" y="3150387"/>
          <a:ext cx="331544" cy="33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61A00-1E75-439B-AAB5-F9DDD43B3236}">
      <dsp:nvSpPr>
        <dsp:cNvPr id="0" name=""/>
        <dsp:cNvSpPr/>
      </dsp:nvSpPr>
      <dsp:spPr>
        <a:xfrm>
          <a:off x="696242" y="3014755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Technical Research </a:t>
          </a:r>
          <a:r>
            <a:rPr lang="en-US" sz="1600" kern="1200"/>
            <a:t> Investigating cutting-edge technologies and methodologies for future implementation.</a:t>
          </a:r>
        </a:p>
      </dsp:txBody>
      <dsp:txXfrm>
        <a:off x="696242" y="3014755"/>
        <a:ext cx="5605358" cy="602807"/>
      </dsp:txXfrm>
    </dsp:sp>
    <dsp:sp modelId="{6BD63328-2DE6-47AC-8A94-CE4679B602C6}">
      <dsp:nvSpPr>
        <dsp:cNvPr id="0" name=""/>
        <dsp:cNvSpPr/>
      </dsp:nvSpPr>
      <dsp:spPr>
        <a:xfrm>
          <a:off x="0" y="3768264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51B33-F518-499D-B1C8-809152B249FC}">
      <dsp:nvSpPr>
        <dsp:cNvPr id="0" name=""/>
        <dsp:cNvSpPr/>
      </dsp:nvSpPr>
      <dsp:spPr>
        <a:xfrm>
          <a:off x="182349" y="3903896"/>
          <a:ext cx="331544" cy="33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E7199-103F-4B0F-B245-C911E16D584E}">
      <dsp:nvSpPr>
        <dsp:cNvPr id="0" name=""/>
        <dsp:cNvSpPr/>
      </dsp:nvSpPr>
      <dsp:spPr>
        <a:xfrm>
          <a:off x="696242" y="3768264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Technical Contributions</a:t>
          </a:r>
        </a:p>
      </dsp:txBody>
      <dsp:txXfrm>
        <a:off x="696242" y="3768264"/>
        <a:ext cx="5605358" cy="602807"/>
      </dsp:txXfrm>
    </dsp:sp>
    <dsp:sp modelId="{D055DDDB-57C1-473E-88E1-DE97985847FF}">
      <dsp:nvSpPr>
        <dsp:cNvPr id="0" name=""/>
        <dsp:cNvSpPr/>
      </dsp:nvSpPr>
      <dsp:spPr>
        <a:xfrm>
          <a:off x="0" y="4521774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973C7-BB42-413A-96C1-0C9E6D368A40}">
      <dsp:nvSpPr>
        <dsp:cNvPr id="0" name=""/>
        <dsp:cNvSpPr/>
      </dsp:nvSpPr>
      <dsp:spPr>
        <a:xfrm>
          <a:off x="182349" y="4657406"/>
          <a:ext cx="331544" cy="3315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E99EC-26CC-44FE-B0DB-C52CF0838358}">
      <dsp:nvSpPr>
        <dsp:cNvPr id="0" name=""/>
        <dsp:cNvSpPr/>
      </dsp:nvSpPr>
      <dsp:spPr>
        <a:xfrm>
          <a:off x="696242" y="4521774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Leveraging my expertise in </a:t>
          </a:r>
          <a:r>
            <a:rPr lang="en-US" sz="1600" b="1" kern="1200"/>
            <a:t>C/C++, Python, and embedded platforms</a:t>
          </a:r>
          <a:r>
            <a:rPr lang="en-US" sz="1600" kern="1200"/>
            <a:t> like ESP32 for R&amp;D projects.</a:t>
          </a:r>
        </a:p>
      </dsp:txBody>
      <dsp:txXfrm>
        <a:off x="696242" y="4521774"/>
        <a:ext cx="5605358" cy="602807"/>
      </dsp:txXfrm>
    </dsp:sp>
    <dsp:sp modelId="{1E38C17F-FCE5-40F8-BBCC-2BB253C8B173}">
      <dsp:nvSpPr>
        <dsp:cNvPr id="0" name=""/>
        <dsp:cNvSpPr/>
      </dsp:nvSpPr>
      <dsp:spPr>
        <a:xfrm>
          <a:off x="0" y="5275283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F3A99-BC51-4EAC-B484-BE9FDAE7250F}">
      <dsp:nvSpPr>
        <dsp:cNvPr id="0" name=""/>
        <dsp:cNvSpPr/>
      </dsp:nvSpPr>
      <dsp:spPr>
        <a:xfrm>
          <a:off x="182349" y="5410915"/>
          <a:ext cx="331544" cy="3315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843FF-8A4F-4A98-A050-7B18542E1503}">
      <dsp:nvSpPr>
        <dsp:cNvPr id="0" name=""/>
        <dsp:cNvSpPr/>
      </dsp:nvSpPr>
      <dsp:spPr>
        <a:xfrm>
          <a:off x="696242" y="5275283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Contributing innovative research approaches to advance MachaDev's technological capabilities.</a:t>
          </a:r>
        </a:p>
      </dsp:txBody>
      <dsp:txXfrm>
        <a:off x="696242" y="5275283"/>
        <a:ext cx="5605358" cy="6028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4B360-56F7-476C-8863-F083D6C89F1C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6DF82-2860-4BDB-A7B4-A063DF7238E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7D6A5-10E4-4A86-8342-25AE299BEB6F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I Got Here</a:t>
          </a:r>
        </a:p>
      </dsp:txBody>
      <dsp:txXfrm>
        <a:off x="1939533" y="717"/>
        <a:ext cx="4362067" cy="1679249"/>
      </dsp:txXfrm>
    </dsp:sp>
    <dsp:sp modelId="{A22123E3-04DE-4CF9-BC18-15157E45D75B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981D7-BCAC-46F7-B688-A749D7B1B04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D9BFE-2668-4FAB-9263-1598AD672524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My path to MachaDev began with a strong foundation in computer engineering, where I discovered my passion for IoT and embedded systems.</a:t>
          </a:r>
        </a:p>
      </dsp:txBody>
      <dsp:txXfrm>
        <a:off x="1939533" y="2099779"/>
        <a:ext cx="4362067" cy="1679249"/>
      </dsp:txXfrm>
    </dsp:sp>
    <dsp:sp modelId="{2FB21F8E-327D-479D-B340-424AC48B7788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F327A-0EF8-4C70-842F-9D1342B9539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5339D-F389-4652-AC36-2611E7002DCA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My previous internship at RISETECH AND MACHADEV provided valuable experience in CAD/CAM design ,embedded systems and network configuration, preparing me for the challenges I'd face here.</a:t>
          </a:r>
        </a:p>
      </dsp:txBody>
      <dsp:txXfrm>
        <a:off x="1939533" y="4198841"/>
        <a:ext cx="4362067" cy="16792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9F395-3AF3-4993-8713-48B0DF481E9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D6385-9C05-4F89-A2F7-7AE9605E729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96812-78BC-4D9B-BC20-9D27AC3901F6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Growth Since Joining</a:t>
          </a:r>
        </a:p>
      </dsp:txBody>
      <dsp:txXfrm>
        <a:off x="1948202" y="368029"/>
        <a:ext cx="3233964" cy="1371985"/>
      </dsp:txXfrm>
    </dsp:sp>
    <dsp:sp modelId="{2F343608-7728-4634-AD87-CD77EB0BC671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DFA9B-F100-46D2-A2CB-32F044FA587B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C4138-E852-46FD-89DE-FAD442096C9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Research Integration </a:t>
          </a:r>
          <a:r>
            <a:rPr lang="en-US" sz="1900" kern="1200"/>
            <a:t> Transitioned from academic projects to industry R&amp;D methodologies.</a:t>
          </a:r>
        </a:p>
      </dsp:txBody>
      <dsp:txXfrm>
        <a:off x="7411643" y="368029"/>
        <a:ext cx="3233964" cy="1371985"/>
      </dsp:txXfrm>
    </dsp:sp>
    <dsp:sp modelId="{4E7C3769-A297-4C2E-B235-4A0462B1638D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7C382-E061-4FB3-A50A-CEA828848208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72FA2-AAEE-4648-A91B-0962478EFB64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Innovation Focus </a:t>
          </a:r>
          <a:r>
            <a:rPr lang="en-US" sz="1900" kern="1200"/>
            <a:t> Learning to balance experimental approaches with practical implementation requirements.</a:t>
          </a:r>
        </a:p>
      </dsp:txBody>
      <dsp:txXfrm>
        <a:off x="1948202" y="2452790"/>
        <a:ext cx="3233964" cy="1371985"/>
      </dsp:txXfrm>
    </dsp:sp>
    <dsp:sp modelId="{9DBC4992-0F0E-42A1-BD9F-C5017C7EE70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A1874-B816-4E0F-AC6A-0282712C54D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831D8-AA08-4883-9D69-B0B2E3A4461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Technical Exploration </a:t>
          </a:r>
          <a:r>
            <a:rPr lang="en-US" sz="1900" kern="1200"/>
            <a:t> Applying classroom knowledge to explore new technological possibilities.</a:t>
          </a:r>
        </a:p>
      </dsp:txBody>
      <dsp:txXfrm>
        <a:off x="7411643" y="2452790"/>
        <a:ext cx="3233964" cy="13719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BF4EA-7EB4-4C5A-BE7F-036872434CDF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59132E-7436-4565-8F35-86745CA9F2D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DC369-A04B-4FE8-820F-310EA84F9BA8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Key Milestones</a:t>
          </a:r>
        </a:p>
      </dsp:txBody>
      <dsp:txXfrm>
        <a:off x="1948202" y="368029"/>
        <a:ext cx="3233964" cy="1371985"/>
      </dsp:txXfrm>
    </dsp:sp>
    <dsp:sp modelId="{D46A9A94-0B57-46B8-A6C9-10389E2E21DB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D829B-C6B2-4E0A-9BA6-6D4FBA74F6D0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6E438-9A74-4767-9839-E6E06A46727C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Successfully integrated into ongoing R&amp;D initiatives and research projects.</a:t>
          </a:r>
        </a:p>
      </dsp:txBody>
      <dsp:txXfrm>
        <a:off x="7411643" y="368029"/>
        <a:ext cx="3233964" cy="1371985"/>
      </dsp:txXfrm>
    </dsp:sp>
    <dsp:sp modelId="{8FAB91FE-6BFD-4D20-97E0-87592485D670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69CA8-05AD-4F6C-9713-71CC8041E6D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8040B-EAD9-44DF-85D5-D85F3992A39C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Contributed to experimental firmware solutions and prototype development.</a:t>
          </a:r>
        </a:p>
      </dsp:txBody>
      <dsp:txXfrm>
        <a:off x="1948202" y="2452790"/>
        <a:ext cx="3233964" cy="1371985"/>
      </dsp:txXfrm>
    </dsp:sp>
    <dsp:sp modelId="{98A75DF7-D66F-4D5E-96C8-F850440ED640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2683C-82C2-4B99-94AB-5C8792B3D9C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0E920-72D3-4159-B0BB-93F18B55BA87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Demonstrated ability to bridge theoretical research with practical innovation.</a:t>
          </a:r>
        </a:p>
      </dsp:txBody>
      <dsp:txXfrm>
        <a:off x="7411643" y="2452790"/>
        <a:ext cx="3233964" cy="13719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67794-8507-4057-928B-809F56F795AE}">
      <dsp:nvSpPr>
        <dsp:cNvPr id="0" name=""/>
        <dsp:cNvSpPr/>
      </dsp:nvSpPr>
      <dsp:spPr>
        <a:xfrm>
          <a:off x="0" y="64156"/>
          <a:ext cx="10515600" cy="7985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Drives Me</a:t>
          </a:r>
        </a:p>
      </dsp:txBody>
      <dsp:txXfrm>
        <a:off x="38981" y="103137"/>
        <a:ext cx="10437638" cy="720563"/>
      </dsp:txXfrm>
    </dsp:sp>
    <dsp:sp modelId="{F85FC8E1-3FF3-4B75-B0F1-C8B89B6DC607}">
      <dsp:nvSpPr>
        <dsp:cNvPr id="0" name=""/>
        <dsp:cNvSpPr/>
      </dsp:nvSpPr>
      <dsp:spPr>
        <a:xfrm>
          <a:off x="0" y="920281"/>
          <a:ext cx="10515600" cy="798525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I'm passionate about pushing the boundaries of what's possible with technology. In my R&amp;D role at MachaDev, I'm motivated by.</a:t>
          </a:r>
        </a:p>
      </dsp:txBody>
      <dsp:txXfrm>
        <a:off x="38981" y="959262"/>
        <a:ext cx="10437638" cy="720563"/>
      </dsp:txXfrm>
    </dsp:sp>
    <dsp:sp modelId="{03CCA76E-3385-4E8C-9B1D-EEB0FAD7B0CF}">
      <dsp:nvSpPr>
        <dsp:cNvPr id="0" name=""/>
        <dsp:cNvSpPr/>
      </dsp:nvSpPr>
      <dsp:spPr>
        <a:xfrm>
          <a:off x="0" y="1776406"/>
          <a:ext cx="10515600" cy="798525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Innovation </a:t>
          </a:r>
          <a:r>
            <a:rPr lang="en-US" sz="2000" kern="1200"/>
            <a:t> Exploring cutting-edge IOT solutions and embedded system possibilities.</a:t>
          </a:r>
        </a:p>
      </dsp:txBody>
      <dsp:txXfrm>
        <a:off x="38981" y="1815387"/>
        <a:ext cx="10437638" cy="720563"/>
      </dsp:txXfrm>
    </dsp:sp>
    <dsp:sp modelId="{4737D93F-DF75-47C1-9994-0BE854E7A428}">
      <dsp:nvSpPr>
        <dsp:cNvPr id="0" name=""/>
        <dsp:cNvSpPr/>
      </dsp:nvSpPr>
      <dsp:spPr>
        <a:xfrm>
          <a:off x="0" y="2632531"/>
          <a:ext cx="10515600" cy="798525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Research Excellence </a:t>
          </a:r>
          <a:r>
            <a:rPr lang="en-US" sz="2000" kern="1200"/>
            <a:t> Bringing academic rigor and experimental thinking to our R&amp;D processes.</a:t>
          </a:r>
        </a:p>
      </dsp:txBody>
      <dsp:txXfrm>
        <a:off x="38981" y="2671512"/>
        <a:ext cx="10437638" cy="720563"/>
      </dsp:txXfrm>
    </dsp:sp>
    <dsp:sp modelId="{6FD423EC-20CE-4C1F-9011-BAC76A945680}">
      <dsp:nvSpPr>
        <dsp:cNvPr id="0" name=""/>
        <dsp:cNvSpPr/>
      </dsp:nvSpPr>
      <dsp:spPr>
        <a:xfrm>
          <a:off x="0" y="3488656"/>
          <a:ext cx="10515600" cy="79852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Technological Advancement </a:t>
          </a:r>
          <a:r>
            <a:rPr lang="en-US" sz="2000" kern="1200"/>
            <a:t> Developing solutions that position MachaDev at the forefront of industry innovation</a:t>
          </a:r>
        </a:p>
      </dsp:txBody>
      <dsp:txXfrm>
        <a:off x="38981" y="3527637"/>
        <a:ext cx="10437638" cy="72056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A8CF5-D157-441B-9C2B-33E602BC6D4F}">
      <dsp:nvSpPr>
        <dsp:cNvPr id="0" name=""/>
        <dsp:cNvSpPr/>
      </dsp:nvSpPr>
      <dsp:spPr>
        <a:xfrm>
          <a:off x="212335" y="78373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D7EF6-4DE9-4620-A63B-6B6BB889F85B}">
      <dsp:nvSpPr>
        <dsp:cNvPr id="0" name=""/>
        <dsp:cNvSpPr/>
      </dsp:nvSpPr>
      <dsp:spPr>
        <a:xfrm>
          <a:off x="492877" y="106427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6FC51-A90E-44FD-BE26-9863E7B86241}">
      <dsp:nvSpPr>
        <dsp:cNvPr id="0" name=""/>
        <dsp:cNvSpPr/>
      </dsp:nvSpPr>
      <dsp:spPr>
        <a:xfrm>
          <a:off x="1834517" y="78373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My Goals</a:t>
          </a:r>
        </a:p>
      </dsp:txBody>
      <dsp:txXfrm>
        <a:off x="1834517" y="783730"/>
        <a:ext cx="3148942" cy="1335915"/>
      </dsp:txXfrm>
    </dsp:sp>
    <dsp:sp modelId="{93CFE4D0-21C5-4647-962C-6EE6EBDDE918}">
      <dsp:nvSpPr>
        <dsp:cNvPr id="0" name=""/>
        <dsp:cNvSpPr/>
      </dsp:nvSpPr>
      <dsp:spPr>
        <a:xfrm>
          <a:off x="5532139" y="78373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85D72-0215-4FAC-B2FE-DA76977CFF56}">
      <dsp:nvSpPr>
        <dsp:cNvPr id="0" name=""/>
        <dsp:cNvSpPr/>
      </dsp:nvSpPr>
      <dsp:spPr>
        <a:xfrm>
          <a:off x="5812681" y="106427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7216F-C354-477C-AB5B-842C4D5D5187}">
      <dsp:nvSpPr>
        <dsp:cNvPr id="0" name=""/>
        <dsp:cNvSpPr/>
      </dsp:nvSpPr>
      <dsp:spPr>
        <a:xfrm>
          <a:off x="7154322" y="78373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Short-term </a:t>
          </a:r>
          <a:r>
            <a:rPr lang="en-US" sz="1900" kern="1200"/>
            <a:t>  R&amp;D methodologies and contribute meaningfully to current research initiatives.</a:t>
          </a:r>
        </a:p>
      </dsp:txBody>
      <dsp:txXfrm>
        <a:off x="7154322" y="783730"/>
        <a:ext cx="3148942" cy="1335915"/>
      </dsp:txXfrm>
    </dsp:sp>
    <dsp:sp modelId="{9DE68994-2153-45E3-8B20-5E634689EF4D}">
      <dsp:nvSpPr>
        <dsp:cNvPr id="0" name=""/>
        <dsp:cNvSpPr/>
      </dsp:nvSpPr>
      <dsp:spPr>
        <a:xfrm>
          <a:off x="212335" y="2987933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BCB867-076E-4A91-BE6D-ACBECDBF28AC}">
      <dsp:nvSpPr>
        <dsp:cNvPr id="0" name=""/>
        <dsp:cNvSpPr/>
      </dsp:nvSpPr>
      <dsp:spPr>
        <a:xfrm>
          <a:off x="492877" y="3268475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CA65B-69DB-46B1-9273-EE25483C9986}">
      <dsp:nvSpPr>
        <dsp:cNvPr id="0" name=""/>
        <dsp:cNvSpPr/>
      </dsp:nvSpPr>
      <dsp:spPr>
        <a:xfrm>
          <a:off x="1834517" y="2987933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Medium-term </a:t>
          </a:r>
          <a:r>
            <a:rPr lang="en-US" sz="1900" kern="1200"/>
            <a:t> Lead experimental projects in embedded systems and IOT innovation.</a:t>
          </a:r>
        </a:p>
      </dsp:txBody>
      <dsp:txXfrm>
        <a:off x="1834517" y="2987933"/>
        <a:ext cx="3148942" cy="1335915"/>
      </dsp:txXfrm>
    </dsp:sp>
    <dsp:sp modelId="{6509AC71-F847-49D5-94F3-5EC707407176}">
      <dsp:nvSpPr>
        <dsp:cNvPr id="0" name=""/>
        <dsp:cNvSpPr/>
      </dsp:nvSpPr>
      <dsp:spPr>
        <a:xfrm>
          <a:off x="5532139" y="2987933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B0353-7B81-46CC-86E1-7206050D3D08}">
      <dsp:nvSpPr>
        <dsp:cNvPr id="0" name=""/>
        <dsp:cNvSpPr/>
      </dsp:nvSpPr>
      <dsp:spPr>
        <a:xfrm>
          <a:off x="5812681" y="3268475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F38E1-A05E-4059-BA19-E3C298F444B4}">
      <dsp:nvSpPr>
        <dsp:cNvPr id="0" name=""/>
        <dsp:cNvSpPr/>
      </dsp:nvSpPr>
      <dsp:spPr>
        <a:xfrm>
          <a:off x="7154322" y="2987933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Long-term </a:t>
          </a:r>
          <a:r>
            <a:rPr lang="en-US" sz="1900" kern="1200"/>
            <a:t> Become a research leader who can drive breakthrough technologies and mentor future R&amp;D talent</a:t>
          </a:r>
        </a:p>
      </dsp:txBody>
      <dsp:txXfrm>
        <a:off x="7154322" y="2987933"/>
        <a:ext cx="3148942" cy="133591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51DB5-871D-45FC-B9AC-8761E1245C4D}">
      <dsp:nvSpPr>
        <dsp:cNvPr id="0" name=""/>
        <dsp:cNvSpPr/>
      </dsp:nvSpPr>
      <dsp:spPr>
        <a:xfrm>
          <a:off x="0" y="2177"/>
          <a:ext cx="10515600" cy="110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94C35-4FB6-46DF-AF56-6A52F262253B}">
      <dsp:nvSpPr>
        <dsp:cNvPr id="0" name=""/>
        <dsp:cNvSpPr/>
      </dsp:nvSpPr>
      <dsp:spPr>
        <a:xfrm>
          <a:off x="333877" y="250516"/>
          <a:ext cx="607050" cy="6070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06E8B-65B1-402C-8617-24CA66A55833}">
      <dsp:nvSpPr>
        <dsp:cNvPr id="0" name=""/>
        <dsp:cNvSpPr/>
      </dsp:nvSpPr>
      <dsp:spPr>
        <a:xfrm>
          <a:off x="1274806" y="2177"/>
          <a:ext cx="9240793" cy="110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11" tIns="116811" rIns="116811" bIns="1168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Value I Bring to MachaDev</a:t>
          </a:r>
        </a:p>
      </dsp:txBody>
      <dsp:txXfrm>
        <a:off x="1274806" y="2177"/>
        <a:ext cx="9240793" cy="1103728"/>
      </dsp:txXfrm>
    </dsp:sp>
    <dsp:sp modelId="{66C227A6-58AE-42AB-BADD-C09E354256E7}">
      <dsp:nvSpPr>
        <dsp:cNvPr id="0" name=""/>
        <dsp:cNvSpPr/>
      </dsp:nvSpPr>
      <dsp:spPr>
        <a:xfrm>
          <a:off x="0" y="1381838"/>
          <a:ext cx="10515600" cy="110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9BA2C-3936-41DE-AF58-2703F3F13507}">
      <dsp:nvSpPr>
        <dsp:cNvPr id="0" name=""/>
        <dsp:cNvSpPr/>
      </dsp:nvSpPr>
      <dsp:spPr>
        <a:xfrm>
          <a:off x="333877" y="1630177"/>
          <a:ext cx="607050" cy="6070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5FE0C-AF66-4F5C-B909-3902DF8A6574}">
      <dsp:nvSpPr>
        <dsp:cNvPr id="0" name=""/>
        <dsp:cNvSpPr/>
      </dsp:nvSpPr>
      <dsp:spPr>
        <a:xfrm>
          <a:off x="1274806" y="1381838"/>
          <a:ext cx="9240793" cy="110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11" tIns="116811" rIns="116811" bIns="1168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Fresh Perspective </a:t>
          </a:r>
          <a:r>
            <a:rPr lang="en-US" sz="2200" kern="1200"/>
            <a:t> Academic insights combined with hands-on project experience.</a:t>
          </a:r>
        </a:p>
      </dsp:txBody>
      <dsp:txXfrm>
        <a:off x="1274806" y="1381838"/>
        <a:ext cx="9240793" cy="1103728"/>
      </dsp:txXfrm>
    </dsp:sp>
    <dsp:sp modelId="{19CDF902-0F9F-4112-9D79-76F2D7AF568A}">
      <dsp:nvSpPr>
        <dsp:cNvPr id="0" name=""/>
        <dsp:cNvSpPr/>
      </dsp:nvSpPr>
      <dsp:spPr>
        <a:xfrm>
          <a:off x="0" y="2761498"/>
          <a:ext cx="10515600" cy="110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D2BA9-6BF3-4354-AFC4-B1799A3BE21E}">
      <dsp:nvSpPr>
        <dsp:cNvPr id="0" name=""/>
        <dsp:cNvSpPr/>
      </dsp:nvSpPr>
      <dsp:spPr>
        <a:xfrm>
          <a:off x="333877" y="3009837"/>
          <a:ext cx="607050" cy="6070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9521E-B06F-4930-BBA5-865C795589E8}">
      <dsp:nvSpPr>
        <dsp:cNvPr id="0" name=""/>
        <dsp:cNvSpPr/>
      </dsp:nvSpPr>
      <dsp:spPr>
        <a:xfrm>
          <a:off x="1274806" y="2761498"/>
          <a:ext cx="9240793" cy="110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11" tIns="116811" rIns="116811" bIns="1168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Technical Versatility </a:t>
          </a:r>
          <a:r>
            <a:rPr lang="en-US" sz="2200" kern="1200"/>
            <a:t> Ability to work across multiple domains - from circuit design to mobile app development.</a:t>
          </a:r>
        </a:p>
      </dsp:txBody>
      <dsp:txXfrm>
        <a:off x="1274806" y="2761498"/>
        <a:ext cx="9240793" cy="1103728"/>
      </dsp:txXfrm>
    </dsp:sp>
    <dsp:sp modelId="{0CC594FD-43A1-45E8-BC7B-AE1631012E66}">
      <dsp:nvSpPr>
        <dsp:cNvPr id="0" name=""/>
        <dsp:cNvSpPr/>
      </dsp:nvSpPr>
      <dsp:spPr>
        <a:xfrm>
          <a:off x="0" y="4141158"/>
          <a:ext cx="10515600" cy="110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E8737-C9CF-40E2-80F9-F3CB6C6B0C0C}">
      <dsp:nvSpPr>
        <dsp:cNvPr id="0" name=""/>
        <dsp:cNvSpPr/>
      </dsp:nvSpPr>
      <dsp:spPr>
        <a:xfrm>
          <a:off x="333877" y="4389497"/>
          <a:ext cx="607050" cy="6070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237B3-E423-437E-8932-E46F41440E21}">
      <dsp:nvSpPr>
        <dsp:cNvPr id="0" name=""/>
        <dsp:cNvSpPr/>
      </dsp:nvSpPr>
      <dsp:spPr>
        <a:xfrm>
          <a:off x="1274806" y="4141158"/>
          <a:ext cx="9240793" cy="110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11" tIns="116811" rIns="116811" bIns="11681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Commitment to Excellence </a:t>
          </a:r>
          <a:r>
            <a:rPr lang="en-US" sz="2200" kern="1200"/>
            <a:t> Track record of consistent high performance and continuous learning.</a:t>
          </a:r>
        </a:p>
      </dsp:txBody>
      <dsp:txXfrm>
        <a:off x="1274806" y="4141158"/>
        <a:ext cx="9240793" cy="110372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47051-E901-4866-B76D-EE2AE245FB46}">
      <dsp:nvSpPr>
        <dsp:cNvPr id="0" name=""/>
        <dsp:cNvSpPr/>
      </dsp:nvSpPr>
      <dsp:spPr>
        <a:xfrm>
          <a:off x="0" y="3581"/>
          <a:ext cx="10506456" cy="7629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B07FF-1C32-4245-B1A6-A590C4BA4438}">
      <dsp:nvSpPr>
        <dsp:cNvPr id="0" name=""/>
        <dsp:cNvSpPr/>
      </dsp:nvSpPr>
      <dsp:spPr>
        <a:xfrm>
          <a:off x="230796" y="175248"/>
          <a:ext cx="419630" cy="419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6FEF3-084C-4E15-8A25-BF8FEC636DA1}">
      <dsp:nvSpPr>
        <dsp:cNvPr id="0" name=""/>
        <dsp:cNvSpPr/>
      </dsp:nvSpPr>
      <dsp:spPr>
        <a:xfrm>
          <a:off x="881223" y="3581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My journey at </a:t>
          </a:r>
          <a:r>
            <a:rPr lang="en-US" sz="1900" b="1" kern="1200"/>
            <a:t>MachaDev</a:t>
          </a:r>
          <a:r>
            <a:rPr lang="en-US" sz="1900" kern="1200"/>
            <a:t> has been one of </a:t>
          </a:r>
          <a:r>
            <a:rPr lang="en-US" sz="1900" b="1" kern="1200"/>
            <a:t>growth, learning, and innovation.</a:t>
          </a:r>
          <a:endParaRPr lang="en-US" sz="1900" kern="1200"/>
        </a:p>
      </dsp:txBody>
      <dsp:txXfrm>
        <a:off x="881223" y="3581"/>
        <a:ext cx="9625232" cy="762963"/>
      </dsp:txXfrm>
    </dsp:sp>
    <dsp:sp modelId="{46EEAF40-5891-4292-BECA-4E64B6DE1EA2}">
      <dsp:nvSpPr>
        <dsp:cNvPr id="0" name=""/>
        <dsp:cNvSpPr/>
      </dsp:nvSpPr>
      <dsp:spPr>
        <a:xfrm>
          <a:off x="0" y="957286"/>
          <a:ext cx="10506456" cy="7629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B701D-122F-435D-B06B-9CD8439A8CC8}">
      <dsp:nvSpPr>
        <dsp:cNvPr id="0" name=""/>
        <dsp:cNvSpPr/>
      </dsp:nvSpPr>
      <dsp:spPr>
        <a:xfrm>
          <a:off x="230796" y="1128953"/>
          <a:ext cx="419630" cy="4196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9D6A8-7963-42DB-B109-A8400EB8F3C8}">
      <dsp:nvSpPr>
        <dsp:cNvPr id="0" name=""/>
        <dsp:cNvSpPr/>
      </dsp:nvSpPr>
      <dsp:spPr>
        <a:xfrm>
          <a:off x="881223" y="957286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I’ve transitioned from </a:t>
          </a:r>
          <a:r>
            <a:rPr lang="en-US" sz="1900" b="1" kern="1200"/>
            <a:t>academic projects</a:t>
          </a:r>
          <a:r>
            <a:rPr lang="en-US" sz="1900" kern="1200"/>
            <a:t> to </a:t>
          </a:r>
          <a:r>
            <a:rPr lang="en-US" sz="1900" b="1" kern="1200"/>
            <a:t>real-world R&amp;D contributions.</a:t>
          </a:r>
          <a:endParaRPr lang="en-US" sz="1900" kern="1200"/>
        </a:p>
      </dsp:txBody>
      <dsp:txXfrm>
        <a:off x="881223" y="957286"/>
        <a:ext cx="9625232" cy="762963"/>
      </dsp:txXfrm>
    </dsp:sp>
    <dsp:sp modelId="{F33B1065-68F4-440E-9B48-3E982D141243}">
      <dsp:nvSpPr>
        <dsp:cNvPr id="0" name=""/>
        <dsp:cNvSpPr/>
      </dsp:nvSpPr>
      <dsp:spPr>
        <a:xfrm>
          <a:off x="0" y="1910991"/>
          <a:ext cx="10506456" cy="7629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2C19D-90C5-4360-9A64-A921CE45CF21}">
      <dsp:nvSpPr>
        <dsp:cNvPr id="0" name=""/>
        <dsp:cNvSpPr/>
      </dsp:nvSpPr>
      <dsp:spPr>
        <a:xfrm>
          <a:off x="230796" y="2082657"/>
          <a:ext cx="419630" cy="4196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1C693-84B4-41A4-8A71-C6FC213951D5}">
      <dsp:nvSpPr>
        <dsp:cNvPr id="0" name=""/>
        <dsp:cNvSpPr/>
      </dsp:nvSpPr>
      <dsp:spPr>
        <a:xfrm>
          <a:off x="881223" y="1910991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With my </a:t>
          </a:r>
          <a:r>
            <a:rPr lang="en-US" sz="1900" b="1" kern="1200"/>
            <a:t>technical versatility</a:t>
          </a:r>
          <a:r>
            <a:rPr lang="en-US" sz="1900" kern="1200"/>
            <a:t>, </a:t>
          </a:r>
          <a:r>
            <a:rPr lang="en-US" sz="1900" b="1" kern="1200"/>
            <a:t>problem-solving mindset</a:t>
          </a:r>
          <a:r>
            <a:rPr lang="en-US" sz="1900" kern="1200"/>
            <a:t>, and </a:t>
          </a:r>
          <a:r>
            <a:rPr lang="en-US" sz="1900" b="1" kern="1200"/>
            <a:t>commitment to excellence</a:t>
          </a:r>
          <a:r>
            <a:rPr lang="en-US" sz="1900" kern="1200"/>
            <a:t>, I aim to add long-term value.</a:t>
          </a:r>
        </a:p>
      </dsp:txBody>
      <dsp:txXfrm>
        <a:off x="881223" y="1910991"/>
        <a:ext cx="9625232" cy="762963"/>
      </dsp:txXfrm>
    </dsp:sp>
    <dsp:sp modelId="{18A03F28-13EF-41F9-9A6E-F7057C6CD6C5}">
      <dsp:nvSpPr>
        <dsp:cNvPr id="0" name=""/>
        <dsp:cNvSpPr/>
      </dsp:nvSpPr>
      <dsp:spPr>
        <a:xfrm>
          <a:off x="0" y="2864695"/>
          <a:ext cx="10506456" cy="7629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4B556-0873-4375-9F35-587A15802E2E}">
      <dsp:nvSpPr>
        <dsp:cNvPr id="0" name=""/>
        <dsp:cNvSpPr/>
      </dsp:nvSpPr>
      <dsp:spPr>
        <a:xfrm>
          <a:off x="230796" y="3036362"/>
          <a:ext cx="419630" cy="4196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DE443-CED1-402F-84C7-AAB95E94C2D2}">
      <dsp:nvSpPr>
        <dsp:cNvPr id="0" name=""/>
        <dsp:cNvSpPr/>
      </dsp:nvSpPr>
      <dsp:spPr>
        <a:xfrm>
          <a:off x="881223" y="2864695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Looking ahead, I’m excited to </a:t>
          </a:r>
          <a:r>
            <a:rPr lang="en-US" sz="1900" b="1" kern="1200"/>
            <a:t>drive innovation</a:t>
          </a:r>
          <a:r>
            <a:rPr lang="en-US" sz="1900" kern="1200"/>
            <a:t>, explore </a:t>
          </a:r>
          <a:r>
            <a:rPr lang="en-US" sz="1900" b="1" kern="1200"/>
            <a:t>cutting-</a:t>
          </a:r>
          <a:r>
            <a:rPr lang="en-US" sz="1900" kern="1200"/>
            <a:t>edge </a:t>
          </a:r>
          <a:r>
            <a:rPr lang="en-US" sz="1900" b="1" kern="1200"/>
            <a:t>IO</a:t>
          </a:r>
          <a:r>
            <a:rPr lang="en-US" sz="1900" kern="1200"/>
            <a:t>T and embedded systems, and grow as a future R&amp;D leader.</a:t>
          </a:r>
        </a:p>
      </dsp:txBody>
      <dsp:txXfrm>
        <a:off x="881223" y="2864695"/>
        <a:ext cx="9625232" cy="762963"/>
      </dsp:txXfrm>
    </dsp:sp>
    <dsp:sp modelId="{4739A6FD-6010-462D-9982-26AB96A2F98E}">
      <dsp:nvSpPr>
        <dsp:cNvPr id="0" name=""/>
        <dsp:cNvSpPr/>
      </dsp:nvSpPr>
      <dsp:spPr>
        <a:xfrm>
          <a:off x="0" y="3818400"/>
          <a:ext cx="10506456" cy="7629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47829-7C8A-48B5-AD8A-346B6DD61D1E}">
      <dsp:nvSpPr>
        <dsp:cNvPr id="0" name=""/>
        <dsp:cNvSpPr/>
      </dsp:nvSpPr>
      <dsp:spPr>
        <a:xfrm>
          <a:off x="230796" y="3990067"/>
          <a:ext cx="419630" cy="4196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62ADD-9145-4711-8421-DC4D078B2671}">
      <dsp:nvSpPr>
        <dsp:cNvPr id="0" name=""/>
        <dsp:cNvSpPr/>
      </dsp:nvSpPr>
      <dsp:spPr>
        <a:xfrm>
          <a:off x="881223" y="3818400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Together, we can push MachaDev to the </a:t>
          </a:r>
          <a:r>
            <a:rPr lang="en-US" sz="1900" b="1" kern="1200"/>
            <a:t>forefront of technological advancement.</a:t>
          </a:r>
          <a:endParaRPr lang="en-US" sz="1900" kern="1200"/>
        </a:p>
      </dsp:txBody>
      <dsp:txXfrm>
        <a:off x="881223" y="3818400"/>
        <a:ext cx="9625232" cy="762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7BA8F-D497-4610-9DD7-3133D40C8821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9208D-C584-424E-94E0-9918F392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6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629B-21B9-B152-0363-4A83EF753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5E0F3-83D0-E5A6-4D79-CF91BDDB0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ACD1-CA8E-EDFA-9084-AAD671E2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AF36-5842-43E9-9A9F-02530233C70B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70E3-1F77-9064-C151-AF4A438E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EC949-CCE4-C644-B0F6-87E5E8EE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3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B748-1819-7609-EE36-AC79E80F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B670C-A65B-7DFB-3F90-7C267AE3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88F0-6B2E-DE44-69F2-8A08073F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52455-F320-46F8-B73C-1798001B4EE8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E80F-1700-1B6C-3270-1056ADF9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54192-55C5-9167-1378-1B0260CD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6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C3D9-D08B-F0E5-77D3-85DF0369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837BD-122F-DBC3-4BA9-7F8F21D44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3AE3-E725-3240-BCAD-190C71EC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BC40-14F4-4F00-98BA-640BC1578B77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9CF1B-26E5-1016-612A-18181520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485F-C5E9-E37C-A6A3-38864E66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7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96C1-99DE-700D-AC2C-DB6ACD0F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1CF54-4262-647E-3448-15402FCF8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3C15E-3482-60C0-A292-5085C7AAF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F8B9B-20A0-6E5E-BF59-6047AB26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1F360-4F4C-4149-A149-2E97E8F2956C}" type="datetime1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F1F37-99A0-74AC-A9C6-9C91257F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E8721-F057-126D-FC0D-0F61F586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9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2849-B5CC-44F5-5C30-BFB44347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7C793-6C04-7E23-8CD5-23973889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87364-F64D-9EF6-D403-2955BCFA1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F90686-18E2-86E1-E598-D565740D8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4D92E-CB99-1673-D8D3-E2443EBE1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FDF4B-ABA8-9680-2451-6C7C875C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B40D-C4DB-43A4-B315-2EE3B45C081D}" type="datetime1">
              <a:rPr lang="en-US" smtClean="0"/>
              <a:t>24-Sep-25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A098C-93D4-DC3B-1743-B15060981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C3411-085A-577C-8673-86770024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8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307D-B8E9-CDBE-6602-1039C623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D5AF0-0F09-83E6-A70F-A7DDEFF8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0B0A7-A782-4463-A735-60B6D9B8D2D0}" type="datetime1">
              <a:rPr lang="en-US" smtClean="0"/>
              <a:t>24-Sep-25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59DE4-EAB1-B806-A87C-1A62548F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A6BE6-DC70-B9D4-1F6F-996A9CF4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0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A664A2-1AC7-D8D1-9C28-BB375311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48A59-8DD6-4661-BF28-80810040D8A2}" type="datetime1">
              <a:rPr lang="en-US" smtClean="0"/>
              <a:t>24-Sep-25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812EB-0578-F8B4-A4ED-01D712D0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D2707-ADBA-2248-680F-C2406CE7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3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445D-244A-4CD7-837C-46C6AEF4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8D4DB-AF69-7201-B807-A486EDAFC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0C7E2-8DD6-A13F-E16C-81BB9F2F2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C1C07-30D0-D277-9DC6-33B5A05F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DA8D-A28C-4E08-9D95-DBD40209506A}" type="datetime1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8AB12-6B6D-E6FA-A407-C0632FE7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7412E-164B-3F4B-0484-CD5B2BAB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6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6783-2FBF-5ED1-DEB8-4E4F8E3C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7FC7D-C669-3467-49C7-7D2198654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8997-7C78-B0BF-E275-27594E53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62CAD-4380-CF26-B8A5-1C731695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49B4-03F8-4A87-B0FA-86302774DA0A}" type="datetime1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891D2-5FCC-A957-AD30-EEF4E234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5269-45CD-95A6-830C-61C665EF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3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871C-5563-E1E9-9F91-C72E65E0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5AD46-F5C0-B79E-2DDE-7EC01B716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63B6-F7D3-3664-5EEC-61FCF86E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25B80-02F3-4521-B794-AA265DCB5123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532F-7756-0C74-49F5-A93F3387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DDE45-15D9-90D0-5B9E-D367113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4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FF30C-1B7A-E84A-C43F-2BB3D8693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6AC21-8672-DF42-69DA-70FE66938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3046-DA25-9808-4832-FD25BAF1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3FC6B-74F9-4844-ABA9-F757447DCB01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3CB84-6205-0210-5D09-02C2F3A6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62D0-BFAD-6BD2-68F7-122522B4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D4E8C-722C-9AF5-A21A-7E2F7D86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6E373-B790-3C40-7D3D-E9F54FEA4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71DC-5998-9DE3-D234-4681D276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916F3-49AB-4110-8506-9BEAA1424E8E}" type="datetime1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C620A-0E30-6B79-DC5A-5D4EFA207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97884-1FA0-32E4-AD55-4F9512021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F7931-4D5B-451E-82C4-5098F52B2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7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DEB5-2F56-59D2-EF8D-CBDFF1106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724E8-B78D-EBFB-5C82-F5377CB4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A yellow and black logo&#10;&#10;AI-generated content may be incorrect.">
            <a:extLst>
              <a:ext uri="{FF2B5EF4-FFF2-40B4-BE49-F238E27FC236}">
                <a16:creationId xmlns:a16="http://schemas.microsoft.com/office/drawing/2014/main" id="{B24B83C7-8330-F8FA-B398-9CD3368C1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FB535-070F-84F3-7609-1810DB8A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1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03EA-07AC-B36B-823F-3409E70C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94468"/>
            <a:ext cx="4693107" cy="176293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MACHADEV PROFESSIONAL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8B28F-4F7F-8E6B-C855-92B100DA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2</a:t>
            </a:fld>
            <a:endParaRPr lang="en-US"/>
          </a:p>
        </p:txBody>
      </p:sp>
      <p:pic>
        <p:nvPicPr>
          <p:cNvPr id="13" name="Picture 12" descr="A person with a mustache wearing a suit and tie&#10;&#10;AI-generated content may be incorrect.">
            <a:extLst>
              <a:ext uri="{FF2B5EF4-FFF2-40B4-BE49-F238E27FC236}">
                <a16:creationId xmlns:a16="http://schemas.microsoft.com/office/drawing/2014/main" id="{5DB494D1-2AAA-F1A5-BEA9-DFB7C6F6D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65" y="661988"/>
            <a:ext cx="5114925" cy="5695950"/>
          </a:xfrm>
          <a:prstGeom prst="rect">
            <a:avLst/>
          </a:prstGeom>
        </p:spPr>
      </p:pic>
      <p:graphicFrame>
        <p:nvGraphicFramePr>
          <p:cNvPr id="15" name="Text Placeholder 3">
            <a:extLst>
              <a:ext uri="{FF2B5EF4-FFF2-40B4-BE49-F238E27FC236}">
                <a16:creationId xmlns:a16="http://schemas.microsoft.com/office/drawing/2014/main" id="{375D7733-E903-E0AA-C171-2D3BF82AD0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182578"/>
              </p:ext>
            </p:extLst>
          </p:nvPr>
        </p:nvGraphicFramePr>
        <p:xfrm>
          <a:off x="542441" y="2057400"/>
          <a:ext cx="5377912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382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F4391-ED17-4BC2-B16C-6BB183F7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OUTLINES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9A526-198A-F1BE-3C14-572E91FF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7E63B9B-A956-D1A0-5067-9FBE7B7017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60905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86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F025-52CC-95A4-B779-D89298CA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01861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INTRODUCTION</a:t>
            </a:r>
            <a:endParaRPr lang="en-US" sz="4000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878C64B-CE2A-C160-404B-BD42F976F9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38386"/>
          <a:ext cx="10515600" cy="5138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1D6B9-190C-BB10-715C-A201EC39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8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A5AF-3EFF-38F2-3098-20311E2A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973"/>
            <a:ext cx="10515600" cy="650929"/>
          </a:xfrm>
        </p:spPr>
        <p:txBody>
          <a:bodyPr>
            <a:normAutofit/>
          </a:bodyPr>
          <a:lstStyle/>
          <a:p>
            <a:pPr algn="ctr"/>
            <a:r>
              <a:rPr lang="en-US" sz="4000" b="1"/>
              <a:t>STRENGTHS</a:t>
            </a:r>
            <a:endParaRPr lang="en-US" sz="4000" b="1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9DD8AFD-3D89-0CF9-FD65-E33B8F9969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98902"/>
          <a:ext cx="10515600" cy="5278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8D59-DE78-C88B-8280-0477E152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1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E60D-B480-CAD1-F1EF-D19A1304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437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Areas that I am Developing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9C47150-A254-43C0-0882-2808D1A962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960896"/>
          <a:ext cx="10515600" cy="5216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CB99F-A8B1-9141-BEFC-8DC5D2F2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6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049ED-BE9F-0F79-8F7E-A9284B14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 My Weakness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10E8-F22E-7E55-C72F-FCB5C188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AD3DAEF-EF0F-5B80-2957-E1B1DB5DB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2853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087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913B3-715A-F24A-F9D7-5C404049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My Role at MachaDev </a:t>
            </a:r>
          </a:p>
        </p:txBody>
      </p:sp>
      <p:grpSp>
        <p:nvGrpSpPr>
          <p:cNvPr id="3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F095B-0861-CD41-2457-2DB6E2FB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FD459231-97A4-708D-5EEA-206CDEA644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94227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941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1912A-A993-A68E-922E-CE81B593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MY JOURNEY AT MACHADEV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355AD-0F1E-523D-22EB-C9628251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AC6BBA-B7A7-256A-93FB-373D94367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13794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761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894A9-B047-69C8-88BC-1AFA99A9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MY JOURNEY AT MACHADEV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55028-9130-4508-359A-7AF4B714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145BA61-A747-3847-BBD5-AB61B9565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7424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4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E437B-AA17-D988-0E4B-7653532F2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MY JOURNEY AT MACHADEV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22D86-9F5E-8CD5-6824-7BC9AD76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BAC78B6-0557-95A1-2754-0B8490E11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070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16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blue and green wavy surface&#10;&#10;AI-generated content may be incorrect.">
            <a:extLst>
              <a:ext uri="{FF2B5EF4-FFF2-40B4-BE49-F238E27FC236}">
                <a16:creationId xmlns:a16="http://schemas.microsoft.com/office/drawing/2014/main" id="{951104A3-03E2-5B66-59A8-9857F0A171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4015" b="397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E6C7A6-68B7-4D89-2589-D7E35177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MY MISSION AT MACHADEV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B2433-DF15-11C1-798E-BE72B784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CC2B5E8-9B04-A270-38F8-38D70982D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6176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50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BF08-57A5-7300-E6CE-F70826D07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258"/>
          </a:xfrm>
        </p:spPr>
        <p:txBody>
          <a:bodyPr/>
          <a:lstStyle/>
          <a:p>
            <a:pPr algn="ctr"/>
            <a:r>
              <a:rPr lang="en-US" b="1" dirty="0"/>
              <a:t>MY MISSION AT MACHADEV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E6C7530-0CAB-9A32-84D2-B8D2205E54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9384"/>
          <a:ext cx="10515600" cy="5107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86ECA-7E3C-FDF0-0DB4-D531929B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6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87CE-7AA9-AE20-6A37-8B255AA5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969"/>
            <a:ext cx="10515600" cy="5269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MY MISSION AT MACHADEV</a:t>
            </a:r>
            <a:endParaRPr lang="en-US" sz="4000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88008BC-6A2A-8BDD-069F-0BEBEC5D60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929898"/>
          <a:ext cx="10515600" cy="5247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F4577-2288-60C6-A139-2A1837CD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3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F6787-B354-CC3E-11F8-82B09E29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08EC7-49F7-E2BF-2040-EE1ADE78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536" y="6356350"/>
            <a:ext cx="24902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7F7931-4D5B-451E-82C4-5098F52B2A65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BA1D8E-3335-B5C6-289A-D9D74033B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455737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811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433F1E-CF35-28CC-ABC3-2B5F4E680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463" y="136525"/>
            <a:ext cx="11608231" cy="62198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00DD2-142A-E3F8-4743-0912701E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7931-4D5B-451E-82C4-5098F52B2A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9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774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MACHADEV PROFESSIONAL PRESENTATION</vt:lpstr>
      <vt:lpstr>OUTLINES</vt:lpstr>
      <vt:lpstr>INTRODUCTION</vt:lpstr>
      <vt:lpstr>STRENGTHS</vt:lpstr>
      <vt:lpstr>Areas that I am Developing</vt:lpstr>
      <vt:lpstr> My Weakness</vt:lpstr>
      <vt:lpstr>My Role at MachaDev </vt:lpstr>
      <vt:lpstr>MY JOURNEY AT MACHADEV</vt:lpstr>
      <vt:lpstr>MY JOURNEY AT MACHADEV</vt:lpstr>
      <vt:lpstr>MY JOURNEY AT MACHADEV</vt:lpstr>
      <vt:lpstr>MY MISSION AT MACHADEV</vt:lpstr>
      <vt:lpstr>MY MISSION AT MACHADEV</vt:lpstr>
      <vt:lpstr>MY MISSION AT MACHADEV</vt:lpstr>
      <vt:lpstr>CONCLUSION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huzaifa shahbaz</dc:creator>
  <cp:lastModifiedBy>huzaifa shahbaz</cp:lastModifiedBy>
  <cp:revision>4</cp:revision>
  <dcterms:created xsi:type="dcterms:W3CDTF">2025-09-23T06:23:00Z</dcterms:created>
  <dcterms:modified xsi:type="dcterms:W3CDTF">2025-09-24T18:11:00Z</dcterms:modified>
</cp:coreProperties>
</file>