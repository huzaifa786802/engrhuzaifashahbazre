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016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CALCULATOR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Freelance Development Service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14630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40192" y="3502152"/>
            <a:ext cx="2967394" cy="77038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PREPARED BY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ENGR HUZAIFA SHAHBAZ</a:t>
            </a:r>
          </a:p>
        </p:txBody>
      </p:sp>
      <p:sp>
        <p:nvSpPr>
          <p:cNvPr id="10" name="Text 8"/>
          <p:cNvSpPr/>
          <p:nvPr/>
        </p:nvSpPr>
        <p:spPr>
          <a:xfrm>
            <a:off x="2103120" y="301752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 ·  Modern  ·  Fast  ·  Accessible  ·  Client-Ready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AE0D88-AA0F-9A95-49DC-7D5DF366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57280"/>
            <a:ext cx="2153797" cy="2005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SERVICE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84048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responsive Age Calculator web application that calculates a user's exact age in years, months &amp; days — plus extra stats like birthday countdown, zodiac sign, and total days lived.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 ·  JavaScript ES6+  ·  React.js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91440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914400"/>
            <a:ext cx="21945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0288" y="1810512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leap years &amp; month edges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91440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0" y="914400"/>
            <a:ext cx="21945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67728" y="1810512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score 96+ on all metrics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69748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0" y="2697480"/>
            <a:ext cx="21945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90288" y="3593592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desktop, tablet &amp; mobile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269748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0" y="2697480"/>
            <a:ext cx="21945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0" y="2697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67728" y="3593592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theme toggle built-in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quality. Building trust. One project at a time.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5029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Breakdown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years, months &amp; days from date of birth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5029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Countdown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5727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live countdown to next birthday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91440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5029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Stats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5727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days, hours, minutes &amp; seconds lived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5029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044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Zodiac 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5387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zodiac sign &amp; birth stone display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54680" y="2880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54680" y="2880360"/>
            <a:ext cx="5029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546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49040" y="3044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35387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toggle — preference saved locally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89320" y="2880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89320" y="2880360"/>
            <a:ext cx="5029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893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83680" y="3044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Year Safe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35387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Feb 29 &amp; month-end edge cases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Chrome · Firefox · Safari · Edge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PACKAGES &amp; PRICING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560320" cy="71323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424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3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17627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Age: Years / Months / Days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60604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Responsive 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303580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Cross-browser compatible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346557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code included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" y="389534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revision round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560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868680"/>
            <a:ext cx="2560320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905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200400" y="1234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1673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5 Days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203911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Basic 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24688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Dark / Light mode toggle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4992" y="289864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Birthday countdown timer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33284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Extended life stats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64992" y="375818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revision rounds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4224528"/>
            <a:ext cx="25603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0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MOST POPULAR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00584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89320" y="1005840"/>
            <a:ext cx="2560320" cy="71323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89320" y="10424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989320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8076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7 Days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53912" y="217627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Standard features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53912" y="260604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React.js component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53912" y="303580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Zodiac sign display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53912" y="346557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branding &amp; colors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53912" y="389534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revisions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packages include: source code, documentation &amp; 7-day post-delivery support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2633472"/>
            <a:ext cx="694944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41832" y="2478024"/>
            <a:ext cx="310896" cy="31089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8992" y="2395728"/>
            <a:ext cx="36576" cy="822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371600" cy="13898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137160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approval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79192" y="2478024"/>
            <a:ext cx="310896" cy="31089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16352" y="2788920"/>
            <a:ext cx="36576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48840" y="2880360"/>
            <a:ext cx="13716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48840" y="2880360"/>
            <a:ext cx="137160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488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coding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16552" y="2478024"/>
            <a:ext cx="310896" cy="31089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53712" y="2395728"/>
            <a:ext cx="36576" cy="822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86200" y="1005840"/>
            <a:ext cx="1371600" cy="13898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86200" y="1005840"/>
            <a:ext cx="137160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8620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4–5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86200" y="1325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1737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debugging,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tests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53912" y="2478024"/>
            <a:ext cx="310896" cy="31089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91072" y="2788920"/>
            <a:ext cx="36576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23560" y="2880360"/>
            <a:ext cx="13716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23560" y="2880360"/>
            <a:ext cx="137160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2356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23560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revisions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91272" y="2478024"/>
            <a:ext cx="310896" cy="31089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28432" y="2395728"/>
            <a:ext cx="36576" cy="822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60920" y="1005840"/>
            <a:ext cx="1371600" cy="13898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60920" y="1005840"/>
            <a:ext cx="137160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6092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60920" y="1325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06640" y="1737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delivery without compromising quality.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09728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80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page structure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109728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57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/ Tailwind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animations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109728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935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27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109728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712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050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component build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8686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Performance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5488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1325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96/100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4069080" cy="201168"/>
          </a:xfrm>
          <a:prstGeom prst="rect">
            <a:avLst/>
          </a:prstGeom>
          <a:solidFill>
            <a:srgbClr val="DDE4EA"/>
          </a:solidFill>
          <a:ln w="1270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1645920"/>
            <a:ext cx="3906317" cy="20116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167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92440" y="2167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98/100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487168"/>
            <a:ext cx="4069080" cy="201168"/>
          </a:xfrm>
          <a:prstGeom prst="rect">
            <a:avLst/>
          </a:prstGeom>
          <a:solidFill>
            <a:srgbClr val="DDE4EA"/>
          </a:solidFill>
          <a:ln w="1270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487168"/>
            <a:ext cx="398769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3008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3008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95/100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328416"/>
            <a:ext cx="4069080" cy="201168"/>
          </a:xfrm>
          <a:prstGeom prst="rect">
            <a:avLst/>
          </a:prstGeom>
          <a:solidFill>
            <a:srgbClr val="DDE4EA"/>
          </a:solidFill>
          <a:ln w="1270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328416"/>
            <a:ext cx="3865626" cy="20116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849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Score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92440" y="3849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100/100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4169664"/>
            <a:ext cx="4069080" cy="201168"/>
          </a:xfrm>
          <a:prstGeom prst="rect">
            <a:avLst/>
          </a:prstGeom>
          <a:solidFill>
            <a:srgbClr val="DDE4EA"/>
          </a:solidFill>
          <a:ln w="1270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4169664"/>
            <a:ext cx="406908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speed, accessibility &amp; SEO out of the box.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THIS SERVICE?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0604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060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5 STAR Reviews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5-star rated across all projects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260604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6060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868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24 HRS Response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replies &amp; clear communication always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868680"/>
            <a:ext cx="260604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89320" y="868680"/>
            <a:ext cx="26060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868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3 FREE Revisions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325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revision rounds in every package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260604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26060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7 DAYS Support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Post-delivery support on every project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743200"/>
            <a:ext cx="260604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54680" y="2743200"/>
            <a:ext cx="26060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54680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CLEAN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2004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Well-commented, readable, maintainable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2743200"/>
            <a:ext cx="260604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6060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89320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100% Ownership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32004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transferred to client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475488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satisfaction is my top priority — guaranteed.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2286000" cy="2286000"/>
          </a:xfrm>
          <a:prstGeom prst="ellipse">
            <a:avLst/>
          </a:prstGeom>
          <a:solidFill>
            <a:srgbClr val="14A085">
              <a:alpha val="25000"/>
            </a:srgbClr>
          </a:solidFill>
          <a:ln w="12700">
            <a:solidFill>
              <a:srgbClr val="14A08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560320"/>
            <a:ext cx="2103120" cy="2103120"/>
          </a:xfrm>
          <a:prstGeom prst="ellipse">
            <a:avLst/>
          </a:prstGeom>
          <a:solidFill>
            <a:srgbClr val="0A1628">
              <a:alpha val="30000"/>
            </a:srgbClr>
          </a:solidFill>
          <a:ln w="12700">
            <a:solidFill>
              <a:srgbClr val="0A162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0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your Age Calculator today on Fiverr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28216" y="2145535"/>
            <a:ext cx="3476923" cy="100584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77957" y="2148840"/>
            <a:ext cx="28368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653" y="2651760"/>
            <a:ext cx="30351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fiverr.com/https://www.fiverr.com/s/YR2Lb7K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3429000"/>
            <a:ext cx="9144000" cy="1714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huzaifashahbaz767@gmail.com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Response within 24 hours  ·  🌍  Available Worldwide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me now for a FREE consultation!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543</Words>
  <Application>Microsoft Office PowerPoint</Application>
  <PresentationFormat>On-screen Show (16:9)</PresentationFormat>
  <Paragraphs>143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 Calculator Web App — Project Presentation</dc:title>
  <dc:subject>PptxGenJS Presentation</dc:subject>
  <dc:creator>PptxGenJS</dc:creator>
  <cp:lastModifiedBy>huzaifa shahbaz</cp:lastModifiedBy>
  <cp:revision>3</cp:revision>
  <dcterms:created xsi:type="dcterms:W3CDTF">2026-02-17T12:47:24Z</dcterms:created>
  <dcterms:modified xsi:type="dcterms:W3CDTF">2026-02-19T10:17:34Z</dcterms:modified>
</cp:coreProperties>
</file>