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2" d="100"/>
          <a:sy n="62" d="100"/>
        </p:scale>
        <p:origin x="97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4" Type="http://schemas.openxmlformats.org/officeDocument/2006/relationships/image" Target="../media/image11.svg"/></Relationships>
</file>

<file path=ppt/diagrams/_rels/data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_rels/data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1.svg"/><Relationship Id="rId1" Type="http://schemas.openxmlformats.org/officeDocument/2006/relationships/image" Target="../media/image15.svg"/></Relationships>
</file>

<file path=ppt/diagrams/_rels/data1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4" Type="http://schemas.openxmlformats.org/officeDocument/2006/relationships/image" Target="../media/image11.svg"/></Relationships>
</file>

<file path=ppt/diagrams/_rels/drawing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1.svg"/><Relationship Id="rId1" Type="http://schemas.openxmlformats.org/officeDocument/2006/relationships/image" Target="../media/image15.svg"/></Relationships>
</file>

<file path=ppt/diagrams/_rels/drawing1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67B849-BDF6-44F0-AA33-D1BFBCB6340C}" type="doc">
      <dgm:prSet loTypeId="urn:microsoft.com/office/officeart/2005/8/layout/default" loCatId="list" qsTypeId="urn:microsoft.com/office/officeart/2005/8/quickstyle/simple1" qsCatId="simple" csTypeId="urn:microsoft.com/office/officeart/2005/8/colors/colorful5" csCatId="colorful"/>
      <dgm:spPr/>
      <dgm:t>
        <a:bodyPr/>
        <a:lstStyle/>
        <a:p>
          <a:endParaRPr lang="en-US"/>
        </a:p>
      </dgm:t>
    </dgm:pt>
    <dgm:pt modelId="{7A79E3EC-BF84-45C1-9B57-8E1EA2DC1805}">
      <dgm:prSet/>
      <dgm:spPr/>
      <dgm:t>
        <a:bodyPr/>
        <a:lstStyle/>
        <a:p>
          <a:r>
            <a:rPr lang="en-US"/>
            <a:t>Getting an Inside Look: Given Imaging’s Camera Pill</a:t>
          </a:r>
        </a:p>
      </dgm:t>
    </dgm:pt>
    <dgm:pt modelId="{FEE557A6-38AD-43F3-9A85-353FEBAE30B9}" type="parTrans" cxnId="{77FD9F3E-1F25-4914-AB31-3ACDD47C831D}">
      <dgm:prSet/>
      <dgm:spPr/>
      <dgm:t>
        <a:bodyPr/>
        <a:lstStyle/>
        <a:p>
          <a:endParaRPr lang="en-US"/>
        </a:p>
      </dgm:t>
    </dgm:pt>
    <dgm:pt modelId="{39F635AD-BA9B-4FC7-9AF4-0F2AE9711E74}" type="sibTrans" cxnId="{77FD9F3E-1F25-4914-AB31-3ACDD47C831D}">
      <dgm:prSet/>
      <dgm:spPr/>
      <dgm:t>
        <a:bodyPr/>
        <a:lstStyle/>
        <a:p>
          <a:endParaRPr lang="en-US"/>
        </a:p>
      </dgm:t>
    </dgm:pt>
    <dgm:pt modelId="{6D81E2BD-DDCC-4564-ADB1-27282ED62DFB}">
      <dgm:prSet/>
      <dgm:spPr/>
      <dgm:t>
        <a:bodyPr/>
        <a:lstStyle/>
        <a:p>
          <a:r>
            <a:rPr lang="en-US"/>
            <a:t>Overview</a:t>
          </a:r>
        </a:p>
      </dgm:t>
    </dgm:pt>
    <dgm:pt modelId="{E14CC3B1-8FDB-4E24-B190-CAABDE59ED45}" type="parTrans" cxnId="{F78C07AC-46BF-46E8-B679-0286EACF29A9}">
      <dgm:prSet/>
      <dgm:spPr/>
      <dgm:t>
        <a:bodyPr/>
        <a:lstStyle/>
        <a:p>
          <a:endParaRPr lang="en-US"/>
        </a:p>
      </dgm:t>
    </dgm:pt>
    <dgm:pt modelId="{B02384F0-3B02-4363-A731-5C2681BDA60E}" type="sibTrans" cxnId="{F78C07AC-46BF-46E8-B679-0286EACF29A9}">
      <dgm:prSet/>
      <dgm:spPr/>
      <dgm:t>
        <a:bodyPr/>
        <a:lstStyle/>
        <a:p>
          <a:endParaRPr lang="en-US"/>
        </a:p>
      </dgm:t>
    </dgm:pt>
    <dgm:pt modelId="{67369B0A-C343-4113-99AA-DF666939CC33}">
      <dgm:prSet/>
      <dgm:spPr/>
      <dgm:t>
        <a:bodyPr/>
        <a:lstStyle/>
        <a:p>
          <a:r>
            <a:rPr lang="en-US"/>
            <a:t>Creativity</a:t>
          </a:r>
        </a:p>
      </dgm:t>
    </dgm:pt>
    <dgm:pt modelId="{CD6A06A0-D727-49A6-8EE1-877BBA9686CF}" type="parTrans" cxnId="{FCDD5106-B8CC-456A-A5F0-DA6A71D8C10D}">
      <dgm:prSet/>
      <dgm:spPr/>
      <dgm:t>
        <a:bodyPr/>
        <a:lstStyle/>
        <a:p>
          <a:endParaRPr lang="en-US"/>
        </a:p>
      </dgm:t>
    </dgm:pt>
    <dgm:pt modelId="{D5AA0EBC-9EE4-4A50-862F-16E709139DD0}" type="sibTrans" cxnId="{FCDD5106-B8CC-456A-A5F0-DA6A71D8C10D}">
      <dgm:prSet/>
      <dgm:spPr/>
      <dgm:t>
        <a:bodyPr/>
        <a:lstStyle/>
        <a:p>
          <a:endParaRPr lang="en-US"/>
        </a:p>
      </dgm:t>
    </dgm:pt>
    <dgm:pt modelId="{9657BE16-4618-40C1-9712-8ED57E67A0A5}">
      <dgm:prSet/>
      <dgm:spPr/>
      <dgm:t>
        <a:bodyPr/>
        <a:lstStyle/>
        <a:p>
          <a:r>
            <a:rPr lang="en-US"/>
            <a:t>Individual Creativity</a:t>
          </a:r>
        </a:p>
      </dgm:t>
    </dgm:pt>
    <dgm:pt modelId="{C60BEDD6-6766-48F7-9235-AA72B7229FF5}" type="parTrans" cxnId="{652AC11D-6A87-4965-9FDC-C4301A1011B2}">
      <dgm:prSet/>
      <dgm:spPr/>
      <dgm:t>
        <a:bodyPr/>
        <a:lstStyle/>
        <a:p>
          <a:endParaRPr lang="en-US"/>
        </a:p>
      </dgm:t>
    </dgm:pt>
    <dgm:pt modelId="{B78275C8-22B2-4D88-A7DB-8410A34D9C23}" type="sibTrans" cxnId="{652AC11D-6A87-4965-9FDC-C4301A1011B2}">
      <dgm:prSet/>
      <dgm:spPr/>
      <dgm:t>
        <a:bodyPr/>
        <a:lstStyle/>
        <a:p>
          <a:endParaRPr lang="en-US"/>
        </a:p>
      </dgm:t>
    </dgm:pt>
    <dgm:pt modelId="{28A4C0A6-1122-42A3-A0BC-21E173FD5777}">
      <dgm:prSet/>
      <dgm:spPr/>
      <dgm:t>
        <a:bodyPr/>
        <a:lstStyle/>
        <a:p>
          <a:r>
            <a:rPr lang="en-US"/>
            <a:t>Organizational Creativity</a:t>
          </a:r>
        </a:p>
      </dgm:t>
    </dgm:pt>
    <dgm:pt modelId="{C11044BD-A6CF-4DF2-9424-F1B413E4E7CF}" type="parTrans" cxnId="{F7F286A3-54AA-4924-B6BB-9EF1BC5E9134}">
      <dgm:prSet/>
      <dgm:spPr/>
      <dgm:t>
        <a:bodyPr/>
        <a:lstStyle/>
        <a:p>
          <a:endParaRPr lang="en-US"/>
        </a:p>
      </dgm:t>
    </dgm:pt>
    <dgm:pt modelId="{E9C14A0D-2411-4C5B-AFB4-79F63DC679E0}" type="sibTrans" cxnId="{F7F286A3-54AA-4924-B6BB-9EF1BC5E9134}">
      <dgm:prSet/>
      <dgm:spPr/>
      <dgm:t>
        <a:bodyPr/>
        <a:lstStyle/>
        <a:p>
          <a:endParaRPr lang="en-US"/>
        </a:p>
      </dgm:t>
    </dgm:pt>
    <dgm:pt modelId="{77ACCBD9-98AF-491B-BDF0-8B384BBDFA94}">
      <dgm:prSet/>
      <dgm:spPr/>
      <dgm:t>
        <a:bodyPr/>
        <a:lstStyle/>
        <a:p>
          <a:r>
            <a:rPr lang="en-US"/>
            <a:t>Theory in Action: Inspiring Innovation at Google</a:t>
          </a:r>
        </a:p>
      </dgm:t>
    </dgm:pt>
    <dgm:pt modelId="{31F7C25D-C9B5-4A58-AE19-2C15A5A38CC8}" type="parTrans" cxnId="{CA7EB1DA-2E73-4D60-9C38-42FFD0FB629E}">
      <dgm:prSet/>
      <dgm:spPr/>
      <dgm:t>
        <a:bodyPr/>
        <a:lstStyle/>
        <a:p>
          <a:endParaRPr lang="en-US"/>
        </a:p>
      </dgm:t>
    </dgm:pt>
    <dgm:pt modelId="{71251861-CE16-41AC-8F7A-407EB8D6DCB5}" type="sibTrans" cxnId="{CA7EB1DA-2E73-4D60-9C38-42FFD0FB629E}">
      <dgm:prSet/>
      <dgm:spPr/>
      <dgm:t>
        <a:bodyPr/>
        <a:lstStyle/>
        <a:p>
          <a:endParaRPr lang="en-US"/>
        </a:p>
      </dgm:t>
    </dgm:pt>
    <dgm:pt modelId="{A3935CC1-C658-4776-AEC9-5485CF564A4D}">
      <dgm:prSet/>
      <dgm:spPr/>
      <dgm:t>
        <a:bodyPr/>
        <a:lstStyle/>
        <a:p>
          <a:r>
            <a:rPr lang="en-US"/>
            <a:t>Translating Creativity into Innovation</a:t>
          </a:r>
        </a:p>
      </dgm:t>
    </dgm:pt>
    <dgm:pt modelId="{1400BB53-A260-448E-ACF1-E361D16A70E8}" type="parTrans" cxnId="{636D1022-F663-4E47-A6A3-784C10C3F225}">
      <dgm:prSet/>
      <dgm:spPr/>
      <dgm:t>
        <a:bodyPr/>
        <a:lstStyle/>
        <a:p>
          <a:endParaRPr lang="en-US"/>
        </a:p>
      </dgm:t>
    </dgm:pt>
    <dgm:pt modelId="{B3166022-4B69-4898-82FD-FF61D3222E71}" type="sibTrans" cxnId="{636D1022-F663-4E47-A6A3-784C10C3F225}">
      <dgm:prSet/>
      <dgm:spPr/>
      <dgm:t>
        <a:bodyPr/>
        <a:lstStyle/>
        <a:p>
          <a:endParaRPr lang="en-US"/>
        </a:p>
      </dgm:t>
    </dgm:pt>
    <dgm:pt modelId="{BC1B4152-8109-458E-8F24-2FFB0B3A287B}">
      <dgm:prSet/>
      <dgm:spPr/>
      <dgm:t>
        <a:bodyPr/>
        <a:lstStyle/>
        <a:p>
          <a:r>
            <a:rPr lang="en-US"/>
            <a:t>The Inventor</a:t>
          </a:r>
        </a:p>
      </dgm:t>
    </dgm:pt>
    <dgm:pt modelId="{FD549628-9777-4C0B-BB16-F0D89E364BC0}" type="parTrans" cxnId="{0081CC4F-FC6A-49EE-89E7-9536885A4D17}">
      <dgm:prSet/>
      <dgm:spPr/>
      <dgm:t>
        <a:bodyPr/>
        <a:lstStyle/>
        <a:p>
          <a:endParaRPr lang="en-US"/>
        </a:p>
      </dgm:t>
    </dgm:pt>
    <dgm:pt modelId="{36082093-654B-412D-A6A2-A52DD9032059}" type="sibTrans" cxnId="{0081CC4F-FC6A-49EE-89E7-9536885A4D17}">
      <dgm:prSet/>
      <dgm:spPr/>
      <dgm:t>
        <a:bodyPr/>
        <a:lstStyle/>
        <a:p>
          <a:endParaRPr lang="en-US"/>
        </a:p>
      </dgm:t>
    </dgm:pt>
    <dgm:pt modelId="{7408973D-1DA0-4A12-8252-F4A96F3293A6}">
      <dgm:prSet/>
      <dgm:spPr/>
      <dgm:t>
        <a:bodyPr/>
        <a:lstStyle/>
        <a:p>
          <a:r>
            <a:rPr lang="en-US"/>
            <a:t>Theory in Action: Dean Kamen</a:t>
          </a:r>
        </a:p>
      </dgm:t>
    </dgm:pt>
    <dgm:pt modelId="{3F5C6B10-28A6-4AC9-9F4F-1226ED614EBC}" type="parTrans" cxnId="{C25A25A5-3CB7-40E4-BC2B-5AE0E9AA5981}">
      <dgm:prSet/>
      <dgm:spPr/>
      <dgm:t>
        <a:bodyPr/>
        <a:lstStyle/>
        <a:p>
          <a:endParaRPr lang="en-US"/>
        </a:p>
      </dgm:t>
    </dgm:pt>
    <dgm:pt modelId="{303FE1E1-CA8D-4FCA-8F2D-1A651980FF3C}" type="sibTrans" cxnId="{C25A25A5-3CB7-40E4-BC2B-5AE0E9AA5981}">
      <dgm:prSet/>
      <dgm:spPr/>
      <dgm:t>
        <a:bodyPr/>
        <a:lstStyle/>
        <a:p>
          <a:endParaRPr lang="en-US"/>
        </a:p>
      </dgm:t>
    </dgm:pt>
    <dgm:pt modelId="{71C5EFD2-F230-4EA7-9C5A-0682CACDDF33}">
      <dgm:prSet/>
      <dgm:spPr/>
      <dgm:t>
        <a:bodyPr/>
        <a:lstStyle/>
        <a:p>
          <a:r>
            <a:rPr lang="en-US"/>
            <a:t>Innovation by Users</a:t>
          </a:r>
        </a:p>
      </dgm:t>
    </dgm:pt>
    <dgm:pt modelId="{0634AA6E-A65D-4403-84A9-824515A88ACF}" type="parTrans" cxnId="{E6DC2926-AD7A-4E2C-9B53-9CF329C39EF9}">
      <dgm:prSet/>
      <dgm:spPr/>
      <dgm:t>
        <a:bodyPr/>
        <a:lstStyle/>
        <a:p>
          <a:endParaRPr lang="en-US"/>
        </a:p>
      </dgm:t>
    </dgm:pt>
    <dgm:pt modelId="{08002ED5-5922-4D4C-A10E-48CA38F7AF2B}" type="sibTrans" cxnId="{E6DC2926-AD7A-4E2C-9B53-9CF329C39EF9}">
      <dgm:prSet/>
      <dgm:spPr/>
      <dgm:t>
        <a:bodyPr/>
        <a:lstStyle/>
        <a:p>
          <a:endParaRPr lang="en-US"/>
        </a:p>
      </dgm:t>
    </dgm:pt>
    <dgm:pt modelId="{39860FA9-CAF0-4B2C-9B82-F8374B3A9103}" type="pres">
      <dgm:prSet presAssocID="{FF67B849-BDF6-44F0-AA33-D1BFBCB6340C}" presName="diagram" presStyleCnt="0">
        <dgm:presLayoutVars>
          <dgm:dir/>
          <dgm:resizeHandles val="exact"/>
        </dgm:presLayoutVars>
      </dgm:prSet>
      <dgm:spPr/>
    </dgm:pt>
    <dgm:pt modelId="{D7085195-D259-4DB7-A644-882FFC0777D0}" type="pres">
      <dgm:prSet presAssocID="{7A79E3EC-BF84-45C1-9B57-8E1EA2DC1805}" presName="node" presStyleLbl="node1" presStyleIdx="0" presStyleCnt="10">
        <dgm:presLayoutVars>
          <dgm:bulletEnabled val="1"/>
        </dgm:presLayoutVars>
      </dgm:prSet>
      <dgm:spPr/>
    </dgm:pt>
    <dgm:pt modelId="{E9960C27-6C67-4638-ADD9-C6447D682313}" type="pres">
      <dgm:prSet presAssocID="{39F635AD-BA9B-4FC7-9AF4-0F2AE9711E74}" presName="sibTrans" presStyleCnt="0"/>
      <dgm:spPr/>
    </dgm:pt>
    <dgm:pt modelId="{DCF2E9DA-586E-4832-B66C-41EC6BFD9853}" type="pres">
      <dgm:prSet presAssocID="{6D81E2BD-DDCC-4564-ADB1-27282ED62DFB}" presName="node" presStyleLbl="node1" presStyleIdx="1" presStyleCnt="10">
        <dgm:presLayoutVars>
          <dgm:bulletEnabled val="1"/>
        </dgm:presLayoutVars>
      </dgm:prSet>
      <dgm:spPr/>
    </dgm:pt>
    <dgm:pt modelId="{3ABAF6F2-15D2-42AC-9292-99304F3A2ADA}" type="pres">
      <dgm:prSet presAssocID="{B02384F0-3B02-4363-A731-5C2681BDA60E}" presName="sibTrans" presStyleCnt="0"/>
      <dgm:spPr/>
    </dgm:pt>
    <dgm:pt modelId="{FB31E522-0B16-4339-BCC3-7A22413E3D5E}" type="pres">
      <dgm:prSet presAssocID="{67369B0A-C343-4113-99AA-DF666939CC33}" presName="node" presStyleLbl="node1" presStyleIdx="2" presStyleCnt="10">
        <dgm:presLayoutVars>
          <dgm:bulletEnabled val="1"/>
        </dgm:presLayoutVars>
      </dgm:prSet>
      <dgm:spPr/>
    </dgm:pt>
    <dgm:pt modelId="{794BE929-E4A7-4C7D-AC18-A6012925066B}" type="pres">
      <dgm:prSet presAssocID="{D5AA0EBC-9EE4-4A50-862F-16E709139DD0}" presName="sibTrans" presStyleCnt="0"/>
      <dgm:spPr/>
    </dgm:pt>
    <dgm:pt modelId="{363B460C-9CE9-43D1-BD32-28B0D5C1E851}" type="pres">
      <dgm:prSet presAssocID="{9657BE16-4618-40C1-9712-8ED57E67A0A5}" presName="node" presStyleLbl="node1" presStyleIdx="3" presStyleCnt="10">
        <dgm:presLayoutVars>
          <dgm:bulletEnabled val="1"/>
        </dgm:presLayoutVars>
      </dgm:prSet>
      <dgm:spPr/>
    </dgm:pt>
    <dgm:pt modelId="{026B43DF-8EA4-481F-A0BA-95FC3E207B98}" type="pres">
      <dgm:prSet presAssocID="{B78275C8-22B2-4D88-A7DB-8410A34D9C23}" presName="sibTrans" presStyleCnt="0"/>
      <dgm:spPr/>
    </dgm:pt>
    <dgm:pt modelId="{627EB610-2C3C-4AFC-BE80-30160807F674}" type="pres">
      <dgm:prSet presAssocID="{28A4C0A6-1122-42A3-A0BC-21E173FD5777}" presName="node" presStyleLbl="node1" presStyleIdx="4" presStyleCnt="10">
        <dgm:presLayoutVars>
          <dgm:bulletEnabled val="1"/>
        </dgm:presLayoutVars>
      </dgm:prSet>
      <dgm:spPr/>
    </dgm:pt>
    <dgm:pt modelId="{D4C680A9-82D8-447F-9E7C-C3344318F730}" type="pres">
      <dgm:prSet presAssocID="{E9C14A0D-2411-4C5B-AFB4-79F63DC679E0}" presName="sibTrans" presStyleCnt="0"/>
      <dgm:spPr/>
    </dgm:pt>
    <dgm:pt modelId="{BB5432D5-811E-431D-BE5B-5C5A7DBDFE12}" type="pres">
      <dgm:prSet presAssocID="{77ACCBD9-98AF-491B-BDF0-8B384BBDFA94}" presName="node" presStyleLbl="node1" presStyleIdx="5" presStyleCnt="10">
        <dgm:presLayoutVars>
          <dgm:bulletEnabled val="1"/>
        </dgm:presLayoutVars>
      </dgm:prSet>
      <dgm:spPr/>
    </dgm:pt>
    <dgm:pt modelId="{D8D8A090-EAA0-4115-97BB-06C16CADC03B}" type="pres">
      <dgm:prSet presAssocID="{71251861-CE16-41AC-8F7A-407EB8D6DCB5}" presName="sibTrans" presStyleCnt="0"/>
      <dgm:spPr/>
    </dgm:pt>
    <dgm:pt modelId="{3C5EFBDD-9682-4DAE-ACFC-3B04F5E987CF}" type="pres">
      <dgm:prSet presAssocID="{A3935CC1-C658-4776-AEC9-5485CF564A4D}" presName="node" presStyleLbl="node1" presStyleIdx="6" presStyleCnt="10">
        <dgm:presLayoutVars>
          <dgm:bulletEnabled val="1"/>
        </dgm:presLayoutVars>
      </dgm:prSet>
      <dgm:spPr/>
    </dgm:pt>
    <dgm:pt modelId="{4CD451E4-19F9-4B20-BD19-C37D648ECFD6}" type="pres">
      <dgm:prSet presAssocID="{B3166022-4B69-4898-82FD-FF61D3222E71}" presName="sibTrans" presStyleCnt="0"/>
      <dgm:spPr/>
    </dgm:pt>
    <dgm:pt modelId="{6B73CAE7-DC74-450C-A0E6-191EA5459A23}" type="pres">
      <dgm:prSet presAssocID="{BC1B4152-8109-458E-8F24-2FFB0B3A287B}" presName="node" presStyleLbl="node1" presStyleIdx="7" presStyleCnt="10">
        <dgm:presLayoutVars>
          <dgm:bulletEnabled val="1"/>
        </dgm:presLayoutVars>
      </dgm:prSet>
      <dgm:spPr/>
    </dgm:pt>
    <dgm:pt modelId="{B1B569D9-17D4-4874-9A6B-0E2C5026D5DB}" type="pres">
      <dgm:prSet presAssocID="{36082093-654B-412D-A6A2-A52DD9032059}" presName="sibTrans" presStyleCnt="0"/>
      <dgm:spPr/>
    </dgm:pt>
    <dgm:pt modelId="{BCDD1B50-1548-4F37-A87B-5EA1E9C5DE19}" type="pres">
      <dgm:prSet presAssocID="{7408973D-1DA0-4A12-8252-F4A96F3293A6}" presName="node" presStyleLbl="node1" presStyleIdx="8" presStyleCnt="10">
        <dgm:presLayoutVars>
          <dgm:bulletEnabled val="1"/>
        </dgm:presLayoutVars>
      </dgm:prSet>
      <dgm:spPr/>
    </dgm:pt>
    <dgm:pt modelId="{3BA2BAD3-7DA1-4E8E-85B7-8A888761021C}" type="pres">
      <dgm:prSet presAssocID="{303FE1E1-CA8D-4FCA-8F2D-1A651980FF3C}" presName="sibTrans" presStyleCnt="0"/>
      <dgm:spPr/>
    </dgm:pt>
    <dgm:pt modelId="{0E6D416A-0B05-4A99-B61F-48C55D7F9010}" type="pres">
      <dgm:prSet presAssocID="{71C5EFD2-F230-4EA7-9C5A-0682CACDDF33}" presName="node" presStyleLbl="node1" presStyleIdx="9" presStyleCnt="10">
        <dgm:presLayoutVars>
          <dgm:bulletEnabled val="1"/>
        </dgm:presLayoutVars>
      </dgm:prSet>
      <dgm:spPr/>
    </dgm:pt>
  </dgm:ptLst>
  <dgm:cxnLst>
    <dgm:cxn modelId="{FCDD5106-B8CC-456A-A5F0-DA6A71D8C10D}" srcId="{FF67B849-BDF6-44F0-AA33-D1BFBCB6340C}" destId="{67369B0A-C343-4113-99AA-DF666939CC33}" srcOrd="2" destOrd="0" parTransId="{CD6A06A0-D727-49A6-8EE1-877BBA9686CF}" sibTransId="{D5AA0EBC-9EE4-4A50-862F-16E709139DD0}"/>
    <dgm:cxn modelId="{EA0ED71C-AF47-4EEF-BAB9-073B72331932}" type="presOf" srcId="{9657BE16-4618-40C1-9712-8ED57E67A0A5}" destId="{363B460C-9CE9-43D1-BD32-28B0D5C1E851}" srcOrd="0" destOrd="0" presId="urn:microsoft.com/office/officeart/2005/8/layout/default"/>
    <dgm:cxn modelId="{652AC11D-6A87-4965-9FDC-C4301A1011B2}" srcId="{FF67B849-BDF6-44F0-AA33-D1BFBCB6340C}" destId="{9657BE16-4618-40C1-9712-8ED57E67A0A5}" srcOrd="3" destOrd="0" parTransId="{C60BEDD6-6766-48F7-9235-AA72B7229FF5}" sibTransId="{B78275C8-22B2-4D88-A7DB-8410A34D9C23}"/>
    <dgm:cxn modelId="{636D1022-F663-4E47-A6A3-784C10C3F225}" srcId="{FF67B849-BDF6-44F0-AA33-D1BFBCB6340C}" destId="{A3935CC1-C658-4776-AEC9-5485CF564A4D}" srcOrd="6" destOrd="0" parTransId="{1400BB53-A260-448E-ACF1-E361D16A70E8}" sibTransId="{B3166022-4B69-4898-82FD-FF61D3222E71}"/>
    <dgm:cxn modelId="{E6DC2926-AD7A-4E2C-9B53-9CF329C39EF9}" srcId="{FF67B849-BDF6-44F0-AA33-D1BFBCB6340C}" destId="{71C5EFD2-F230-4EA7-9C5A-0682CACDDF33}" srcOrd="9" destOrd="0" parTransId="{0634AA6E-A65D-4403-84A9-824515A88ACF}" sibTransId="{08002ED5-5922-4D4C-A10E-48CA38F7AF2B}"/>
    <dgm:cxn modelId="{09DE4732-CBCE-4DAD-B85C-54D75307EAA3}" type="presOf" srcId="{7A79E3EC-BF84-45C1-9B57-8E1EA2DC1805}" destId="{D7085195-D259-4DB7-A644-882FFC0777D0}" srcOrd="0" destOrd="0" presId="urn:microsoft.com/office/officeart/2005/8/layout/default"/>
    <dgm:cxn modelId="{A6171B3A-3B86-4C22-89E8-9304875F012F}" type="presOf" srcId="{77ACCBD9-98AF-491B-BDF0-8B384BBDFA94}" destId="{BB5432D5-811E-431D-BE5B-5C5A7DBDFE12}" srcOrd="0" destOrd="0" presId="urn:microsoft.com/office/officeart/2005/8/layout/default"/>
    <dgm:cxn modelId="{77FD9F3E-1F25-4914-AB31-3ACDD47C831D}" srcId="{FF67B849-BDF6-44F0-AA33-D1BFBCB6340C}" destId="{7A79E3EC-BF84-45C1-9B57-8E1EA2DC1805}" srcOrd="0" destOrd="0" parTransId="{FEE557A6-38AD-43F3-9A85-353FEBAE30B9}" sibTransId="{39F635AD-BA9B-4FC7-9AF4-0F2AE9711E74}"/>
    <dgm:cxn modelId="{5AFB2C41-91DE-43D0-83A9-7A48DAEB7B33}" type="presOf" srcId="{28A4C0A6-1122-42A3-A0BC-21E173FD5777}" destId="{627EB610-2C3C-4AFC-BE80-30160807F674}" srcOrd="0" destOrd="0" presId="urn:microsoft.com/office/officeart/2005/8/layout/default"/>
    <dgm:cxn modelId="{0081CC4F-FC6A-49EE-89E7-9536885A4D17}" srcId="{FF67B849-BDF6-44F0-AA33-D1BFBCB6340C}" destId="{BC1B4152-8109-458E-8F24-2FFB0B3A287B}" srcOrd="7" destOrd="0" parTransId="{FD549628-9777-4C0B-BB16-F0D89E364BC0}" sibTransId="{36082093-654B-412D-A6A2-A52DD9032059}"/>
    <dgm:cxn modelId="{42950F70-B1D0-407D-90A0-4F833656E2B2}" type="presOf" srcId="{BC1B4152-8109-458E-8F24-2FFB0B3A287B}" destId="{6B73CAE7-DC74-450C-A0E6-191EA5459A23}" srcOrd="0" destOrd="0" presId="urn:microsoft.com/office/officeart/2005/8/layout/default"/>
    <dgm:cxn modelId="{F6DD2875-049B-42E1-A3F0-96A884A1316B}" type="presOf" srcId="{FF67B849-BDF6-44F0-AA33-D1BFBCB6340C}" destId="{39860FA9-CAF0-4B2C-9B82-F8374B3A9103}" srcOrd="0" destOrd="0" presId="urn:microsoft.com/office/officeart/2005/8/layout/default"/>
    <dgm:cxn modelId="{A3ED119A-DA87-47A0-B5BD-F5452CDF7101}" type="presOf" srcId="{7408973D-1DA0-4A12-8252-F4A96F3293A6}" destId="{BCDD1B50-1548-4F37-A87B-5EA1E9C5DE19}" srcOrd="0" destOrd="0" presId="urn:microsoft.com/office/officeart/2005/8/layout/default"/>
    <dgm:cxn modelId="{F7F286A3-54AA-4924-B6BB-9EF1BC5E9134}" srcId="{FF67B849-BDF6-44F0-AA33-D1BFBCB6340C}" destId="{28A4C0A6-1122-42A3-A0BC-21E173FD5777}" srcOrd="4" destOrd="0" parTransId="{C11044BD-A6CF-4DF2-9424-F1B413E4E7CF}" sibTransId="{E9C14A0D-2411-4C5B-AFB4-79F63DC679E0}"/>
    <dgm:cxn modelId="{C25A25A5-3CB7-40E4-BC2B-5AE0E9AA5981}" srcId="{FF67B849-BDF6-44F0-AA33-D1BFBCB6340C}" destId="{7408973D-1DA0-4A12-8252-F4A96F3293A6}" srcOrd="8" destOrd="0" parTransId="{3F5C6B10-28A6-4AC9-9F4F-1226ED614EBC}" sibTransId="{303FE1E1-CA8D-4FCA-8F2D-1A651980FF3C}"/>
    <dgm:cxn modelId="{569AA7A6-9EC0-400A-8A35-9AAE4C3667E8}" type="presOf" srcId="{71C5EFD2-F230-4EA7-9C5A-0682CACDDF33}" destId="{0E6D416A-0B05-4A99-B61F-48C55D7F9010}" srcOrd="0" destOrd="0" presId="urn:microsoft.com/office/officeart/2005/8/layout/default"/>
    <dgm:cxn modelId="{F78C07AC-46BF-46E8-B679-0286EACF29A9}" srcId="{FF67B849-BDF6-44F0-AA33-D1BFBCB6340C}" destId="{6D81E2BD-DDCC-4564-ADB1-27282ED62DFB}" srcOrd="1" destOrd="0" parTransId="{E14CC3B1-8FDB-4E24-B190-CAABDE59ED45}" sibTransId="{B02384F0-3B02-4363-A731-5C2681BDA60E}"/>
    <dgm:cxn modelId="{5F2051BE-4213-40DA-AAFE-3DEEB4FB1851}" type="presOf" srcId="{67369B0A-C343-4113-99AA-DF666939CC33}" destId="{FB31E522-0B16-4339-BCC3-7A22413E3D5E}" srcOrd="0" destOrd="0" presId="urn:microsoft.com/office/officeart/2005/8/layout/default"/>
    <dgm:cxn modelId="{CA7EB1DA-2E73-4D60-9C38-42FFD0FB629E}" srcId="{FF67B849-BDF6-44F0-AA33-D1BFBCB6340C}" destId="{77ACCBD9-98AF-491B-BDF0-8B384BBDFA94}" srcOrd="5" destOrd="0" parTransId="{31F7C25D-C9B5-4A58-AE19-2C15A5A38CC8}" sibTransId="{71251861-CE16-41AC-8F7A-407EB8D6DCB5}"/>
    <dgm:cxn modelId="{B4E6E6F2-D4D1-4DF5-A271-11756FE149B4}" type="presOf" srcId="{6D81E2BD-DDCC-4564-ADB1-27282ED62DFB}" destId="{DCF2E9DA-586E-4832-B66C-41EC6BFD9853}" srcOrd="0" destOrd="0" presId="urn:microsoft.com/office/officeart/2005/8/layout/default"/>
    <dgm:cxn modelId="{A17111F4-1645-4565-A25A-ECAFA355BD53}" type="presOf" srcId="{A3935CC1-C658-4776-AEC9-5485CF564A4D}" destId="{3C5EFBDD-9682-4DAE-ACFC-3B04F5E987CF}" srcOrd="0" destOrd="0" presId="urn:microsoft.com/office/officeart/2005/8/layout/default"/>
    <dgm:cxn modelId="{7DB1A3F5-3CCF-4DA9-AA0A-04F6236CE8BC}" type="presParOf" srcId="{39860FA9-CAF0-4B2C-9B82-F8374B3A9103}" destId="{D7085195-D259-4DB7-A644-882FFC0777D0}" srcOrd="0" destOrd="0" presId="urn:microsoft.com/office/officeart/2005/8/layout/default"/>
    <dgm:cxn modelId="{B04DCEB2-068A-4552-BF27-89A57475E383}" type="presParOf" srcId="{39860FA9-CAF0-4B2C-9B82-F8374B3A9103}" destId="{E9960C27-6C67-4638-ADD9-C6447D682313}" srcOrd="1" destOrd="0" presId="urn:microsoft.com/office/officeart/2005/8/layout/default"/>
    <dgm:cxn modelId="{45744611-6379-4BE5-8EDB-4B9184611EBA}" type="presParOf" srcId="{39860FA9-CAF0-4B2C-9B82-F8374B3A9103}" destId="{DCF2E9DA-586E-4832-B66C-41EC6BFD9853}" srcOrd="2" destOrd="0" presId="urn:microsoft.com/office/officeart/2005/8/layout/default"/>
    <dgm:cxn modelId="{28E5CA38-33A6-432C-A475-B9054067C66A}" type="presParOf" srcId="{39860FA9-CAF0-4B2C-9B82-F8374B3A9103}" destId="{3ABAF6F2-15D2-42AC-9292-99304F3A2ADA}" srcOrd="3" destOrd="0" presId="urn:microsoft.com/office/officeart/2005/8/layout/default"/>
    <dgm:cxn modelId="{122C070A-6CBC-447D-8E50-35DEF68D7B96}" type="presParOf" srcId="{39860FA9-CAF0-4B2C-9B82-F8374B3A9103}" destId="{FB31E522-0B16-4339-BCC3-7A22413E3D5E}" srcOrd="4" destOrd="0" presId="urn:microsoft.com/office/officeart/2005/8/layout/default"/>
    <dgm:cxn modelId="{6A837D47-DC29-48B0-B7AB-0CFDBCA5B65F}" type="presParOf" srcId="{39860FA9-CAF0-4B2C-9B82-F8374B3A9103}" destId="{794BE929-E4A7-4C7D-AC18-A6012925066B}" srcOrd="5" destOrd="0" presId="urn:microsoft.com/office/officeart/2005/8/layout/default"/>
    <dgm:cxn modelId="{E09A635B-BEA6-4162-8A11-8CC3A44F177D}" type="presParOf" srcId="{39860FA9-CAF0-4B2C-9B82-F8374B3A9103}" destId="{363B460C-9CE9-43D1-BD32-28B0D5C1E851}" srcOrd="6" destOrd="0" presId="urn:microsoft.com/office/officeart/2005/8/layout/default"/>
    <dgm:cxn modelId="{37039EAF-E6A7-4473-A06F-9E30D47F7AA5}" type="presParOf" srcId="{39860FA9-CAF0-4B2C-9B82-F8374B3A9103}" destId="{026B43DF-8EA4-481F-A0BA-95FC3E207B98}" srcOrd="7" destOrd="0" presId="urn:microsoft.com/office/officeart/2005/8/layout/default"/>
    <dgm:cxn modelId="{F71C2198-7EC8-46F2-9C85-BA8262F248B5}" type="presParOf" srcId="{39860FA9-CAF0-4B2C-9B82-F8374B3A9103}" destId="{627EB610-2C3C-4AFC-BE80-30160807F674}" srcOrd="8" destOrd="0" presId="urn:microsoft.com/office/officeart/2005/8/layout/default"/>
    <dgm:cxn modelId="{AB6D4BB0-FBD1-4733-8D6B-1AC8415DC2CA}" type="presParOf" srcId="{39860FA9-CAF0-4B2C-9B82-F8374B3A9103}" destId="{D4C680A9-82D8-447F-9E7C-C3344318F730}" srcOrd="9" destOrd="0" presId="urn:microsoft.com/office/officeart/2005/8/layout/default"/>
    <dgm:cxn modelId="{4857C607-E8A9-4B8F-84ED-9C573DBDCD26}" type="presParOf" srcId="{39860FA9-CAF0-4B2C-9B82-F8374B3A9103}" destId="{BB5432D5-811E-431D-BE5B-5C5A7DBDFE12}" srcOrd="10" destOrd="0" presId="urn:microsoft.com/office/officeart/2005/8/layout/default"/>
    <dgm:cxn modelId="{13661C37-943A-4471-A065-A62E8FE25EAF}" type="presParOf" srcId="{39860FA9-CAF0-4B2C-9B82-F8374B3A9103}" destId="{D8D8A090-EAA0-4115-97BB-06C16CADC03B}" srcOrd="11" destOrd="0" presId="urn:microsoft.com/office/officeart/2005/8/layout/default"/>
    <dgm:cxn modelId="{11117F1A-09C9-4B8C-9630-2C895EA4BAA0}" type="presParOf" srcId="{39860FA9-CAF0-4B2C-9B82-F8374B3A9103}" destId="{3C5EFBDD-9682-4DAE-ACFC-3B04F5E987CF}" srcOrd="12" destOrd="0" presId="urn:microsoft.com/office/officeart/2005/8/layout/default"/>
    <dgm:cxn modelId="{1C4330CA-D42B-4696-837A-B658B17204BD}" type="presParOf" srcId="{39860FA9-CAF0-4B2C-9B82-F8374B3A9103}" destId="{4CD451E4-19F9-4B20-BD19-C37D648ECFD6}" srcOrd="13" destOrd="0" presId="urn:microsoft.com/office/officeart/2005/8/layout/default"/>
    <dgm:cxn modelId="{210A9187-6725-4F6D-80E9-6565E0E7E3BE}" type="presParOf" srcId="{39860FA9-CAF0-4B2C-9B82-F8374B3A9103}" destId="{6B73CAE7-DC74-450C-A0E6-191EA5459A23}" srcOrd="14" destOrd="0" presId="urn:microsoft.com/office/officeart/2005/8/layout/default"/>
    <dgm:cxn modelId="{FBBE3E03-DC30-4D72-96C6-850BAC1FC924}" type="presParOf" srcId="{39860FA9-CAF0-4B2C-9B82-F8374B3A9103}" destId="{B1B569D9-17D4-4874-9A6B-0E2C5026D5DB}" srcOrd="15" destOrd="0" presId="urn:microsoft.com/office/officeart/2005/8/layout/default"/>
    <dgm:cxn modelId="{E16ECC5E-1FB7-4C0A-8342-3C2B70F124FB}" type="presParOf" srcId="{39860FA9-CAF0-4B2C-9B82-F8374B3A9103}" destId="{BCDD1B50-1548-4F37-A87B-5EA1E9C5DE19}" srcOrd="16" destOrd="0" presId="urn:microsoft.com/office/officeart/2005/8/layout/default"/>
    <dgm:cxn modelId="{1090032B-405A-4BA5-9859-BFB3AD4DAECD}" type="presParOf" srcId="{39860FA9-CAF0-4B2C-9B82-F8374B3A9103}" destId="{3BA2BAD3-7DA1-4E8E-85B7-8A888761021C}" srcOrd="17" destOrd="0" presId="urn:microsoft.com/office/officeart/2005/8/layout/default"/>
    <dgm:cxn modelId="{74CC46AA-A680-4B2A-9FFE-6B96756C1BEC}" type="presParOf" srcId="{39860FA9-CAF0-4B2C-9B82-F8374B3A9103}" destId="{0E6D416A-0B05-4A99-B61F-48C55D7F9010}" srcOrd="1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359AA37-CDEA-4708-B034-D274638B8352}" type="doc">
      <dgm:prSet loTypeId="urn:microsoft.com/office/officeart/2016/7/layout/RepeatingBendingProcessNew" loCatId="process" qsTypeId="urn:microsoft.com/office/officeart/2005/8/quickstyle/simple4" qsCatId="simple" csTypeId="urn:microsoft.com/office/officeart/2005/8/colors/colorful5" csCatId="colorful"/>
      <dgm:spPr/>
      <dgm:t>
        <a:bodyPr/>
        <a:lstStyle/>
        <a:p>
          <a:endParaRPr lang="en-US"/>
        </a:p>
      </dgm:t>
    </dgm:pt>
    <dgm:pt modelId="{E2B355DF-86E8-4ECB-BFA5-52C267B1A489}">
      <dgm:prSet/>
      <dgm:spPr/>
      <dgm:t>
        <a:bodyPr/>
        <a:lstStyle/>
        <a:p>
          <a:r>
            <a:rPr lang="en-US"/>
            <a:t>Research and Development by Firms</a:t>
          </a:r>
        </a:p>
      </dgm:t>
    </dgm:pt>
    <dgm:pt modelId="{7CAF8473-0C84-4323-8B63-A80347A1FAA6}" type="parTrans" cxnId="{DBDF832D-D28E-44B4-A592-E357832FB371}">
      <dgm:prSet/>
      <dgm:spPr/>
      <dgm:t>
        <a:bodyPr/>
        <a:lstStyle/>
        <a:p>
          <a:endParaRPr lang="en-US"/>
        </a:p>
      </dgm:t>
    </dgm:pt>
    <dgm:pt modelId="{2FFDF106-5CA6-4ACF-8F7C-7424F8055453}" type="sibTrans" cxnId="{DBDF832D-D28E-44B4-A592-E357832FB371}">
      <dgm:prSet/>
      <dgm:spPr/>
      <dgm:t>
        <a:bodyPr/>
        <a:lstStyle/>
        <a:p>
          <a:endParaRPr lang="en-US"/>
        </a:p>
      </dgm:t>
    </dgm:pt>
    <dgm:pt modelId="{4E25DC55-8235-4A66-ABCE-24679C378D58}">
      <dgm:prSet/>
      <dgm:spPr/>
      <dgm:t>
        <a:bodyPr/>
        <a:lstStyle/>
        <a:p>
          <a:r>
            <a:rPr lang="en-US"/>
            <a:t>Theory in Action: Birth of the Snowboarding Industry</a:t>
          </a:r>
        </a:p>
      </dgm:t>
    </dgm:pt>
    <dgm:pt modelId="{5C90AE3F-F9DE-432F-AAB5-F0CF67CB4904}" type="parTrans" cxnId="{025AFA9A-3EA1-4FAD-96AA-0CA9E0DFFF1B}">
      <dgm:prSet/>
      <dgm:spPr/>
      <dgm:t>
        <a:bodyPr/>
        <a:lstStyle/>
        <a:p>
          <a:endParaRPr lang="en-US"/>
        </a:p>
      </dgm:t>
    </dgm:pt>
    <dgm:pt modelId="{E85EEB63-CF3E-45BE-9D77-474D73171D0D}" type="sibTrans" cxnId="{025AFA9A-3EA1-4FAD-96AA-0CA9E0DFFF1B}">
      <dgm:prSet/>
      <dgm:spPr/>
      <dgm:t>
        <a:bodyPr/>
        <a:lstStyle/>
        <a:p>
          <a:endParaRPr lang="en-US"/>
        </a:p>
      </dgm:t>
    </dgm:pt>
    <dgm:pt modelId="{7DFE1898-55A1-482D-8C54-6A5AAE2154AE}">
      <dgm:prSet/>
      <dgm:spPr/>
      <dgm:t>
        <a:bodyPr/>
        <a:lstStyle/>
        <a:p>
          <a:r>
            <a:rPr lang="en-US" dirty="0"/>
            <a:t>Firm Linkages with Customers, Suppliers, Competitors, and Complementors</a:t>
          </a:r>
        </a:p>
      </dgm:t>
    </dgm:pt>
    <dgm:pt modelId="{EE56A462-4AEC-4625-8CE9-0C0BB5D3B1C0}" type="parTrans" cxnId="{6617D122-72ED-4C97-87E2-2E4A3EFDCFBF}">
      <dgm:prSet/>
      <dgm:spPr/>
      <dgm:t>
        <a:bodyPr/>
        <a:lstStyle/>
        <a:p>
          <a:endParaRPr lang="en-US"/>
        </a:p>
      </dgm:t>
    </dgm:pt>
    <dgm:pt modelId="{172A482A-80C6-4C1F-BF31-3A90B2754177}" type="sibTrans" cxnId="{6617D122-72ED-4C97-87E2-2E4A3EFDCFBF}">
      <dgm:prSet/>
      <dgm:spPr/>
      <dgm:t>
        <a:bodyPr/>
        <a:lstStyle/>
        <a:p>
          <a:endParaRPr lang="en-US"/>
        </a:p>
      </dgm:t>
    </dgm:pt>
    <dgm:pt modelId="{B657DAC3-F9F1-4317-9DE9-B2B875699AA3}">
      <dgm:prSet/>
      <dgm:spPr/>
      <dgm:t>
        <a:bodyPr/>
        <a:lstStyle/>
        <a:p>
          <a:r>
            <a:rPr lang="en-US"/>
            <a:t>Universities and Government-Funded Research</a:t>
          </a:r>
        </a:p>
      </dgm:t>
    </dgm:pt>
    <dgm:pt modelId="{6C46D51A-2D8E-4173-AB44-0DCBAAF80B53}" type="parTrans" cxnId="{57369E12-7D6C-4DC1-8D9B-610FD1CD4396}">
      <dgm:prSet/>
      <dgm:spPr/>
      <dgm:t>
        <a:bodyPr/>
        <a:lstStyle/>
        <a:p>
          <a:endParaRPr lang="en-US"/>
        </a:p>
      </dgm:t>
    </dgm:pt>
    <dgm:pt modelId="{A9626E79-DC62-48BE-8F96-DB614033141D}" type="sibTrans" cxnId="{57369E12-7D6C-4DC1-8D9B-610FD1CD4396}">
      <dgm:prSet/>
      <dgm:spPr/>
      <dgm:t>
        <a:bodyPr/>
        <a:lstStyle/>
        <a:p>
          <a:endParaRPr lang="en-US"/>
        </a:p>
      </dgm:t>
    </dgm:pt>
    <dgm:pt modelId="{0FAD8936-B0FF-4613-A87F-FE10FD023348}">
      <dgm:prSet/>
      <dgm:spPr/>
      <dgm:t>
        <a:bodyPr/>
        <a:lstStyle/>
        <a:p>
          <a:r>
            <a:rPr lang="en-US"/>
            <a:t>Private Nonprofit Organizations</a:t>
          </a:r>
        </a:p>
      </dgm:t>
    </dgm:pt>
    <dgm:pt modelId="{BB2500F8-6D74-4EE5-8392-CB1DE20FF490}" type="parTrans" cxnId="{1202800C-F47C-4305-A555-EFD0BA8C572F}">
      <dgm:prSet/>
      <dgm:spPr/>
      <dgm:t>
        <a:bodyPr/>
        <a:lstStyle/>
        <a:p>
          <a:endParaRPr lang="en-US"/>
        </a:p>
      </dgm:t>
    </dgm:pt>
    <dgm:pt modelId="{1EE33A88-B305-473E-8A24-6BD17752EC0C}" type="sibTrans" cxnId="{1202800C-F47C-4305-A555-EFD0BA8C572F}">
      <dgm:prSet/>
      <dgm:spPr/>
      <dgm:t>
        <a:bodyPr/>
        <a:lstStyle/>
        <a:p>
          <a:endParaRPr lang="en-US"/>
        </a:p>
      </dgm:t>
    </dgm:pt>
    <dgm:pt modelId="{36C96107-28AE-467A-8C20-CB8377291135}">
      <dgm:prSet/>
      <dgm:spPr/>
      <dgm:t>
        <a:bodyPr/>
        <a:lstStyle/>
        <a:p>
          <a:r>
            <a:rPr lang="en-US"/>
            <a:t>Innovation in Collaborative Networks</a:t>
          </a:r>
        </a:p>
      </dgm:t>
    </dgm:pt>
    <dgm:pt modelId="{693FFA0B-07D1-4313-A108-4B2F9CC3152D}" type="parTrans" cxnId="{BDC9D931-1352-42AE-B5E4-EE49A471961D}">
      <dgm:prSet/>
      <dgm:spPr/>
      <dgm:t>
        <a:bodyPr/>
        <a:lstStyle/>
        <a:p>
          <a:endParaRPr lang="en-US"/>
        </a:p>
      </dgm:t>
    </dgm:pt>
    <dgm:pt modelId="{643ED700-087A-4C51-88F7-464FE35F872B}" type="sibTrans" cxnId="{BDC9D931-1352-42AE-B5E4-EE49A471961D}">
      <dgm:prSet/>
      <dgm:spPr/>
      <dgm:t>
        <a:bodyPr/>
        <a:lstStyle/>
        <a:p>
          <a:endParaRPr lang="en-US"/>
        </a:p>
      </dgm:t>
    </dgm:pt>
    <dgm:pt modelId="{1E003823-D340-4E25-8BD3-B7E76CCA685D}">
      <dgm:prSet/>
      <dgm:spPr/>
      <dgm:t>
        <a:bodyPr/>
        <a:lstStyle/>
        <a:p>
          <a:r>
            <a:rPr lang="en-US"/>
            <a:t>Technology Clusters</a:t>
          </a:r>
        </a:p>
      </dgm:t>
    </dgm:pt>
    <dgm:pt modelId="{94077582-7684-4600-8361-C453D8F62FF5}" type="parTrans" cxnId="{3FD1BEC7-4717-454F-B97B-8C5AE2A1C413}">
      <dgm:prSet/>
      <dgm:spPr/>
      <dgm:t>
        <a:bodyPr/>
        <a:lstStyle/>
        <a:p>
          <a:endParaRPr lang="en-US"/>
        </a:p>
      </dgm:t>
    </dgm:pt>
    <dgm:pt modelId="{CEEA6BE6-0818-49F3-8E87-516EF583F5DA}" type="sibTrans" cxnId="{3FD1BEC7-4717-454F-B97B-8C5AE2A1C413}">
      <dgm:prSet/>
      <dgm:spPr/>
      <dgm:t>
        <a:bodyPr/>
        <a:lstStyle/>
        <a:p>
          <a:endParaRPr lang="en-US"/>
        </a:p>
      </dgm:t>
    </dgm:pt>
    <dgm:pt modelId="{967D604C-850E-4C8D-8E58-2AC694A1415D}">
      <dgm:prSet/>
      <dgm:spPr/>
      <dgm:t>
        <a:bodyPr/>
        <a:lstStyle/>
        <a:p>
          <a:r>
            <a:rPr lang="en-US"/>
            <a:t>Research Brief: Knowledge Brokers</a:t>
          </a:r>
        </a:p>
      </dgm:t>
    </dgm:pt>
    <dgm:pt modelId="{681ABAF3-2C5A-4354-9DC2-EB33D1C0A49D}" type="parTrans" cxnId="{2A7BFD67-9A1C-405D-B657-8614296F4041}">
      <dgm:prSet/>
      <dgm:spPr/>
      <dgm:t>
        <a:bodyPr/>
        <a:lstStyle/>
        <a:p>
          <a:endParaRPr lang="en-US"/>
        </a:p>
      </dgm:t>
    </dgm:pt>
    <dgm:pt modelId="{54D07705-705B-42AB-818C-73422D9B55A0}" type="sibTrans" cxnId="{2A7BFD67-9A1C-405D-B657-8614296F4041}">
      <dgm:prSet/>
      <dgm:spPr/>
      <dgm:t>
        <a:bodyPr/>
        <a:lstStyle/>
        <a:p>
          <a:endParaRPr lang="en-US"/>
        </a:p>
      </dgm:t>
    </dgm:pt>
    <dgm:pt modelId="{F0B59E2A-2F67-4269-BAD2-AF77D10CEF3D}">
      <dgm:prSet/>
      <dgm:spPr/>
      <dgm:t>
        <a:bodyPr/>
        <a:lstStyle/>
        <a:p>
          <a:r>
            <a:rPr lang="en-US"/>
            <a:t>Technological Spillovers</a:t>
          </a:r>
        </a:p>
      </dgm:t>
    </dgm:pt>
    <dgm:pt modelId="{DD59ED31-02BC-4F32-AD9A-53DD97FE6230}" type="parTrans" cxnId="{9453C066-7755-4ADE-AA18-3A468DB18AF4}">
      <dgm:prSet/>
      <dgm:spPr/>
      <dgm:t>
        <a:bodyPr/>
        <a:lstStyle/>
        <a:p>
          <a:endParaRPr lang="en-US"/>
        </a:p>
      </dgm:t>
    </dgm:pt>
    <dgm:pt modelId="{284D2864-1402-4128-8938-63C0635FA57B}" type="sibTrans" cxnId="{9453C066-7755-4ADE-AA18-3A468DB18AF4}">
      <dgm:prSet/>
      <dgm:spPr/>
      <dgm:t>
        <a:bodyPr/>
        <a:lstStyle/>
        <a:p>
          <a:endParaRPr lang="en-US"/>
        </a:p>
      </dgm:t>
    </dgm:pt>
    <dgm:pt modelId="{F95A233B-C6C5-4675-A933-FB27C20F1045}">
      <dgm:prSet/>
      <dgm:spPr/>
      <dgm:t>
        <a:bodyPr/>
        <a:lstStyle/>
        <a:p>
          <a:r>
            <a:rPr lang="en-US"/>
            <a:t>Summary of Chapter </a:t>
          </a:r>
        </a:p>
      </dgm:t>
    </dgm:pt>
    <dgm:pt modelId="{DCAFCCE2-1B91-4E93-8A9E-72CE7D145808}" type="parTrans" cxnId="{86EDF256-B0A6-451A-9DD8-904180A19BF6}">
      <dgm:prSet/>
      <dgm:spPr/>
      <dgm:t>
        <a:bodyPr/>
        <a:lstStyle/>
        <a:p>
          <a:endParaRPr lang="en-US"/>
        </a:p>
      </dgm:t>
    </dgm:pt>
    <dgm:pt modelId="{1673F72C-1759-4BAE-98D5-B737791E7C8C}" type="sibTrans" cxnId="{86EDF256-B0A6-451A-9DD8-904180A19BF6}">
      <dgm:prSet/>
      <dgm:spPr/>
      <dgm:t>
        <a:bodyPr/>
        <a:lstStyle/>
        <a:p>
          <a:endParaRPr lang="en-US"/>
        </a:p>
      </dgm:t>
    </dgm:pt>
    <dgm:pt modelId="{5F90E3AA-BF28-4724-B97E-3DBC9B25BC3B}">
      <dgm:prSet/>
      <dgm:spPr/>
      <dgm:t>
        <a:bodyPr/>
        <a:lstStyle/>
        <a:p>
          <a:r>
            <a:rPr lang="en-US"/>
            <a:t>Discussion Questions </a:t>
          </a:r>
        </a:p>
      </dgm:t>
    </dgm:pt>
    <dgm:pt modelId="{B48D785C-C08C-4E24-9FAB-C98042E9AF66}" type="parTrans" cxnId="{32DBBAB6-85CA-4D0A-B617-D4BB64A1E6B7}">
      <dgm:prSet/>
      <dgm:spPr/>
      <dgm:t>
        <a:bodyPr/>
        <a:lstStyle/>
        <a:p>
          <a:endParaRPr lang="en-US"/>
        </a:p>
      </dgm:t>
    </dgm:pt>
    <dgm:pt modelId="{B9624B1B-3563-4559-992E-E89CF095FDE0}" type="sibTrans" cxnId="{32DBBAB6-85CA-4D0A-B617-D4BB64A1E6B7}">
      <dgm:prSet/>
      <dgm:spPr/>
      <dgm:t>
        <a:bodyPr/>
        <a:lstStyle/>
        <a:p>
          <a:endParaRPr lang="en-US"/>
        </a:p>
      </dgm:t>
    </dgm:pt>
    <dgm:pt modelId="{A21CF1AB-E5E5-4A33-A00D-B32C3C079E71}">
      <dgm:prSet/>
      <dgm:spPr/>
      <dgm:t>
        <a:bodyPr/>
        <a:lstStyle/>
        <a:p>
          <a:r>
            <a:rPr lang="en-US"/>
            <a:t>Suggested Further Reading </a:t>
          </a:r>
        </a:p>
      </dgm:t>
    </dgm:pt>
    <dgm:pt modelId="{F4A3CF8A-55A2-4623-A161-47B62A2F1C56}" type="parTrans" cxnId="{DE958B66-8B32-48AC-B082-0C5762DCC0AF}">
      <dgm:prSet/>
      <dgm:spPr/>
      <dgm:t>
        <a:bodyPr/>
        <a:lstStyle/>
        <a:p>
          <a:endParaRPr lang="en-US"/>
        </a:p>
      </dgm:t>
    </dgm:pt>
    <dgm:pt modelId="{A0FE058C-852F-4860-BD74-70722993B2CE}" type="sibTrans" cxnId="{DE958B66-8B32-48AC-B082-0C5762DCC0AF}">
      <dgm:prSet/>
      <dgm:spPr/>
      <dgm:t>
        <a:bodyPr/>
        <a:lstStyle/>
        <a:p>
          <a:endParaRPr lang="en-US"/>
        </a:p>
      </dgm:t>
    </dgm:pt>
    <dgm:pt modelId="{F8CB637D-E58A-4D76-A1F1-8B2CC2F2E1E1}">
      <dgm:prSet/>
      <dgm:spPr/>
      <dgm:t>
        <a:bodyPr/>
        <a:lstStyle/>
        <a:p>
          <a:r>
            <a:rPr lang="en-US"/>
            <a:t>Endnotes</a:t>
          </a:r>
        </a:p>
      </dgm:t>
    </dgm:pt>
    <dgm:pt modelId="{3390F33F-49A4-4E65-BF49-FC6F94E71557}" type="parTrans" cxnId="{0B1EFED7-CA4B-4F2E-BF76-D921B47336B1}">
      <dgm:prSet/>
      <dgm:spPr/>
      <dgm:t>
        <a:bodyPr/>
        <a:lstStyle/>
        <a:p>
          <a:endParaRPr lang="en-US"/>
        </a:p>
      </dgm:t>
    </dgm:pt>
    <dgm:pt modelId="{839F1626-C1DF-467A-9D42-632B800F4711}" type="sibTrans" cxnId="{0B1EFED7-CA4B-4F2E-BF76-D921B47336B1}">
      <dgm:prSet/>
      <dgm:spPr/>
      <dgm:t>
        <a:bodyPr/>
        <a:lstStyle/>
        <a:p>
          <a:endParaRPr lang="en-US"/>
        </a:p>
      </dgm:t>
    </dgm:pt>
    <dgm:pt modelId="{7559F432-B2DE-465E-B90D-1F0BB4B71770}" type="pres">
      <dgm:prSet presAssocID="{D359AA37-CDEA-4708-B034-D274638B8352}" presName="Name0" presStyleCnt="0">
        <dgm:presLayoutVars>
          <dgm:dir/>
          <dgm:resizeHandles val="exact"/>
        </dgm:presLayoutVars>
      </dgm:prSet>
      <dgm:spPr/>
    </dgm:pt>
    <dgm:pt modelId="{5DF5176D-894A-44E1-BA10-6D3774119EB4}" type="pres">
      <dgm:prSet presAssocID="{E2B355DF-86E8-4ECB-BFA5-52C267B1A489}" presName="node" presStyleLbl="node1" presStyleIdx="0" presStyleCnt="13">
        <dgm:presLayoutVars>
          <dgm:bulletEnabled val="1"/>
        </dgm:presLayoutVars>
      </dgm:prSet>
      <dgm:spPr/>
    </dgm:pt>
    <dgm:pt modelId="{01F8B459-2A0A-40DE-B79A-71C757CD8F2F}" type="pres">
      <dgm:prSet presAssocID="{2FFDF106-5CA6-4ACF-8F7C-7424F8055453}" presName="sibTrans" presStyleLbl="sibTrans1D1" presStyleIdx="0" presStyleCnt="12"/>
      <dgm:spPr/>
    </dgm:pt>
    <dgm:pt modelId="{4095A111-B533-4439-B56C-1FFF6A46DC4B}" type="pres">
      <dgm:prSet presAssocID="{2FFDF106-5CA6-4ACF-8F7C-7424F8055453}" presName="connectorText" presStyleLbl="sibTrans1D1" presStyleIdx="0" presStyleCnt="12"/>
      <dgm:spPr/>
    </dgm:pt>
    <dgm:pt modelId="{4920DC53-0C3E-4D6E-A24C-2D65BF82AECF}" type="pres">
      <dgm:prSet presAssocID="{4E25DC55-8235-4A66-ABCE-24679C378D58}" presName="node" presStyleLbl="node1" presStyleIdx="1" presStyleCnt="13">
        <dgm:presLayoutVars>
          <dgm:bulletEnabled val="1"/>
        </dgm:presLayoutVars>
      </dgm:prSet>
      <dgm:spPr/>
    </dgm:pt>
    <dgm:pt modelId="{3F243914-3D86-4EBD-8A84-19E937DE1BF1}" type="pres">
      <dgm:prSet presAssocID="{E85EEB63-CF3E-45BE-9D77-474D73171D0D}" presName="sibTrans" presStyleLbl="sibTrans1D1" presStyleIdx="1" presStyleCnt="12"/>
      <dgm:spPr/>
    </dgm:pt>
    <dgm:pt modelId="{287B7440-F4B9-4F74-9849-88F0FC9FF157}" type="pres">
      <dgm:prSet presAssocID="{E85EEB63-CF3E-45BE-9D77-474D73171D0D}" presName="connectorText" presStyleLbl="sibTrans1D1" presStyleIdx="1" presStyleCnt="12"/>
      <dgm:spPr/>
    </dgm:pt>
    <dgm:pt modelId="{B75F757C-B229-45C1-B562-CAA1253D45BA}" type="pres">
      <dgm:prSet presAssocID="{7DFE1898-55A1-482D-8C54-6A5AAE2154AE}" presName="node" presStyleLbl="node1" presStyleIdx="2" presStyleCnt="13">
        <dgm:presLayoutVars>
          <dgm:bulletEnabled val="1"/>
        </dgm:presLayoutVars>
      </dgm:prSet>
      <dgm:spPr/>
    </dgm:pt>
    <dgm:pt modelId="{E93AC10D-8A35-4985-89D6-7E4E4CF6F2E1}" type="pres">
      <dgm:prSet presAssocID="{172A482A-80C6-4C1F-BF31-3A90B2754177}" presName="sibTrans" presStyleLbl="sibTrans1D1" presStyleIdx="2" presStyleCnt="12"/>
      <dgm:spPr/>
    </dgm:pt>
    <dgm:pt modelId="{C20CFB61-2474-4448-9A75-FE4FCC6DF131}" type="pres">
      <dgm:prSet presAssocID="{172A482A-80C6-4C1F-BF31-3A90B2754177}" presName="connectorText" presStyleLbl="sibTrans1D1" presStyleIdx="2" presStyleCnt="12"/>
      <dgm:spPr/>
    </dgm:pt>
    <dgm:pt modelId="{C9B25A4B-BB96-460B-800E-1EB198387763}" type="pres">
      <dgm:prSet presAssocID="{B657DAC3-F9F1-4317-9DE9-B2B875699AA3}" presName="node" presStyleLbl="node1" presStyleIdx="3" presStyleCnt="13">
        <dgm:presLayoutVars>
          <dgm:bulletEnabled val="1"/>
        </dgm:presLayoutVars>
      </dgm:prSet>
      <dgm:spPr/>
    </dgm:pt>
    <dgm:pt modelId="{792B0C72-B8AA-4523-B34F-4809652A075C}" type="pres">
      <dgm:prSet presAssocID="{A9626E79-DC62-48BE-8F96-DB614033141D}" presName="sibTrans" presStyleLbl="sibTrans1D1" presStyleIdx="3" presStyleCnt="12"/>
      <dgm:spPr/>
    </dgm:pt>
    <dgm:pt modelId="{1A623121-27DF-43BD-BA40-AE124771AAB3}" type="pres">
      <dgm:prSet presAssocID="{A9626E79-DC62-48BE-8F96-DB614033141D}" presName="connectorText" presStyleLbl="sibTrans1D1" presStyleIdx="3" presStyleCnt="12"/>
      <dgm:spPr/>
    </dgm:pt>
    <dgm:pt modelId="{208EDFF5-2F99-4A68-B8EB-9E81A63427D8}" type="pres">
      <dgm:prSet presAssocID="{0FAD8936-B0FF-4613-A87F-FE10FD023348}" presName="node" presStyleLbl="node1" presStyleIdx="4" presStyleCnt="13">
        <dgm:presLayoutVars>
          <dgm:bulletEnabled val="1"/>
        </dgm:presLayoutVars>
      </dgm:prSet>
      <dgm:spPr/>
    </dgm:pt>
    <dgm:pt modelId="{86EC332E-D245-49C1-B3F2-C32F16AF6DC3}" type="pres">
      <dgm:prSet presAssocID="{1EE33A88-B305-473E-8A24-6BD17752EC0C}" presName="sibTrans" presStyleLbl="sibTrans1D1" presStyleIdx="4" presStyleCnt="12"/>
      <dgm:spPr/>
    </dgm:pt>
    <dgm:pt modelId="{696A5D86-3B36-46C3-BF16-A003203F03B3}" type="pres">
      <dgm:prSet presAssocID="{1EE33A88-B305-473E-8A24-6BD17752EC0C}" presName="connectorText" presStyleLbl="sibTrans1D1" presStyleIdx="4" presStyleCnt="12"/>
      <dgm:spPr/>
    </dgm:pt>
    <dgm:pt modelId="{F62A147E-3EB2-40AE-9FAC-D6313CD08D57}" type="pres">
      <dgm:prSet presAssocID="{36C96107-28AE-467A-8C20-CB8377291135}" presName="node" presStyleLbl="node1" presStyleIdx="5" presStyleCnt="13">
        <dgm:presLayoutVars>
          <dgm:bulletEnabled val="1"/>
        </dgm:presLayoutVars>
      </dgm:prSet>
      <dgm:spPr/>
    </dgm:pt>
    <dgm:pt modelId="{C3A07203-3452-4D08-ACD1-2466925DBA9B}" type="pres">
      <dgm:prSet presAssocID="{643ED700-087A-4C51-88F7-464FE35F872B}" presName="sibTrans" presStyleLbl="sibTrans1D1" presStyleIdx="5" presStyleCnt="12"/>
      <dgm:spPr/>
    </dgm:pt>
    <dgm:pt modelId="{40439A16-FC6E-4A8B-9979-7031F95B1C91}" type="pres">
      <dgm:prSet presAssocID="{643ED700-087A-4C51-88F7-464FE35F872B}" presName="connectorText" presStyleLbl="sibTrans1D1" presStyleIdx="5" presStyleCnt="12"/>
      <dgm:spPr/>
    </dgm:pt>
    <dgm:pt modelId="{7F98B539-509B-44A2-9361-5AC3A425A16A}" type="pres">
      <dgm:prSet presAssocID="{1E003823-D340-4E25-8BD3-B7E76CCA685D}" presName="node" presStyleLbl="node1" presStyleIdx="6" presStyleCnt="13">
        <dgm:presLayoutVars>
          <dgm:bulletEnabled val="1"/>
        </dgm:presLayoutVars>
      </dgm:prSet>
      <dgm:spPr/>
    </dgm:pt>
    <dgm:pt modelId="{663A5984-6BE2-4DC8-B58A-574996466A0E}" type="pres">
      <dgm:prSet presAssocID="{CEEA6BE6-0818-49F3-8E87-516EF583F5DA}" presName="sibTrans" presStyleLbl="sibTrans1D1" presStyleIdx="6" presStyleCnt="12"/>
      <dgm:spPr/>
    </dgm:pt>
    <dgm:pt modelId="{6CF7AE29-ECA4-431B-8A75-5E7D3916BC05}" type="pres">
      <dgm:prSet presAssocID="{CEEA6BE6-0818-49F3-8E87-516EF583F5DA}" presName="connectorText" presStyleLbl="sibTrans1D1" presStyleIdx="6" presStyleCnt="12"/>
      <dgm:spPr/>
    </dgm:pt>
    <dgm:pt modelId="{DB332A6F-2226-4249-AD13-2315BED151A7}" type="pres">
      <dgm:prSet presAssocID="{967D604C-850E-4C8D-8E58-2AC694A1415D}" presName="node" presStyleLbl="node1" presStyleIdx="7" presStyleCnt="13">
        <dgm:presLayoutVars>
          <dgm:bulletEnabled val="1"/>
        </dgm:presLayoutVars>
      </dgm:prSet>
      <dgm:spPr/>
    </dgm:pt>
    <dgm:pt modelId="{59FE1697-1611-4831-BCBA-1822077F2E52}" type="pres">
      <dgm:prSet presAssocID="{54D07705-705B-42AB-818C-73422D9B55A0}" presName="sibTrans" presStyleLbl="sibTrans1D1" presStyleIdx="7" presStyleCnt="12"/>
      <dgm:spPr/>
    </dgm:pt>
    <dgm:pt modelId="{FB97A818-513E-4324-8329-468DB0BA292D}" type="pres">
      <dgm:prSet presAssocID="{54D07705-705B-42AB-818C-73422D9B55A0}" presName="connectorText" presStyleLbl="sibTrans1D1" presStyleIdx="7" presStyleCnt="12"/>
      <dgm:spPr/>
    </dgm:pt>
    <dgm:pt modelId="{A68105D4-C66E-4287-8429-831305CD12E4}" type="pres">
      <dgm:prSet presAssocID="{F0B59E2A-2F67-4269-BAD2-AF77D10CEF3D}" presName="node" presStyleLbl="node1" presStyleIdx="8" presStyleCnt="13">
        <dgm:presLayoutVars>
          <dgm:bulletEnabled val="1"/>
        </dgm:presLayoutVars>
      </dgm:prSet>
      <dgm:spPr/>
    </dgm:pt>
    <dgm:pt modelId="{446ECED8-117E-45F8-922A-834749C94777}" type="pres">
      <dgm:prSet presAssocID="{284D2864-1402-4128-8938-63C0635FA57B}" presName="sibTrans" presStyleLbl="sibTrans1D1" presStyleIdx="8" presStyleCnt="12"/>
      <dgm:spPr/>
    </dgm:pt>
    <dgm:pt modelId="{2FA72B64-287B-4971-8720-385F24C502CE}" type="pres">
      <dgm:prSet presAssocID="{284D2864-1402-4128-8938-63C0635FA57B}" presName="connectorText" presStyleLbl="sibTrans1D1" presStyleIdx="8" presStyleCnt="12"/>
      <dgm:spPr/>
    </dgm:pt>
    <dgm:pt modelId="{981DB1B7-DF76-4638-B4E0-F7721CE9E8BD}" type="pres">
      <dgm:prSet presAssocID="{F95A233B-C6C5-4675-A933-FB27C20F1045}" presName="node" presStyleLbl="node1" presStyleIdx="9" presStyleCnt="13">
        <dgm:presLayoutVars>
          <dgm:bulletEnabled val="1"/>
        </dgm:presLayoutVars>
      </dgm:prSet>
      <dgm:spPr/>
    </dgm:pt>
    <dgm:pt modelId="{CE5712D6-ABD1-400C-926A-EADFEF88CFE9}" type="pres">
      <dgm:prSet presAssocID="{1673F72C-1759-4BAE-98D5-B737791E7C8C}" presName="sibTrans" presStyleLbl="sibTrans1D1" presStyleIdx="9" presStyleCnt="12"/>
      <dgm:spPr/>
    </dgm:pt>
    <dgm:pt modelId="{0A31DFA5-0CB8-4356-99D7-0AE7B2F8250A}" type="pres">
      <dgm:prSet presAssocID="{1673F72C-1759-4BAE-98D5-B737791E7C8C}" presName="connectorText" presStyleLbl="sibTrans1D1" presStyleIdx="9" presStyleCnt="12"/>
      <dgm:spPr/>
    </dgm:pt>
    <dgm:pt modelId="{D4FEC567-C7A5-41CF-9A84-E344CC202962}" type="pres">
      <dgm:prSet presAssocID="{5F90E3AA-BF28-4724-B97E-3DBC9B25BC3B}" presName="node" presStyleLbl="node1" presStyleIdx="10" presStyleCnt="13">
        <dgm:presLayoutVars>
          <dgm:bulletEnabled val="1"/>
        </dgm:presLayoutVars>
      </dgm:prSet>
      <dgm:spPr/>
    </dgm:pt>
    <dgm:pt modelId="{8B0E2A3C-00D4-4451-B1E6-FDA9BEF653EB}" type="pres">
      <dgm:prSet presAssocID="{B9624B1B-3563-4559-992E-E89CF095FDE0}" presName="sibTrans" presStyleLbl="sibTrans1D1" presStyleIdx="10" presStyleCnt="12"/>
      <dgm:spPr/>
    </dgm:pt>
    <dgm:pt modelId="{B2886505-CFA5-46D3-AE4B-5A59A0BEB969}" type="pres">
      <dgm:prSet presAssocID="{B9624B1B-3563-4559-992E-E89CF095FDE0}" presName="connectorText" presStyleLbl="sibTrans1D1" presStyleIdx="10" presStyleCnt="12"/>
      <dgm:spPr/>
    </dgm:pt>
    <dgm:pt modelId="{C6D4A4E1-86BC-4AD8-B1F9-477A4DCE7C53}" type="pres">
      <dgm:prSet presAssocID="{A21CF1AB-E5E5-4A33-A00D-B32C3C079E71}" presName="node" presStyleLbl="node1" presStyleIdx="11" presStyleCnt="13">
        <dgm:presLayoutVars>
          <dgm:bulletEnabled val="1"/>
        </dgm:presLayoutVars>
      </dgm:prSet>
      <dgm:spPr/>
    </dgm:pt>
    <dgm:pt modelId="{783138D4-2F44-4221-81CB-830BF6635477}" type="pres">
      <dgm:prSet presAssocID="{A0FE058C-852F-4860-BD74-70722993B2CE}" presName="sibTrans" presStyleLbl="sibTrans1D1" presStyleIdx="11" presStyleCnt="12"/>
      <dgm:spPr/>
    </dgm:pt>
    <dgm:pt modelId="{18983DDA-B521-4744-815F-6EEBB9903ED0}" type="pres">
      <dgm:prSet presAssocID="{A0FE058C-852F-4860-BD74-70722993B2CE}" presName="connectorText" presStyleLbl="sibTrans1D1" presStyleIdx="11" presStyleCnt="12"/>
      <dgm:spPr/>
    </dgm:pt>
    <dgm:pt modelId="{039A9970-D8AD-44B8-9CB3-013C217293CB}" type="pres">
      <dgm:prSet presAssocID="{F8CB637D-E58A-4D76-A1F1-8B2CC2F2E1E1}" presName="node" presStyleLbl="node1" presStyleIdx="12" presStyleCnt="13">
        <dgm:presLayoutVars>
          <dgm:bulletEnabled val="1"/>
        </dgm:presLayoutVars>
      </dgm:prSet>
      <dgm:spPr/>
    </dgm:pt>
  </dgm:ptLst>
  <dgm:cxnLst>
    <dgm:cxn modelId="{25E77803-1A4A-434F-9CDA-3C084E889A13}" type="presOf" srcId="{A0FE058C-852F-4860-BD74-70722993B2CE}" destId="{783138D4-2F44-4221-81CB-830BF6635477}" srcOrd="0" destOrd="0" presId="urn:microsoft.com/office/officeart/2016/7/layout/RepeatingBendingProcessNew"/>
    <dgm:cxn modelId="{1202800C-F47C-4305-A555-EFD0BA8C572F}" srcId="{D359AA37-CDEA-4708-B034-D274638B8352}" destId="{0FAD8936-B0FF-4613-A87F-FE10FD023348}" srcOrd="4" destOrd="0" parTransId="{BB2500F8-6D74-4EE5-8392-CB1DE20FF490}" sibTransId="{1EE33A88-B305-473E-8A24-6BD17752EC0C}"/>
    <dgm:cxn modelId="{57369E12-7D6C-4DC1-8D9B-610FD1CD4396}" srcId="{D359AA37-CDEA-4708-B034-D274638B8352}" destId="{B657DAC3-F9F1-4317-9DE9-B2B875699AA3}" srcOrd="3" destOrd="0" parTransId="{6C46D51A-2D8E-4173-AB44-0DCBAAF80B53}" sibTransId="{A9626E79-DC62-48BE-8F96-DB614033141D}"/>
    <dgm:cxn modelId="{9F770C18-B123-46C5-A4B1-287D6A952627}" type="presOf" srcId="{967D604C-850E-4C8D-8E58-2AC694A1415D}" destId="{DB332A6F-2226-4249-AD13-2315BED151A7}" srcOrd="0" destOrd="0" presId="urn:microsoft.com/office/officeart/2016/7/layout/RepeatingBendingProcessNew"/>
    <dgm:cxn modelId="{0B097A18-C8C8-4427-B74E-D118795CC420}" type="presOf" srcId="{1E003823-D340-4E25-8BD3-B7E76CCA685D}" destId="{7F98B539-509B-44A2-9361-5AC3A425A16A}" srcOrd="0" destOrd="0" presId="urn:microsoft.com/office/officeart/2016/7/layout/RepeatingBendingProcessNew"/>
    <dgm:cxn modelId="{6617D122-72ED-4C97-87E2-2E4A3EFDCFBF}" srcId="{D359AA37-CDEA-4708-B034-D274638B8352}" destId="{7DFE1898-55A1-482D-8C54-6A5AAE2154AE}" srcOrd="2" destOrd="0" parTransId="{EE56A462-4AEC-4625-8CE9-0C0BB5D3B1C0}" sibTransId="{172A482A-80C6-4C1F-BF31-3A90B2754177}"/>
    <dgm:cxn modelId="{DEE92C24-872C-4734-B4C8-FA30DE9F0348}" type="presOf" srcId="{54D07705-705B-42AB-818C-73422D9B55A0}" destId="{59FE1697-1611-4831-BCBA-1822077F2E52}" srcOrd="0" destOrd="0" presId="urn:microsoft.com/office/officeart/2016/7/layout/RepeatingBendingProcessNew"/>
    <dgm:cxn modelId="{8AB96D24-84C2-492D-A165-E22A05FB65F5}" type="presOf" srcId="{B9624B1B-3563-4559-992E-E89CF095FDE0}" destId="{B2886505-CFA5-46D3-AE4B-5A59A0BEB969}" srcOrd="1" destOrd="0" presId="urn:microsoft.com/office/officeart/2016/7/layout/RepeatingBendingProcessNew"/>
    <dgm:cxn modelId="{DA8E8627-D963-4C9A-B180-1D826E602563}" type="presOf" srcId="{0FAD8936-B0FF-4613-A87F-FE10FD023348}" destId="{208EDFF5-2F99-4A68-B8EB-9E81A63427D8}" srcOrd="0" destOrd="0" presId="urn:microsoft.com/office/officeart/2016/7/layout/RepeatingBendingProcessNew"/>
    <dgm:cxn modelId="{451A9F27-8BDC-4467-A434-33A179934E08}" type="presOf" srcId="{A9626E79-DC62-48BE-8F96-DB614033141D}" destId="{1A623121-27DF-43BD-BA40-AE124771AAB3}" srcOrd="1" destOrd="0" presId="urn:microsoft.com/office/officeart/2016/7/layout/RepeatingBendingProcessNew"/>
    <dgm:cxn modelId="{DBDF832D-D28E-44B4-A592-E357832FB371}" srcId="{D359AA37-CDEA-4708-B034-D274638B8352}" destId="{E2B355DF-86E8-4ECB-BFA5-52C267B1A489}" srcOrd="0" destOrd="0" parTransId="{7CAF8473-0C84-4323-8B63-A80347A1FAA6}" sibTransId="{2FFDF106-5CA6-4ACF-8F7C-7424F8055453}"/>
    <dgm:cxn modelId="{BDC9D931-1352-42AE-B5E4-EE49A471961D}" srcId="{D359AA37-CDEA-4708-B034-D274638B8352}" destId="{36C96107-28AE-467A-8C20-CB8377291135}" srcOrd="5" destOrd="0" parTransId="{693FFA0B-07D1-4313-A108-4B2F9CC3152D}" sibTransId="{643ED700-087A-4C51-88F7-464FE35F872B}"/>
    <dgm:cxn modelId="{61A22537-6CEB-4E36-A6E2-57E583163BCC}" type="presOf" srcId="{B9624B1B-3563-4559-992E-E89CF095FDE0}" destId="{8B0E2A3C-00D4-4451-B1E6-FDA9BEF653EB}" srcOrd="0" destOrd="0" presId="urn:microsoft.com/office/officeart/2016/7/layout/RepeatingBendingProcessNew"/>
    <dgm:cxn modelId="{F606993B-6DF0-474D-ABDC-D879A7A97794}" type="presOf" srcId="{CEEA6BE6-0818-49F3-8E87-516EF583F5DA}" destId="{6CF7AE29-ECA4-431B-8A75-5E7D3916BC05}" srcOrd="1" destOrd="0" presId="urn:microsoft.com/office/officeart/2016/7/layout/RepeatingBendingProcessNew"/>
    <dgm:cxn modelId="{C7CB885B-522F-4218-A283-1F1BE0BABDA4}" type="presOf" srcId="{172A482A-80C6-4C1F-BF31-3A90B2754177}" destId="{C20CFB61-2474-4448-9A75-FE4FCC6DF131}" srcOrd="1" destOrd="0" presId="urn:microsoft.com/office/officeart/2016/7/layout/RepeatingBendingProcessNew"/>
    <dgm:cxn modelId="{59166D5C-580F-476F-98A0-DE2B5C0A80A1}" type="presOf" srcId="{2FFDF106-5CA6-4ACF-8F7C-7424F8055453}" destId="{4095A111-B533-4439-B56C-1FFF6A46DC4B}" srcOrd="1" destOrd="0" presId="urn:microsoft.com/office/officeart/2016/7/layout/RepeatingBendingProcessNew"/>
    <dgm:cxn modelId="{DE958B66-8B32-48AC-B082-0C5762DCC0AF}" srcId="{D359AA37-CDEA-4708-B034-D274638B8352}" destId="{A21CF1AB-E5E5-4A33-A00D-B32C3C079E71}" srcOrd="11" destOrd="0" parTransId="{F4A3CF8A-55A2-4623-A161-47B62A2F1C56}" sibTransId="{A0FE058C-852F-4860-BD74-70722993B2CE}"/>
    <dgm:cxn modelId="{9453C066-7755-4ADE-AA18-3A468DB18AF4}" srcId="{D359AA37-CDEA-4708-B034-D274638B8352}" destId="{F0B59E2A-2F67-4269-BAD2-AF77D10CEF3D}" srcOrd="8" destOrd="0" parTransId="{DD59ED31-02BC-4F32-AD9A-53DD97FE6230}" sibTransId="{284D2864-1402-4128-8938-63C0635FA57B}"/>
    <dgm:cxn modelId="{2A7BFD67-9A1C-405D-B657-8614296F4041}" srcId="{D359AA37-CDEA-4708-B034-D274638B8352}" destId="{967D604C-850E-4C8D-8E58-2AC694A1415D}" srcOrd="7" destOrd="0" parTransId="{681ABAF3-2C5A-4354-9DC2-EB33D1C0A49D}" sibTransId="{54D07705-705B-42AB-818C-73422D9B55A0}"/>
    <dgm:cxn modelId="{584E5849-3808-42FB-BF1D-C7889AA843BD}" type="presOf" srcId="{F8CB637D-E58A-4D76-A1F1-8B2CC2F2E1E1}" destId="{039A9970-D8AD-44B8-9CB3-013C217293CB}" srcOrd="0" destOrd="0" presId="urn:microsoft.com/office/officeart/2016/7/layout/RepeatingBendingProcessNew"/>
    <dgm:cxn modelId="{7E66656A-E206-42FE-A315-3D90FFFE26D0}" type="presOf" srcId="{284D2864-1402-4128-8938-63C0635FA57B}" destId="{2FA72B64-287B-4971-8720-385F24C502CE}" srcOrd="1" destOrd="0" presId="urn:microsoft.com/office/officeart/2016/7/layout/RepeatingBendingProcessNew"/>
    <dgm:cxn modelId="{5A07344D-83D5-47DD-ADB9-FEEF6CD168DA}" type="presOf" srcId="{E85EEB63-CF3E-45BE-9D77-474D73171D0D}" destId="{287B7440-F4B9-4F74-9849-88F0FC9FF157}" srcOrd="1" destOrd="0" presId="urn:microsoft.com/office/officeart/2016/7/layout/RepeatingBendingProcessNew"/>
    <dgm:cxn modelId="{630B5271-2F19-4167-BB60-66A481508010}" type="presOf" srcId="{1EE33A88-B305-473E-8A24-6BD17752EC0C}" destId="{86EC332E-D245-49C1-B3F2-C32F16AF6DC3}" srcOrd="0" destOrd="0" presId="urn:microsoft.com/office/officeart/2016/7/layout/RepeatingBendingProcessNew"/>
    <dgm:cxn modelId="{04ED1753-9BC6-4509-B2F9-D4DB5C6E8A00}" type="presOf" srcId="{B657DAC3-F9F1-4317-9DE9-B2B875699AA3}" destId="{C9B25A4B-BB96-460B-800E-1EB198387763}" srcOrd="0" destOrd="0" presId="urn:microsoft.com/office/officeart/2016/7/layout/RepeatingBendingProcessNew"/>
    <dgm:cxn modelId="{86EDF256-B0A6-451A-9DD8-904180A19BF6}" srcId="{D359AA37-CDEA-4708-B034-D274638B8352}" destId="{F95A233B-C6C5-4675-A933-FB27C20F1045}" srcOrd="9" destOrd="0" parTransId="{DCAFCCE2-1B91-4E93-8A9E-72CE7D145808}" sibTransId="{1673F72C-1759-4BAE-98D5-B737791E7C8C}"/>
    <dgm:cxn modelId="{0999017E-6572-4BB3-B0FA-827A6B59B130}" type="presOf" srcId="{643ED700-087A-4C51-88F7-464FE35F872B}" destId="{40439A16-FC6E-4A8B-9979-7031F95B1C91}" srcOrd="1" destOrd="0" presId="urn:microsoft.com/office/officeart/2016/7/layout/RepeatingBendingProcessNew"/>
    <dgm:cxn modelId="{6F767081-8ED9-431E-A326-46E211837812}" type="presOf" srcId="{1EE33A88-B305-473E-8A24-6BD17752EC0C}" destId="{696A5D86-3B36-46C3-BF16-A003203F03B3}" srcOrd="1" destOrd="0" presId="urn:microsoft.com/office/officeart/2016/7/layout/RepeatingBendingProcessNew"/>
    <dgm:cxn modelId="{B81C0B87-60EF-4E68-AEEA-5344E768C93D}" type="presOf" srcId="{1673F72C-1759-4BAE-98D5-B737791E7C8C}" destId="{CE5712D6-ABD1-400C-926A-EADFEF88CFE9}" srcOrd="0" destOrd="0" presId="urn:microsoft.com/office/officeart/2016/7/layout/RepeatingBendingProcessNew"/>
    <dgm:cxn modelId="{EDE85991-1D0C-46D7-9041-18D93ED70348}" type="presOf" srcId="{284D2864-1402-4128-8938-63C0635FA57B}" destId="{446ECED8-117E-45F8-922A-834749C94777}" srcOrd="0" destOrd="0" presId="urn:microsoft.com/office/officeart/2016/7/layout/RepeatingBendingProcessNew"/>
    <dgm:cxn modelId="{C0198299-80B7-4913-80C2-D3A1EA603ACF}" type="presOf" srcId="{643ED700-087A-4C51-88F7-464FE35F872B}" destId="{C3A07203-3452-4D08-ACD1-2466925DBA9B}" srcOrd="0" destOrd="0" presId="urn:microsoft.com/office/officeart/2016/7/layout/RepeatingBendingProcessNew"/>
    <dgm:cxn modelId="{025AFA9A-3EA1-4FAD-96AA-0CA9E0DFFF1B}" srcId="{D359AA37-CDEA-4708-B034-D274638B8352}" destId="{4E25DC55-8235-4A66-ABCE-24679C378D58}" srcOrd="1" destOrd="0" parTransId="{5C90AE3F-F9DE-432F-AAB5-F0CF67CB4904}" sibTransId="{E85EEB63-CF3E-45BE-9D77-474D73171D0D}"/>
    <dgm:cxn modelId="{AAB5BE9D-3C9D-471B-A0D9-DDE5869B7269}" type="presOf" srcId="{D359AA37-CDEA-4708-B034-D274638B8352}" destId="{7559F432-B2DE-465E-B90D-1F0BB4B71770}" srcOrd="0" destOrd="0" presId="urn:microsoft.com/office/officeart/2016/7/layout/RepeatingBendingProcessNew"/>
    <dgm:cxn modelId="{8F936CA2-BC86-48CE-8961-4A6ABFB6DFCF}" type="presOf" srcId="{E2B355DF-86E8-4ECB-BFA5-52C267B1A489}" destId="{5DF5176D-894A-44E1-BA10-6D3774119EB4}" srcOrd="0" destOrd="0" presId="urn:microsoft.com/office/officeart/2016/7/layout/RepeatingBendingProcessNew"/>
    <dgm:cxn modelId="{0D7BBFA7-FCE9-475D-BB2E-12B2645C051A}" type="presOf" srcId="{F95A233B-C6C5-4675-A933-FB27C20F1045}" destId="{981DB1B7-DF76-4638-B4E0-F7721CE9E8BD}" srcOrd="0" destOrd="0" presId="urn:microsoft.com/office/officeart/2016/7/layout/RepeatingBendingProcessNew"/>
    <dgm:cxn modelId="{EF657FAD-C9EE-4AF5-AFFC-55B170DEB07A}" type="presOf" srcId="{A0FE058C-852F-4860-BD74-70722993B2CE}" destId="{18983DDA-B521-4744-815F-6EEBB9903ED0}" srcOrd="1" destOrd="0" presId="urn:microsoft.com/office/officeart/2016/7/layout/RepeatingBendingProcessNew"/>
    <dgm:cxn modelId="{6261A8AE-5953-4CC7-9DCD-223AA95DF666}" type="presOf" srcId="{F0B59E2A-2F67-4269-BAD2-AF77D10CEF3D}" destId="{A68105D4-C66E-4287-8429-831305CD12E4}" srcOrd="0" destOrd="0" presId="urn:microsoft.com/office/officeart/2016/7/layout/RepeatingBendingProcessNew"/>
    <dgm:cxn modelId="{38F82EAF-1E47-4965-9D85-990209DEC15C}" type="presOf" srcId="{5F90E3AA-BF28-4724-B97E-3DBC9B25BC3B}" destId="{D4FEC567-C7A5-41CF-9A84-E344CC202962}" srcOrd="0" destOrd="0" presId="urn:microsoft.com/office/officeart/2016/7/layout/RepeatingBendingProcessNew"/>
    <dgm:cxn modelId="{32DBBAB6-85CA-4D0A-B617-D4BB64A1E6B7}" srcId="{D359AA37-CDEA-4708-B034-D274638B8352}" destId="{5F90E3AA-BF28-4724-B97E-3DBC9B25BC3B}" srcOrd="10" destOrd="0" parTransId="{B48D785C-C08C-4E24-9FAB-C98042E9AF66}" sibTransId="{B9624B1B-3563-4559-992E-E89CF095FDE0}"/>
    <dgm:cxn modelId="{2194E7BF-8121-4E71-A489-70C3F4858BB3}" type="presOf" srcId="{E85EEB63-CF3E-45BE-9D77-474D73171D0D}" destId="{3F243914-3D86-4EBD-8A84-19E937DE1BF1}" srcOrd="0" destOrd="0" presId="urn:microsoft.com/office/officeart/2016/7/layout/RepeatingBendingProcessNew"/>
    <dgm:cxn modelId="{3FEC8DC7-2486-4D14-A7DA-3AFD919F5738}" type="presOf" srcId="{7DFE1898-55A1-482D-8C54-6A5AAE2154AE}" destId="{B75F757C-B229-45C1-B562-CAA1253D45BA}" srcOrd="0" destOrd="0" presId="urn:microsoft.com/office/officeart/2016/7/layout/RepeatingBendingProcessNew"/>
    <dgm:cxn modelId="{3FD1BEC7-4717-454F-B97B-8C5AE2A1C413}" srcId="{D359AA37-CDEA-4708-B034-D274638B8352}" destId="{1E003823-D340-4E25-8BD3-B7E76CCA685D}" srcOrd="6" destOrd="0" parTransId="{94077582-7684-4600-8361-C453D8F62FF5}" sibTransId="{CEEA6BE6-0818-49F3-8E87-516EF583F5DA}"/>
    <dgm:cxn modelId="{C0ADDACF-E6D4-4E8F-A8A4-2643BCBC0825}" type="presOf" srcId="{1673F72C-1759-4BAE-98D5-B737791E7C8C}" destId="{0A31DFA5-0CB8-4356-99D7-0AE7B2F8250A}" srcOrd="1" destOrd="0" presId="urn:microsoft.com/office/officeart/2016/7/layout/RepeatingBendingProcessNew"/>
    <dgm:cxn modelId="{944C17D2-2162-4AF3-A804-A565284FF626}" type="presOf" srcId="{36C96107-28AE-467A-8C20-CB8377291135}" destId="{F62A147E-3EB2-40AE-9FAC-D6313CD08D57}" srcOrd="0" destOrd="0" presId="urn:microsoft.com/office/officeart/2016/7/layout/RepeatingBendingProcessNew"/>
    <dgm:cxn modelId="{F05FFAD4-51FB-472A-9863-04558327986A}" type="presOf" srcId="{CEEA6BE6-0818-49F3-8E87-516EF583F5DA}" destId="{663A5984-6BE2-4DC8-B58A-574996466A0E}" srcOrd="0" destOrd="0" presId="urn:microsoft.com/office/officeart/2016/7/layout/RepeatingBendingProcessNew"/>
    <dgm:cxn modelId="{0B1EFED7-CA4B-4F2E-BF76-D921B47336B1}" srcId="{D359AA37-CDEA-4708-B034-D274638B8352}" destId="{F8CB637D-E58A-4D76-A1F1-8B2CC2F2E1E1}" srcOrd="12" destOrd="0" parTransId="{3390F33F-49A4-4E65-BF49-FC6F94E71557}" sibTransId="{839F1626-C1DF-467A-9D42-632B800F4711}"/>
    <dgm:cxn modelId="{4B17A5D9-5576-4598-94BC-70FFF1E781D4}" type="presOf" srcId="{4E25DC55-8235-4A66-ABCE-24679C378D58}" destId="{4920DC53-0C3E-4D6E-A24C-2D65BF82AECF}" srcOrd="0" destOrd="0" presId="urn:microsoft.com/office/officeart/2016/7/layout/RepeatingBendingProcessNew"/>
    <dgm:cxn modelId="{A39B0AF1-0A79-4509-B69E-0973FF240FC6}" type="presOf" srcId="{A21CF1AB-E5E5-4A33-A00D-B32C3C079E71}" destId="{C6D4A4E1-86BC-4AD8-B1F9-477A4DCE7C53}" srcOrd="0" destOrd="0" presId="urn:microsoft.com/office/officeart/2016/7/layout/RepeatingBendingProcessNew"/>
    <dgm:cxn modelId="{27384CF3-C556-415B-B20A-5F011B0237CD}" type="presOf" srcId="{54D07705-705B-42AB-818C-73422D9B55A0}" destId="{FB97A818-513E-4324-8329-468DB0BA292D}" srcOrd="1" destOrd="0" presId="urn:microsoft.com/office/officeart/2016/7/layout/RepeatingBendingProcessNew"/>
    <dgm:cxn modelId="{79E6EAF5-9553-4790-8B60-87E1BF9087A8}" type="presOf" srcId="{A9626E79-DC62-48BE-8F96-DB614033141D}" destId="{792B0C72-B8AA-4523-B34F-4809652A075C}" srcOrd="0" destOrd="0" presId="urn:microsoft.com/office/officeart/2016/7/layout/RepeatingBendingProcessNew"/>
    <dgm:cxn modelId="{C40678FD-8833-4F81-B1D2-B5A87B223C64}" type="presOf" srcId="{172A482A-80C6-4C1F-BF31-3A90B2754177}" destId="{E93AC10D-8A35-4985-89D6-7E4E4CF6F2E1}" srcOrd="0" destOrd="0" presId="urn:microsoft.com/office/officeart/2016/7/layout/RepeatingBendingProcessNew"/>
    <dgm:cxn modelId="{D1DD4BFE-3F22-49E8-83D1-C4E68ADE514F}" type="presOf" srcId="{2FFDF106-5CA6-4ACF-8F7C-7424F8055453}" destId="{01F8B459-2A0A-40DE-B79A-71C757CD8F2F}" srcOrd="0" destOrd="0" presId="urn:microsoft.com/office/officeart/2016/7/layout/RepeatingBendingProcessNew"/>
    <dgm:cxn modelId="{17AFAA11-0843-4420-B34C-EE93665D9866}" type="presParOf" srcId="{7559F432-B2DE-465E-B90D-1F0BB4B71770}" destId="{5DF5176D-894A-44E1-BA10-6D3774119EB4}" srcOrd="0" destOrd="0" presId="urn:microsoft.com/office/officeart/2016/7/layout/RepeatingBendingProcessNew"/>
    <dgm:cxn modelId="{ED00E0B0-CA40-4E6D-BF57-9DA6C2481716}" type="presParOf" srcId="{7559F432-B2DE-465E-B90D-1F0BB4B71770}" destId="{01F8B459-2A0A-40DE-B79A-71C757CD8F2F}" srcOrd="1" destOrd="0" presId="urn:microsoft.com/office/officeart/2016/7/layout/RepeatingBendingProcessNew"/>
    <dgm:cxn modelId="{FF772DA4-60F6-47CA-B025-CF178FBFF6E8}" type="presParOf" srcId="{01F8B459-2A0A-40DE-B79A-71C757CD8F2F}" destId="{4095A111-B533-4439-B56C-1FFF6A46DC4B}" srcOrd="0" destOrd="0" presId="urn:microsoft.com/office/officeart/2016/7/layout/RepeatingBendingProcessNew"/>
    <dgm:cxn modelId="{B92D8BAF-5884-422D-8D47-FA69EA08A73A}" type="presParOf" srcId="{7559F432-B2DE-465E-B90D-1F0BB4B71770}" destId="{4920DC53-0C3E-4D6E-A24C-2D65BF82AECF}" srcOrd="2" destOrd="0" presId="urn:microsoft.com/office/officeart/2016/7/layout/RepeatingBendingProcessNew"/>
    <dgm:cxn modelId="{2C295D24-514D-4811-B610-09AB00E40FD8}" type="presParOf" srcId="{7559F432-B2DE-465E-B90D-1F0BB4B71770}" destId="{3F243914-3D86-4EBD-8A84-19E937DE1BF1}" srcOrd="3" destOrd="0" presId="urn:microsoft.com/office/officeart/2016/7/layout/RepeatingBendingProcessNew"/>
    <dgm:cxn modelId="{27561156-84BF-4AA2-8F23-97125DF7EC43}" type="presParOf" srcId="{3F243914-3D86-4EBD-8A84-19E937DE1BF1}" destId="{287B7440-F4B9-4F74-9849-88F0FC9FF157}" srcOrd="0" destOrd="0" presId="urn:microsoft.com/office/officeart/2016/7/layout/RepeatingBendingProcessNew"/>
    <dgm:cxn modelId="{0641B27B-6B36-45B7-BFE3-110A12E1C0C4}" type="presParOf" srcId="{7559F432-B2DE-465E-B90D-1F0BB4B71770}" destId="{B75F757C-B229-45C1-B562-CAA1253D45BA}" srcOrd="4" destOrd="0" presId="urn:microsoft.com/office/officeart/2016/7/layout/RepeatingBendingProcessNew"/>
    <dgm:cxn modelId="{C7469980-72B5-43CE-9316-6AFC211F3E02}" type="presParOf" srcId="{7559F432-B2DE-465E-B90D-1F0BB4B71770}" destId="{E93AC10D-8A35-4985-89D6-7E4E4CF6F2E1}" srcOrd="5" destOrd="0" presId="urn:microsoft.com/office/officeart/2016/7/layout/RepeatingBendingProcessNew"/>
    <dgm:cxn modelId="{EC3D8F02-0010-4283-84FF-B53FB50C473D}" type="presParOf" srcId="{E93AC10D-8A35-4985-89D6-7E4E4CF6F2E1}" destId="{C20CFB61-2474-4448-9A75-FE4FCC6DF131}" srcOrd="0" destOrd="0" presId="urn:microsoft.com/office/officeart/2016/7/layout/RepeatingBendingProcessNew"/>
    <dgm:cxn modelId="{8CB45781-F40E-435F-9E01-8CD739EA7956}" type="presParOf" srcId="{7559F432-B2DE-465E-B90D-1F0BB4B71770}" destId="{C9B25A4B-BB96-460B-800E-1EB198387763}" srcOrd="6" destOrd="0" presId="urn:microsoft.com/office/officeart/2016/7/layout/RepeatingBendingProcessNew"/>
    <dgm:cxn modelId="{92B829DC-E8A1-4854-9CFD-27879CC1ADB0}" type="presParOf" srcId="{7559F432-B2DE-465E-B90D-1F0BB4B71770}" destId="{792B0C72-B8AA-4523-B34F-4809652A075C}" srcOrd="7" destOrd="0" presId="urn:microsoft.com/office/officeart/2016/7/layout/RepeatingBendingProcessNew"/>
    <dgm:cxn modelId="{22360F92-AAD4-43A2-89BC-08DF88331DB2}" type="presParOf" srcId="{792B0C72-B8AA-4523-B34F-4809652A075C}" destId="{1A623121-27DF-43BD-BA40-AE124771AAB3}" srcOrd="0" destOrd="0" presId="urn:microsoft.com/office/officeart/2016/7/layout/RepeatingBendingProcessNew"/>
    <dgm:cxn modelId="{8DA3BA13-61D3-4757-841B-CB32C66EE465}" type="presParOf" srcId="{7559F432-B2DE-465E-B90D-1F0BB4B71770}" destId="{208EDFF5-2F99-4A68-B8EB-9E81A63427D8}" srcOrd="8" destOrd="0" presId="urn:microsoft.com/office/officeart/2016/7/layout/RepeatingBendingProcessNew"/>
    <dgm:cxn modelId="{F3E020DF-D8AA-4DBA-901C-A4F34C7A2B00}" type="presParOf" srcId="{7559F432-B2DE-465E-B90D-1F0BB4B71770}" destId="{86EC332E-D245-49C1-B3F2-C32F16AF6DC3}" srcOrd="9" destOrd="0" presId="urn:microsoft.com/office/officeart/2016/7/layout/RepeatingBendingProcessNew"/>
    <dgm:cxn modelId="{952DD607-8B7B-48AF-92B7-139FDB2FB765}" type="presParOf" srcId="{86EC332E-D245-49C1-B3F2-C32F16AF6DC3}" destId="{696A5D86-3B36-46C3-BF16-A003203F03B3}" srcOrd="0" destOrd="0" presId="urn:microsoft.com/office/officeart/2016/7/layout/RepeatingBendingProcessNew"/>
    <dgm:cxn modelId="{F5BF8500-B275-4B47-8AB1-EFCCC82F52ED}" type="presParOf" srcId="{7559F432-B2DE-465E-B90D-1F0BB4B71770}" destId="{F62A147E-3EB2-40AE-9FAC-D6313CD08D57}" srcOrd="10" destOrd="0" presId="urn:microsoft.com/office/officeart/2016/7/layout/RepeatingBendingProcessNew"/>
    <dgm:cxn modelId="{5E664267-E7D7-4AD3-A46F-FA90643A0262}" type="presParOf" srcId="{7559F432-B2DE-465E-B90D-1F0BB4B71770}" destId="{C3A07203-3452-4D08-ACD1-2466925DBA9B}" srcOrd="11" destOrd="0" presId="urn:microsoft.com/office/officeart/2016/7/layout/RepeatingBendingProcessNew"/>
    <dgm:cxn modelId="{8C625C2E-465D-4A40-B68F-F768184596BF}" type="presParOf" srcId="{C3A07203-3452-4D08-ACD1-2466925DBA9B}" destId="{40439A16-FC6E-4A8B-9979-7031F95B1C91}" srcOrd="0" destOrd="0" presId="urn:microsoft.com/office/officeart/2016/7/layout/RepeatingBendingProcessNew"/>
    <dgm:cxn modelId="{97DF324D-D8F3-48FB-9535-FCF9C08A69B9}" type="presParOf" srcId="{7559F432-B2DE-465E-B90D-1F0BB4B71770}" destId="{7F98B539-509B-44A2-9361-5AC3A425A16A}" srcOrd="12" destOrd="0" presId="urn:microsoft.com/office/officeart/2016/7/layout/RepeatingBendingProcessNew"/>
    <dgm:cxn modelId="{8F662E2C-E880-4D00-AE41-C1315F078375}" type="presParOf" srcId="{7559F432-B2DE-465E-B90D-1F0BB4B71770}" destId="{663A5984-6BE2-4DC8-B58A-574996466A0E}" srcOrd="13" destOrd="0" presId="urn:microsoft.com/office/officeart/2016/7/layout/RepeatingBendingProcessNew"/>
    <dgm:cxn modelId="{AB24E048-CC9E-4EA9-B4E8-021CF76AB6EE}" type="presParOf" srcId="{663A5984-6BE2-4DC8-B58A-574996466A0E}" destId="{6CF7AE29-ECA4-431B-8A75-5E7D3916BC05}" srcOrd="0" destOrd="0" presId="urn:microsoft.com/office/officeart/2016/7/layout/RepeatingBendingProcessNew"/>
    <dgm:cxn modelId="{E9208EEE-2524-4D4E-AE4E-4646E5AAF83D}" type="presParOf" srcId="{7559F432-B2DE-465E-B90D-1F0BB4B71770}" destId="{DB332A6F-2226-4249-AD13-2315BED151A7}" srcOrd="14" destOrd="0" presId="urn:microsoft.com/office/officeart/2016/7/layout/RepeatingBendingProcessNew"/>
    <dgm:cxn modelId="{05966F4D-2C09-4A2A-8BEC-E94D70CE5C0E}" type="presParOf" srcId="{7559F432-B2DE-465E-B90D-1F0BB4B71770}" destId="{59FE1697-1611-4831-BCBA-1822077F2E52}" srcOrd="15" destOrd="0" presId="urn:microsoft.com/office/officeart/2016/7/layout/RepeatingBendingProcessNew"/>
    <dgm:cxn modelId="{D298079D-43A0-4E37-A30A-31F849FAF455}" type="presParOf" srcId="{59FE1697-1611-4831-BCBA-1822077F2E52}" destId="{FB97A818-513E-4324-8329-468DB0BA292D}" srcOrd="0" destOrd="0" presId="urn:microsoft.com/office/officeart/2016/7/layout/RepeatingBendingProcessNew"/>
    <dgm:cxn modelId="{193188FB-483A-498F-9FAE-CA4645AC7A52}" type="presParOf" srcId="{7559F432-B2DE-465E-B90D-1F0BB4B71770}" destId="{A68105D4-C66E-4287-8429-831305CD12E4}" srcOrd="16" destOrd="0" presId="urn:microsoft.com/office/officeart/2016/7/layout/RepeatingBendingProcessNew"/>
    <dgm:cxn modelId="{3E123488-CA74-499A-96FD-DB945D35ABA0}" type="presParOf" srcId="{7559F432-B2DE-465E-B90D-1F0BB4B71770}" destId="{446ECED8-117E-45F8-922A-834749C94777}" srcOrd="17" destOrd="0" presId="urn:microsoft.com/office/officeart/2016/7/layout/RepeatingBendingProcessNew"/>
    <dgm:cxn modelId="{9DEC3297-A124-4CAC-BF1E-6171D0C5F779}" type="presParOf" srcId="{446ECED8-117E-45F8-922A-834749C94777}" destId="{2FA72B64-287B-4971-8720-385F24C502CE}" srcOrd="0" destOrd="0" presId="urn:microsoft.com/office/officeart/2016/7/layout/RepeatingBendingProcessNew"/>
    <dgm:cxn modelId="{76B54581-B61C-49AA-886A-5D4F8DEA6AFE}" type="presParOf" srcId="{7559F432-B2DE-465E-B90D-1F0BB4B71770}" destId="{981DB1B7-DF76-4638-B4E0-F7721CE9E8BD}" srcOrd="18" destOrd="0" presId="urn:microsoft.com/office/officeart/2016/7/layout/RepeatingBendingProcessNew"/>
    <dgm:cxn modelId="{A5A25DD1-5ED1-4792-88C7-F7ED0A237BB4}" type="presParOf" srcId="{7559F432-B2DE-465E-B90D-1F0BB4B71770}" destId="{CE5712D6-ABD1-400C-926A-EADFEF88CFE9}" srcOrd="19" destOrd="0" presId="urn:microsoft.com/office/officeart/2016/7/layout/RepeatingBendingProcessNew"/>
    <dgm:cxn modelId="{78E0E6C8-0C5C-446F-A922-2D3A90B608B8}" type="presParOf" srcId="{CE5712D6-ABD1-400C-926A-EADFEF88CFE9}" destId="{0A31DFA5-0CB8-4356-99D7-0AE7B2F8250A}" srcOrd="0" destOrd="0" presId="urn:microsoft.com/office/officeart/2016/7/layout/RepeatingBendingProcessNew"/>
    <dgm:cxn modelId="{A64B02A3-67B4-426C-9CEE-55D8C5505593}" type="presParOf" srcId="{7559F432-B2DE-465E-B90D-1F0BB4B71770}" destId="{D4FEC567-C7A5-41CF-9A84-E344CC202962}" srcOrd="20" destOrd="0" presId="urn:microsoft.com/office/officeart/2016/7/layout/RepeatingBendingProcessNew"/>
    <dgm:cxn modelId="{D5B4E4D1-572E-40C3-8466-2859F7E61B8C}" type="presParOf" srcId="{7559F432-B2DE-465E-B90D-1F0BB4B71770}" destId="{8B0E2A3C-00D4-4451-B1E6-FDA9BEF653EB}" srcOrd="21" destOrd="0" presId="urn:microsoft.com/office/officeart/2016/7/layout/RepeatingBendingProcessNew"/>
    <dgm:cxn modelId="{FE4EF2BF-623F-43FB-AB38-A3708D7DDD37}" type="presParOf" srcId="{8B0E2A3C-00D4-4451-B1E6-FDA9BEF653EB}" destId="{B2886505-CFA5-46D3-AE4B-5A59A0BEB969}" srcOrd="0" destOrd="0" presId="urn:microsoft.com/office/officeart/2016/7/layout/RepeatingBendingProcessNew"/>
    <dgm:cxn modelId="{D192B124-A309-4FA8-89AB-DF4D0A8C33B2}" type="presParOf" srcId="{7559F432-B2DE-465E-B90D-1F0BB4B71770}" destId="{C6D4A4E1-86BC-4AD8-B1F9-477A4DCE7C53}" srcOrd="22" destOrd="0" presId="urn:microsoft.com/office/officeart/2016/7/layout/RepeatingBendingProcessNew"/>
    <dgm:cxn modelId="{4FEFADF5-21D4-4E19-BA48-9CF6E5167D89}" type="presParOf" srcId="{7559F432-B2DE-465E-B90D-1F0BB4B71770}" destId="{783138D4-2F44-4221-81CB-830BF6635477}" srcOrd="23" destOrd="0" presId="urn:microsoft.com/office/officeart/2016/7/layout/RepeatingBendingProcessNew"/>
    <dgm:cxn modelId="{DFBD71A0-FF38-4CC9-8F9E-80C2516679EF}" type="presParOf" srcId="{783138D4-2F44-4221-81CB-830BF6635477}" destId="{18983DDA-B521-4744-815F-6EEBB9903ED0}" srcOrd="0" destOrd="0" presId="urn:microsoft.com/office/officeart/2016/7/layout/RepeatingBendingProcessNew"/>
    <dgm:cxn modelId="{84620CDC-4B18-4B55-AAB2-7BC613060A1D}" type="presParOf" srcId="{7559F432-B2DE-465E-B90D-1F0BB4B71770}" destId="{039A9970-D8AD-44B8-9CB3-013C217293CB}" srcOrd="24"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DBF4ABF-3897-4BC3-AC60-60C376F64757}" type="doc">
      <dgm:prSet loTypeId="urn:microsoft.com/office/officeart/2005/8/layout/vList2" loCatId="list" qsTypeId="urn:microsoft.com/office/officeart/2005/8/quickstyle/simple2" qsCatId="simple" csTypeId="urn:microsoft.com/office/officeart/2005/8/colors/colorful5" csCatId="colorful"/>
      <dgm:spPr/>
      <dgm:t>
        <a:bodyPr/>
        <a:lstStyle/>
        <a:p>
          <a:endParaRPr lang="en-US"/>
        </a:p>
      </dgm:t>
    </dgm:pt>
    <dgm:pt modelId="{7A07148B-0AFA-407F-9FE2-4AC7EDECFA45}">
      <dgm:prSet/>
      <dgm:spPr/>
      <dgm:t>
        <a:bodyPr/>
        <a:lstStyle/>
        <a:p>
          <a:r>
            <a:rPr lang="en-US"/>
            <a:t>Gavriel Iddan was an electro-optical engineer at  Rafael Armament Development Authority, the  authority for development of weapons and military technology.</a:t>
          </a:r>
        </a:p>
      </dgm:t>
    </dgm:pt>
    <dgm:pt modelId="{76A1E2AB-259C-43FB-BE57-2DC2AD53E3EF}" type="parTrans" cxnId="{3F3B080D-5097-4AB7-B76F-7CDA8401C6A9}">
      <dgm:prSet/>
      <dgm:spPr/>
      <dgm:t>
        <a:bodyPr/>
        <a:lstStyle/>
        <a:p>
          <a:endParaRPr lang="en-US"/>
        </a:p>
      </dgm:t>
    </dgm:pt>
    <dgm:pt modelId="{13C4D29D-B3AA-4AEF-B5E4-2009DDEEFFB4}" type="sibTrans" cxnId="{3F3B080D-5097-4AB7-B76F-7CDA8401C6A9}">
      <dgm:prSet/>
      <dgm:spPr/>
      <dgm:t>
        <a:bodyPr/>
        <a:lstStyle/>
        <a:p>
          <a:endParaRPr lang="en-US"/>
        </a:p>
      </dgm:t>
    </dgm:pt>
    <dgm:pt modelId="{31F3A7D9-EC67-41D2-AB21-39221B66EB88}">
      <dgm:prSet/>
      <dgm:spPr/>
      <dgm:t>
        <a:bodyPr/>
        <a:lstStyle/>
        <a:p>
          <a:r>
            <a:rPr lang="en-US"/>
            <a:t>One of Iddan’s projects was to develop the “eye” of a guided missile, which leads the missile to its target. In 1981, Iddan traveled to Boston on sabbatical to work for a company that produced X-ray tubes and ultrasonic probes.</a:t>
          </a:r>
        </a:p>
      </dgm:t>
    </dgm:pt>
    <dgm:pt modelId="{71053734-F707-4FC9-AC12-39881EF3AE09}" type="parTrans" cxnId="{24AD30F5-6984-4D85-98E7-B86F64A91E9F}">
      <dgm:prSet/>
      <dgm:spPr/>
      <dgm:t>
        <a:bodyPr/>
        <a:lstStyle/>
        <a:p>
          <a:endParaRPr lang="en-US"/>
        </a:p>
      </dgm:t>
    </dgm:pt>
    <dgm:pt modelId="{77B3DE94-DE04-421A-A46D-0CF9DE23194F}" type="sibTrans" cxnId="{24AD30F5-6984-4D85-98E7-B86F64A91E9F}">
      <dgm:prSet/>
      <dgm:spPr/>
      <dgm:t>
        <a:bodyPr/>
        <a:lstStyle/>
        <a:p>
          <a:endParaRPr lang="en-US"/>
        </a:p>
      </dgm:t>
    </dgm:pt>
    <dgm:pt modelId="{3B95073F-177D-467B-AB48-7CAF174F41DA}">
      <dgm:prSet/>
      <dgm:spPr/>
      <dgm:t>
        <a:bodyPr/>
        <a:lstStyle/>
        <a:p>
          <a:r>
            <a:rPr lang="en-US"/>
            <a:t>While there, he befriended a gastroenterologist (a physician who focuses on digestive diseases) named Eitan Scapa.</a:t>
          </a:r>
        </a:p>
      </dgm:t>
    </dgm:pt>
    <dgm:pt modelId="{AAF5FB7D-0A1E-4C14-A97B-4FA2174C50FF}" type="parTrans" cxnId="{B1A3BA9C-F76A-4CD1-AFCE-C0193C171B2C}">
      <dgm:prSet/>
      <dgm:spPr/>
      <dgm:t>
        <a:bodyPr/>
        <a:lstStyle/>
        <a:p>
          <a:endParaRPr lang="en-US"/>
        </a:p>
      </dgm:t>
    </dgm:pt>
    <dgm:pt modelId="{059F687C-B116-43B1-A209-0F9B54653FD6}" type="sibTrans" cxnId="{B1A3BA9C-F76A-4CD1-AFCE-C0193C171B2C}">
      <dgm:prSet/>
      <dgm:spPr/>
      <dgm:t>
        <a:bodyPr/>
        <a:lstStyle/>
        <a:p>
          <a:endParaRPr lang="en-US"/>
        </a:p>
      </dgm:t>
    </dgm:pt>
    <dgm:pt modelId="{F2AC2FAF-E85B-45C7-A3C9-B2E69FF9C75B}">
      <dgm:prSet/>
      <dgm:spPr/>
      <dgm:t>
        <a:bodyPr/>
        <a:lstStyle/>
        <a:p>
          <a:r>
            <a:rPr lang="en-US"/>
            <a:t>During long conversations in which each would discuss his respective field, Scapa taught Iddan about the technologies used to view the interior lining of the digestive system.</a:t>
          </a:r>
        </a:p>
      </dgm:t>
    </dgm:pt>
    <dgm:pt modelId="{A5E898FB-CE81-4F75-BDE9-2682E1D72683}" type="parTrans" cxnId="{92C06640-AC89-4910-A3C6-A73AD7428086}">
      <dgm:prSet/>
      <dgm:spPr/>
      <dgm:t>
        <a:bodyPr/>
        <a:lstStyle/>
        <a:p>
          <a:endParaRPr lang="en-US"/>
        </a:p>
      </dgm:t>
    </dgm:pt>
    <dgm:pt modelId="{25CB8D19-D17A-4713-BEE5-17AE620EC134}" type="sibTrans" cxnId="{92C06640-AC89-4910-A3C6-A73AD7428086}">
      <dgm:prSet/>
      <dgm:spPr/>
      <dgm:t>
        <a:bodyPr/>
        <a:lstStyle/>
        <a:p>
          <a:endParaRPr lang="en-US"/>
        </a:p>
      </dgm:t>
    </dgm:pt>
    <dgm:pt modelId="{1A5AED0B-89E0-4A90-8341-81B8E5FDB8CB}" type="pres">
      <dgm:prSet presAssocID="{DDBF4ABF-3897-4BC3-AC60-60C376F64757}" presName="linear" presStyleCnt="0">
        <dgm:presLayoutVars>
          <dgm:animLvl val="lvl"/>
          <dgm:resizeHandles val="exact"/>
        </dgm:presLayoutVars>
      </dgm:prSet>
      <dgm:spPr/>
    </dgm:pt>
    <dgm:pt modelId="{4D35AE7A-DCBC-47D8-9846-5FB7159D41CF}" type="pres">
      <dgm:prSet presAssocID="{7A07148B-0AFA-407F-9FE2-4AC7EDECFA45}" presName="parentText" presStyleLbl="node1" presStyleIdx="0" presStyleCnt="4">
        <dgm:presLayoutVars>
          <dgm:chMax val="0"/>
          <dgm:bulletEnabled val="1"/>
        </dgm:presLayoutVars>
      </dgm:prSet>
      <dgm:spPr/>
    </dgm:pt>
    <dgm:pt modelId="{356DD6F6-3BF7-4F7A-97B6-0286E0060758}" type="pres">
      <dgm:prSet presAssocID="{13C4D29D-B3AA-4AEF-B5E4-2009DDEEFFB4}" presName="spacer" presStyleCnt="0"/>
      <dgm:spPr/>
    </dgm:pt>
    <dgm:pt modelId="{51A95CBB-A24B-410C-8709-1F76BD590964}" type="pres">
      <dgm:prSet presAssocID="{31F3A7D9-EC67-41D2-AB21-39221B66EB88}" presName="parentText" presStyleLbl="node1" presStyleIdx="1" presStyleCnt="4">
        <dgm:presLayoutVars>
          <dgm:chMax val="0"/>
          <dgm:bulletEnabled val="1"/>
        </dgm:presLayoutVars>
      </dgm:prSet>
      <dgm:spPr/>
    </dgm:pt>
    <dgm:pt modelId="{26E670F2-701E-46E3-ADB8-34897C64F7B2}" type="pres">
      <dgm:prSet presAssocID="{77B3DE94-DE04-421A-A46D-0CF9DE23194F}" presName="spacer" presStyleCnt="0"/>
      <dgm:spPr/>
    </dgm:pt>
    <dgm:pt modelId="{0EC0465E-403F-46BC-8688-9AB21FAA3C29}" type="pres">
      <dgm:prSet presAssocID="{3B95073F-177D-467B-AB48-7CAF174F41DA}" presName="parentText" presStyleLbl="node1" presStyleIdx="2" presStyleCnt="4">
        <dgm:presLayoutVars>
          <dgm:chMax val="0"/>
          <dgm:bulletEnabled val="1"/>
        </dgm:presLayoutVars>
      </dgm:prSet>
      <dgm:spPr/>
    </dgm:pt>
    <dgm:pt modelId="{1DA0C17D-B714-473A-96CF-1798000866CF}" type="pres">
      <dgm:prSet presAssocID="{059F687C-B116-43B1-A209-0F9B54653FD6}" presName="spacer" presStyleCnt="0"/>
      <dgm:spPr/>
    </dgm:pt>
    <dgm:pt modelId="{A4BA1B6C-E706-4369-AC54-4F37B1AD1A8A}" type="pres">
      <dgm:prSet presAssocID="{F2AC2FAF-E85B-45C7-A3C9-B2E69FF9C75B}" presName="parentText" presStyleLbl="node1" presStyleIdx="3" presStyleCnt="4">
        <dgm:presLayoutVars>
          <dgm:chMax val="0"/>
          <dgm:bulletEnabled val="1"/>
        </dgm:presLayoutVars>
      </dgm:prSet>
      <dgm:spPr/>
    </dgm:pt>
  </dgm:ptLst>
  <dgm:cxnLst>
    <dgm:cxn modelId="{3F3B080D-5097-4AB7-B76F-7CDA8401C6A9}" srcId="{DDBF4ABF-3897-4BC3-AC60-60C376F64757}" destId="{7A07148B-0AFA-407F-9FE2-4AC7EDECFA45}" srcOrd="0" destOrd="0" parTransId="{76A1E2AB-259C-43FB-BE57-2DC2AD53E3EF}" sibTransId="{13C4D29D-B3AA-4AEF-B5E4-2009DDEEFFB4}"/>
    <dgm:cxn modelId="{017D653E-DD43-46D8-8703-9A06C7455871}" type="presOf" srcId="{DDBF4ABF-3897-4BC3-AC60-60C376F64757}" destId="{1A5AED0B-89E0-4A90-8341-81B8E5FDB8CB}" srcOrd="0" destOrd="0" presId="urn:microsoft.com/office/officeart/2005/8/layout/vList2"/>
    <dgm:cxn modelId="{92C06640-AC89-4910-A3C6-A73AD7428086}" srcId="{DDBF4ABF-3897-4BC3-AC60-60C376F64757}" destId="{F2AC2FAF-E85B-45C7-A3C9-B2E69FF9C75B}" srcOrd="3" destOrd="0" parTransId="{A5E898FB-CE81-4F75-BDE9-2682E1D72683}" sibTransId="{25CB8D19-D17A-4713-BEE5-17AE620EC134}"/>
    <dgm:cxn modelId="{C770BE4B-38DC-416F-99C0-AE497ACBE9BD}" type="presOf" srcId="{31F3A7D9-EC67-41D2-AB21-39221B66EB88}" destId="{51A95CBB-A24B-410C-8709-1F76BD590964}" srcOrd="0" destOrd="0" presId="urn:microsoft.com/office/officeart/2005/8/layout/vList2"/>
    <dgm:cxn modelId="{B1A3BA9C-F76A-4CD1-AFCE-C0193C171B2C}" srcId="{DDBF4ABF-3897-4BC3-AC60-60C376F64757}" destId="{3B95073F-177D-467B-AB48-7CAF174F41DA}" srcOrd="2" destOrd="0" parTransId="{AAF5FB7D-0A1E-4C14-A97B-4FA2174C50FF}" sibTransId="{059F687C-B116-43B1-A209-0F9B54653FD6}"/>
    <dgm:cxn modelId="{AC62D3A7-C4C8-4317-ACDF-DA7D4F176116}" type="presOf" srcId="{F2AC2FAF-E85B-45C7-A3C9-B2E69FF9C75B}" destId="{A4BA1B6C-E706-4369-AC54-4F37B1AD1A8A}" srcOrd="0" destOrd="0" presId="urn:microsoft.com/office/officeart/2005/8/layout/vList2"/>
    <dgm:cxn modelId="{14200DBC-FF7D-4DD6-B122-AAA7F3D298C7}" type="presOf" srcId="{7A07148B-0AFA-407F-9FE2-4AC7EDECFA45}" destId="{4D35AE7A-DCBC-47D8-9846-5FB7159D41CF}" srcOrd="0" destOrd="0" presId="urn:microsoft.com/office/officeart/2005/8/layout/vList2"/>
    <dgm:cxn modelId="{BEFA88CE-22C9-4101-A21D-D25DDDE5D5B8}" type="presOf" srcId="{3B95073F-177D-467B-AB48-7CAF174F41DA}" destId="{0EC0465E-403F-46BC-8688-9AB21FAA3C29}" srcOrd="0" destOrd="0" presId="urn:microsoft.com/office/officeart/2005/8/layout/vList2"/>
    <dgm:cxn modelId="{24AD30F5-6984-4D85-98E7-B86F64A91E9F}" srcId="{DDBF4ABF-3897-4BC3-AC60-60C376F64757}" destId="{31F3A7D9-EC67-41D2-AB21-39221B66EB88}" srcOrd="1" destOrd="0" parTransId="{71053734-F707-4FC9-AC12-39881EF3AE09}" sibTransId="{77B3DE94-DE04-421A-A46D-0CF9DE23194F}"/>
    <dgm:cxn modelId="{24251322-90C4-4E13-8022-D1ECA3200516}" type="presParOf" srcId="{1A5AED0B-89E0-4A90-8341-81B8E5FDB8CB}" destId="{4D35AE7A-DCBC-47D8-9846-5FB7159D41CF}" srcOrd="0" destOrd="0" presId="urn:microsoft.com/office/officeart/2005/8/layout/vList2"/>
    <dgm:cxn modelId="{9CE91125-3F88-4BFE-A715-7C857635F2BF}" type="presParOf" srcId="{1A5AED0B-89E0-4A90-8341-81B8E5FDB8CB}" destId="{356DD6F6-3BF7-4F7A-97B6-0286E0060758}" srcOrd="1" destOrd="0" presId="urn:microsoft.com/office/officeart/2005/8/layout/vList2"/>
    <dgm:cxn modelId="{B810404C-38F5-419D-B723-B854F7BB43E1}" type="presParOf" srcId="{1A5AED0B-89E0-4A90-8341-81B8E5FDB8CB}" destId="{51A95CBB-A24B-410C-8709-1F76BD590964}" srcOrd="2" destOrd="0" presId="urn:microsoft.com/office/officeart/2005/8/layout/vList2"/>
    <dgm:cxn modelId="{7D5C802F-71A0-4FE4-B689-89BD00CFB3AE}" type="presParOf" srcId="{1A5AED0B-89E0-4A90-8341-81B8E5FDB8CB}" destId="{26E670F2-701E-46E3-ADB8-34897C64F7B2}" srcOrd="3" destOrd="0" presId="urn:microsoft.com/office/officeart/2005/8/layout/vList2"/>
    <dgm:cxn modelId="{33FD070C-C4A6-40E3-8DC7-32845A19F35B}" type="presParOf" srcId="{1A5AED0B-89E0-4A90-8341-81B8E5FDB8CB}" destId="{0EC0465E-403F-46BC-8688-9AB21FAA3C29}" srcOrd="4" destOrd="0" presId="urn:microsoft.com/office/officeart/2005/8/layout/vList2"/>
    <dgm:cxn modelId="{CB0369AD-8677-4F30-A30D-179E15DEE66F}" type="presParOf" srcId="{1A5AED0B-89E0-4A90-8341-81B8E5FDB8CB}" destId="{1DA0C17D-B714-473A-96CF-1798000866CF}" srcOrd="5" destOrd="0" presId="urn:microsoft.com/office/officeart/2005/8/layout/vList2"/>
    <dgm:cxn modelId="{5C1F68D6-9F5C-4797-AC70-B6A714ECB8BF}" type="presParOf" srcId="{1A5AED0B-89E0-4A90-8341-81B8E5FDB8CB}" destId="{A4BA1B6C-E706-4369-AC54-4F37B1AD1A8A}"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E15A8B6-E27A-4DA2-90F4-FB81A437CBA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1F908EA-394C-40CA-BC54-6057E158871F}">
      <dgm:prSet/>
      <dgm:spPr/>
      <dgm:t>
        <a:bodyPr/>
        <a:lstStyle/>
        <a:p>
          <a:r>
            <a:rPr lang="en-US"/>
            <a:t>Scapa pointed out that the existing technologies had a number of significant limitations, particularly with respect to viewing the small intestine.</a:t>
          </a:r>
        </a:p>
      </dgm:t>
    </dgm:pt>
    <dgm:pt modelId="{65810598-8009-4BEA-AD42-1F7BD7CBA654}" type="parTrans" cxnId="{657F1E09-B921-4006-862C-225F7D1AC913}">
      <dgm:prSet/>
      <dgm:spPr/>
      <dgm:t>
        <a:bodyPr/>
        <a:lstStyle/>
        <a:p>
          <a:endParaRPr lang="en-US"/>
        </a:p>
      </dgm:t>
    </dgm:pt>
    <dgm:pt modelId="{4772F9E7-1BD2-4FEC-AA1D-A4F320461E76}" type="sibTrans" cxnId="{657F1E09-B921-4006-862C-225F7D1AC913}">
      <dgm:prSet/>
      <dgm:spPr/>
      <dgm:t>
        <a:bodyPr/>
        <a:lstStyle/>
        <a:p>
          <a:endParaRPr lang="en-US"/>
        </a:p>
      </dgm:t>
    </dgm:pt>
    <dgm:pt modelId="{F85FA455-5332-4898-A643-61E20ECCBEB2}">
      <dgm:prSet/>
      <dgm:spPr/>
      <dgm:t>
        <a:bodyPr/>
        <a:lstStyle/>
        <a:p>
          <a:r>
            <a:rPr lang="en-US"/>
            <a:t>The small intestine is the locale of a number of serious disorders.</a:t>
          </a:r>
        </a:p>
      </dgm:t>
    </dgm:pt>
    <dgm:pt modelId="{21636A68-7A8F-4CF9-9102-E45B6CB84823}" type="parTrans" cxnId="{2DE74E44-4399-48BB-B803-7CB2EDBB577D}">
      <dgm:prSet/>
      <dgm:spPr/>
      <dgm:t>
        <a:bodyPr/>
        <a:lstStyle/>
        <a:p>
          <a:endParaRPr lang="en-US"/>
        </a:p>
      </dgm:t>
    </dgm:pt>
    <dgm:pt modelId="{9E2077CB-38C2-4C25-8647-481486334F9E}" type="sibTrans" cxnId="{2DE74E44-4399-48BB-B803-7CB2EDBB577D}">
      <dgm:prSet/>
      <dgm:spPr/>
      <dgm:t>
        <a:bodyPr/>
        <a:lstStyle/>
        <a:p>
          <a:endParaRPr lang="en-US"/>
        </a:p>
      </dgm:t>
    </dgm:pt>
    <dgm:pt modelId="{CB76E246-6E18-4809-A88B-E604C3D2328A}">
      <dgm:prSet/>
      <dgm:spPr/>
      <dgm:t>
        <a:bodyPr/>
        <a:lstStyle/>
        <a:p>
          <a:r>
            <a:rPr lang="en-US"/>
            <a:t>In the United States alone, approximately 19 million people suffer from disorders in the small intestine (including bleeding, Crohn’s disease, celiac disease, chronic diarrhea, irritable bowel syndrome, and small bowel cancer).</a:t>
          </a:r>
        </a:p>
      </dgm:t>
    </dgm:pt>
    <dgm:pt modelId="{8CFF221E-E13B-4729-8E7F-E521392C2BCC}" type="parTrans" cxnId="{1DB7427C-AB0C-4A99-AF6B-3FF626503355}">
      <dgm:prSet/>
      <dgm:spPr/>
      <dgm:t>
        <a:bodyPr/>
        <a:lstStyle/>
        <a:p>
          <a:endParaRPr lang="en-US"/>
        </a:p>
      </dgm:t>
    </dgm:pt>
    <dgm:pt modelId="{1D81ED45-6E0C-41F1-B22D-A5B98884B9FB}" type="sibTrans" cxnId="{1DB7427C-AB0C-4A99-AF6B-3FF626503355}">
      <dgm:prSet/>
      <dgm:spPr/>
      <dgm:t>
        <a:bodyPr/>
        <a:lstStyle/>
        <a:p>
          <a:endParaRPr lang="en-US"/>
        </a:p>
      </dgm:t>
    </dgm:pt>
    <dgm:pt modelId="{73706994-D6AE-4456-9F0B-E925466D94F5}">
      <dgm:prSet/>
      <dgm:spPr/>
      <dgm:t>
        <a:bodyPr/>
        <a:lstStyle/>
        <a:p>
          <a:r>
            <a:rPr lang="en-US"/>
            <a:t>Furthermore, the nature of the small intestine makes it a difficult place to diagnose and treat such disorders.</a:t>
          </a:r>
        </a:p>
      </dgm:t>
    </dgm:pt>
    <dgm:pt modelId="{CED2D551-8F8B-487D-A7DD-23A43EF5FC32}" type="parTrans" cxnId="{62B3068C-A286-4992-B86D-BE314A2E9703}">
      <dgm:prSet/>
      <dgm:spPr/>
      <dgm:t>
        <a:bodyPr/>
        <a:lstStyle/>
        <a:p>
          <a:endParaRPr lang="en-US"/>
        </a:p>
      </dgm:t>
    </dgm:pt>
    <dgm:pt modelId="{23E71B5F-BC1D-4FBB-924A-6D2D34EDB483}" type="sibTrans" cxnId="{62B3068C-A286-4992-B86D-BE314A2E9703}">
      <dgm:prSet/>
      <dgm:spPr/>
      <dgm:t>
        <a:bodyPr/>
        <a:lstStyle/>
        <a:p>
          <a:endParaRPr lang="en-US"/>
        </a:p>
      </dgm:t>
    </dgm:pt>
    <dgm:pt modelId="{E70F5255-C489-41A0-8268-5A52FD79658D}">
      <dgm:prSet/>
      <dgm:spPr/>
      <dgm:t>
        <a:bodyPr/>
        <a:lstStyle/>
        <a:p>
          <a:r>
            <a:rPr lang="en-US"/>
            <a:t>The small intestine (or “small bowel”) is about 5 to 6 meters long in a typical person and is full of twists and turns.</a:t>
          </a:r>
        </a:p>
      </dgm:t>
    </dgm:pt>
    <dgm:pt modelId="{5D4585B2-DE22-4F3E-B7DD-CDA90C7B692E}" type="parTrans" cxnId="{23E33715-F043-4CE5-9213-F9DE94D5A00C}">
      <dgm:prSet/>
      <dgm:spPr/>
      <dgm:t>
        <a:bodyPr/>
        <a:lstStyle/>
        <a:p>
          <a:endParaRPr lang="en-US"/>
        </a:p>
      </dgm:t>
    </dgm:pt>
    <dgm:pt modelId="{E7C92301-AD02-4DA5-89EF-89CABE1EC540}" type="sibTrans" cxnId="{23E33715-F043-4CE5-9213-F9DE94D5A00C}">
      <dgm:prSet/>
      <dgm:spPr/>
      <dgm:t>
        <a:bodyPr/>
        <a:lstStyle/>
        <a:p>
          <a:endParaRPr lang="en-US"/>
        </a:p>
      </dgm:t>
    </dgm:pt>
    <dgm:pt modelId="{27EACDAC-4C86-435B-8B33-814732DC8B46}" type="pres">
      <dgm:prSet presAssocID="{8E15A8B6-E27A-4DA2-90F4-FB81A437CBA9}" presName="linear" presStyleCnt="0">
        <dgm:presLayoutVars>
          <dgm:animLvl val="lvl"/>
          <dgm:resizeHandles val="exact"/>
        </dgm:presLayoutVars>
      </dgm:prSet>
      <dgm:spPr/>
    </dgm:pt>
    <dgm:pt modelId="{567D7423-0C97-44F5-AB57-0304A078BD6D}" type="pres">
      <dgm:prSet presAssocID="{41F908EA-394C-40CA-BC54-6057E158871F}" presName="parentText" presStyleLbl="node1" presStyleIdx="0" presStyleCnt="5">
        <dgm:presLayoutVars>
          <dgm:chMax val="0"/>
          <dgm:bulletEnabled val="1"/>
        </dgm:presLayoutVars>
      </dgm:prSet>
      <dgm:spPr/>
    </dgm:pt>
    <dgm:pt modelId="{AE67A08E-AE11-429C-AE58-525EE46FDA34}" type="pres">
      <dgm:prSet presAssocID="{4772F9E7-1BD2-4FEC-AA1D-A4F320461E76}" presName="spacer" presStyleCnt="0"/>
      <dgm:spPr/>
    </dgm:pt>
    <dgm:pt modelId="{75A8030F-3C97-4048-AF36-2B9E304186E3}" type="pres">
      <dgm:prSet presAssocID="{F85FA455-5332-4898-A643-61E20ECCBEB2}" presName="parentText" presStyleLbl="node1" presStyleIdx="1" presStyleCnt="5">
        <dgm:presLayoutVars>
          <dgm:chMax val="0"/>
          <dgm:bulletEnabled val="1"/>
        </dgm:presLayoutVars>
      </dgm:prSet>
      <dgm:spPr/>
    </dgm:pt>
    <dgm:pt modelId="{E130B482-938B-4865-A03A-4B10616DF216}" type="pres">
      <dgm:prSet presAssocID="{9E2077CB-38C2-4C25-8647-481486334F9E}" presName="spacer" presStyleCnt="0"/>
      <dgm:spPr/>
    </dgm:pt>
    <dgm:pt modelId="{5148135F-97BB-4F95-BCCE-B0ABF8146D37}" type="pres">
      <dgm:prSet presAssocID="{CB76E246-6E18-4809-A88B-E604C3D2328A}" presName="parentText" presStyleLbl="node1" presStyleIdx="2" presStyleCnt="5">
        <dgm:presLayoutVars>
          <dgm:chMax val="0"/>
          <dgm:bulletEnabled val="1"/>
        </dgm:presLayoutVars>
      </dgm:prSet>
      <dgm:spPr/>
    </dgm:pt>
    <dgm:pt modelId="{0EBE482E-8281-48F2-99F5-D870DE699574}" type="pres">
      <dgm:prSet presAssocID="{1D81ED45-6E0C-41F1-B22D-A5B98884B9FB}" presName="spacer" presStyleCnt="0"/>
      <dgm:spPr/>
    </dgm:pt>
    <dgm:pt modelId="{F8EC4A4F-C0F9-4F3D-BDFC-559F5BE7791D}" type="pres">
      <dgm:prSet presAssocID="{73706994-D6AE-4456-9F0B-E925466D94F5}" presName="parentText" presStyleLbl="node1" presStyleIdx="3" presStyleCnt="5">
        <dgm:presLayoutVars>
          <dgm:chMax val="0"/>
          <dgm:bulletEnabled val="1"/>
        </dgm:presLayoutVars>
      </dgm:prSet>
      <dgm:spPr/>
    </dgm:pt>
    <dgm:pt modelId="{44BAEF84-879A-4628-8D6C-26013B49D630}" type="pres">
      <dgm:prSet presAssocID="{23E71B5F-BC1D-4FBB-924A-6D2D34EDB483}" presName="spacer" presStyleCnt="0"/>
      <dgm:spPr/>
    </dgm:pt>
    <dgm:pt modelId="{854A6C95-3801-4650-92E7-DC24A5DF78FE}" type="pres">
      <dgm:prSet presAssocID="{E70F5255-C489-41A0-8268-5A52FD79658D}" presName="parentText" presStyleLbl="node1" presStyleIdx="4" presStyleCnt="5">
        <dgm:presLayoutVars>
          <dgm:chMax val="0"/>
          <dgm:bulletEnabled val="1"/>
        </dgm:presLayoutVars>
      </dgm:prSet>
      <dgm:spPr/>
    </dgm:pt>
  </dgm:ptLst>
  <dgm:cxnLst>
    <dgm:cxn modelId="{657F1E09-B921-4006-862C-225F7D1AC913}" srcId="{8E15A8B6-E27A-4DA2-90F4-FB81A437CBA9}" destId="{41F908EA-394C-40CA-BC54-6057E158871F}" srcOrd="0" destOrd="0" parTransId="{65810598-8009-4BEA-AD42-1F7BD7CBA654}" sibTransId="{4772F9E7-1BD2-4FEC-AA1D-A4F320461E76}"/>
    <dgm:cxn modelId="{605AE314-23C1-409B-ACFD-C4BD3EFAD077}" type="presOf" srcId="{CB76E246-6E18-4809-A88B-E604C3D2328A}" destId="{5148135F-97BB-4F95-BCCE-B0ABF8146D37}" srcOrd="0" destOrd="0" presId="urn:microsoft.com/office/officeart/2005/8/layout/vList2"/>
    <dgm:cxn modelId="{23E33715-F043-4CE5-9213-F9DE94D5A00C}" srcId="{8E15A8B6-E27A-4DA2-90F4-FB81A437CBA9}" destId="{E70F5255-C489-41A0-8268-5A52FD79658D}" srcOrd="4" destOrd="0" parTransId="{5D4585B2-DE22-4F3E-B7DD-CDA90C7B692E}" sibTransId="{E7C92301-AD02-4DA5-89EF-89CABE1EC540}"/>
    <dgm:cxn modelId="{8096BE17-107C-46B6-BA20-8929418184CE}" type="presOf" srcId="{8E15A8B6-E27A-4DA2-90F4-FB81A437CBA9}" destId="{27EACDAC-4C86-435B-8B33-814732DC8B46}" srcOrd="0" destOrd="0" presId="urn:microsoft.com/office/officeart/2005/8/layout/vList2"/>
    <dgm:cxn modelId="{EAC4311C-14D8-458E-83FB-B2D51FD60640}" type="presOf" srcId="{F85FA455-5332-4898-A643-61E20ECCBEB2}" destId="{75A8030F-3C97-4048-AF36-2B9E304186E3}" srcOrd="0" destOrd="0" presId="urn:microsoft.com/office/officeart/2005/8/layout/vList2"/>
    <dgm:cxn modelId="{2DE74E44-4399-48BB-B803-7CB2EDBB577D}" srcId="{8E15A8B6-E27A-4DA2-90F4-FB81A437CBA9}" destId="{F85FA455-5332-4898-A643-61E20ECCBEB2}" srcOrd="1" destOrd="0" parTransId="{21636A68-7A8F-4CF9-9102-E45B6CB84823}" sibTransId="{9E2077CB-38C2-4C25-8647-481486334F9E}"/>
    <dgm:cxn modelId="{1DB7427C-AB0C-4A99-AF6B-3FF626503355}" srcId="{8E15A8B6-E27A-4DA2-90F4-FB81A437CBA9}" destId="{CB76E246-6E18-4809-A88B-E604C3D2328A}" srcOrd="2" destOrd="0" parTransId="{8CFF221E-E13B-4729-8E7F-E521392C2BCC}" sibTransId="{1D81ED45-6E0C-41F1-B22D-A5B98884B9FB}"/>
    <dgm:cxn modelId="{62B3068C-A286-4992-B86D-BE314A2E9703}" srcId="{8E15A8B6-E27A-4DA2-90F4-FB81A437CBA9}" destId="{73706994-D6AE-4456-9F0B-E925466D94F5}" srcOrd="3" destOrd="0" parTransId="{CED2D551-8F8B-487D-A7DD-23A43EF5FC32}" sibTransId="{23E71B5F-BC1D-4FBB-924A-6D2D34EDB483}"/>
    <dgm:cxn modelId="{4BFE6793-B01D-404B-A2AA-4607ABB8CEA3}" type="presOf" srcId="{41F908EA-394C-40CA-BC54-6057E158871F}" destId="{567D7423-0C97-44F5-AB57-0304A078BD6D}" srcOrd="0" destOrd="0" presId="urn:microsoft.com/office/officeart/2005/8/layout/vList2"/>
    <dgm:cxn modelId="{717597E7-2D8C-4E5C-8CB1-BA0F39A7E34C}" type="presOf" srcId="{73706994-D6AE-4456-9F0B-E925466D94F5}" destId="{F8EC4A4F-C0F9-4F3D-BDFC-559F5BE7791D}" srcOrd="0" destOrd="0" presId="urn:microsoft.com/office/officeart/2005/8/layout/vList2"/>
    <dgm:cxn modelId="{72C1C1F1-9151-474A-BA83-AEA1EB49F77D}" type="presOf" srcId="{E70F5255-C489-41A0-8268-5A52FD79658D}" destId="{854A6C95-3801-4650-92E7-DC24A5DF78FE}" srcOrd="0" destOrd="0" presId="urn:microsoft.com/office/officeart/2005/8/layout/vList2"/>
    <dgm:cxn modelId="{9FFEE8F9-5A36-4FCD-BE33-F5C45A8A1B12}" type="presParOf" srcId="{27EACDAC-4C86-435B-8B33-814732DC8B46}" destId="{567D7423-0C97-44F5-AB57-0304A078BD6D}" srcOrd="0" destOrd="0" presId="urn:microsoft.com/office/officeart/2005/8/layout/vList2"/>
    <dgm:cxn modelId="{02D73815-505F-4226-9A8A-683E3A5AEB01}" type="presParOf" srcId="{27EACDAC-4C86-435B-8B33-814732DC8B46}" destId="{AE67A08E-AE11-429C-AE58-525EE46FDA34}" srcOrd="1" destOrd="0" presId="urn:microsoft.com/office/officeart/2005/8/layout/vList2"/>
    <dgm:cxn modelId="{3DA91817-779D-4396-98DF-0B5D00CBC24E}" type="presParOf" srcId="{27EACDAC-4C86-435B-8B33-814732DC8B46}" destId="{75A8030F-3C97-4048-AF36-2B9E304186E3}" srcOrd="2" destOrd="0" presId="urn:microsoft.com/office/officeart/2005/8/layout/vList2"/>
    <dgm:cxn modelId="{96C0B0A9-1C4D-467A-970D-5DF9268F1FEA}" type="presParOf" srcId="{27EACDAC-4C86-435B-8B33-814732DC8B46}" destId="{E130B482-938B-4865-A03A-4B10616DF216}" srcOrd="3" destOrd="0" presId="urn:microsoft.com/office/officeart/2005/8/layout/vList2"/>
    <dgm:cxn modelId="{BF3A2EF6-9A1E-4475-82AC-F891068B3234}" type="presParOf" srcId="{27EACDAC-4C86-435B-8B33-814732DC8B46}" destId="{5148135F-97BB-4F95-BCCE-B0ABF8146D37}" srcOrd="4" destOrd="0" presId="urn:microsoft.com/office/officeart/2005/8/layout/vList2"/>
    <dgm:cxn modelId="{77A93CFF-0143-4039-8139-5CDC00683055}" type="presParOf" srcId="{27EACDAC-4C86-435B-8B33-814732DC8B46}" destId="{0EBE482E-8281-48F2-99F5-D870DE699574}" srcOrd="5" destOrd="0" presId="urn:microsoft.com/office/officeart/2005/8/layout/vList2"/>
    <dgm:cxn modelId="{84804865-1A02-46D0-A252-140202930110}" type="presParOf" srcId="{27EACDAC-4C86-435B-8B33-814732DC8B46}" destId="{F8EC4A4F-C0F9-4F3D-BDFC-559F5BE7791D}" srcOrd="6" destOrd="0" presId="urn:microsoft.com/office/officeart/2005/8/layout/vList2"/>
    <dgm:cxn modelId="{14568EC3-E93B-4B8D-A157-7CB6FCF0475F}" type="presParOf" srcId="{27EACDAC-4C86-435B-8B33-814732DC8B46}" destId="{44BAEF84-879A-4628-8D6C-26013B49D630}" srcOrd="7" destOrd="0" presId="urn:microsoft.com/office/officeart/2005/8/layout/vList2"/>
    <dgm:cxn modelId="{05793ECF-6FA6-49BE-A417-FE774D30ED24}" type="presParOf" srcId="{27EACDAC-4C86-435B-8B33-814732DC8B46}" destId="{854A6C95-3801-4650-92E7-DC24A5DF78FE}"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AE79AA9-AE15-4D65-A3ED-2671023FBA96}"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EB33EF27-C593-48D4-AB5D-197C6977F67E}">
      <dgm:prSet/>
      <dgm:spPr/>
      <dgm:t>
        <a:bodyPr/>
        <a:lstStyle/>
        <a:p>
          <a:r>
            <a:rPr lang="en-US"/>
            <a:t>X-rays do not enable the physician to view the lining of the intestine, and endoscopes (small cameras attached to long, thin, flexible poles) can reach only the first third of the small intestine and can be quite uncomfortable for the patient.</a:t>
          </a:r>
        </a:p>
      </dgm:t>
    </dgm:pt>
    <dgm:pt modelId="{930645C8-A5CA-454A-9F4E-F93595DC4B16}" type="parTrans" cxnId="{9CCC4EFC-A638-42C7-BC9F-C18ECC048452}">
      <dgm:prSet/>
      <dgm:spPr/>
      <dgm:t>
        <a:bodyPr/>
        <a:lstStyle/>
        <a:p>
          <a:endParaRPr lang="en-US"/>
        </a:p>
      </dgm:t>
    </dgm:pt>
    <dgm:pt modelId="{C47B5AC2-B279-4EE0-9DA2-A2DDD53C6850}" type="sibTrans" cxnId="{9CCC4EFC-A638-42C7-BC9F-C18ECC048452}">
      <dgm:prSet/>
      <dgm:spPr/>
      <dgm:t>
        <a:bodyPr/>
        <a:lstStyle/>
        <a:p>
          <a:endParaRPr lang="en-US"/>
        </a:p>
      </dgm:t>
    </dgm:pt>
    <dgm:pt modelId="{571E2116-9BE8-4548-8250-3B60D21C52E7}">
      <dgm:prSet/>
      <dgm:spPr/>
      <dgm:t>
        <a:bodyPr/>
        <a:lstStyle/>
        <a:p>
          <a:r>
            <a:rPr lang="en-US"/>
            <a:t>The remaining option, surgery, is very invasive and can be impractical if the physician does not know which part of the small intestine is affected.</a:t>
          </a:r>
        </a:p>
      </dgm:t>
    </dgm:pt>
    <dgm:pt modelId="{A795016B-37E3-4A57-9B07-BAB18A02E51A}" type="parTrans" cxnId="{0A84E84C-1243-4F7A-9FB5-17262E7D6E6A}">
      <dgm:prSet/>
      <dgm:spPr/>
      <dgm:t>
        <a:bodyPr/>
        <a:lstStyle/>
        <a:p>
          <a:endParaRPr lang="en-US"/>
        </a:p>
      </dgm:t>
    </dgm:pt>
    <dgm:pt modelId="{87ECA7C7-B1DD-4348-8C1D-D63E2F00738D}" type="sibTrans" cxnId="{0A84E84C-1243-4F7A-9FB5-17262E7D6E6A}">
      <dgm:prSet/>
      <dgm:spPr/>
      <dgm:t>
        <a:bodyPr/>
        <a:lstStyle/>
        <a:p>
          <a:endParaRPr lang="en-US"/>
        </a:p>
      </dgm:t>
    </dgm:pt>
    <dgm:pt modelId="{6980AE3E-953D-4E26-99EA-B81F1F870AA1}">
      <dgm:prSet/>
      <dgm:spPr/>
      <dgm:t>
        <a:bodyPr/>
        <a:lstStyle/>
        <a:p>
          <a:r>
            <a:rPr lang="en-US"/>
            <a:t>Scapa thus urged Iddan to try to come up with a better way to view the small intestine, but at that time Iddan had no idea how to do it.</a:t>
          </a:r>
        </a:p>
      </dgm:t>
    </dgm:pt>
    <dgm:pt modelId="{C77ECF2D-C310-4FD9-A62F-36B2FFECB495}" type="parTrans" cxnId="{F8D68947-0DF3-4E90-8C15-6E6D96043B26}">
      <dgm:prSet/>
      <dgm:spPr/>
      <dgm:t>
        <a:bodyPr/>
        <a:lstStyle/>
        <a:p>
          <a:endParaRPr lang="en-US"/>
        </a:p>
      </dgm:t>
    </dgm:pt>
    <dgm:pt modelId="{E111465E-A5D6-49DC-AA9C-31B3B6D303E6}" type="sibTrans" cxnId="{F8D68947-0DF3-4E90-8C15-6E6D96043B26}">
      <dgm:prSet/>
      <dgm:spPr/>
      <dgm:t>
        <a:bodyPr/>
        <a:lstStyle/>
        <a:p>
          <a:endParaRPr lang="en-US"/>
        </a:p>
      </dgm:t>
    </dgm:pt>
    <dgm:pt modelId="{2083C9D5-7878-4F48-962E-26FC18420EEA}">
      <dgm:prSet/>
      <dgm:spPr/>
      <dgm:t>
        <a:bodyPr/>
        <a:lstStyle/>
        <a:p>
          <a:r>
            <a:rPr lang="en-US"/>
            <a:t>Ten years later, Iddan visited the United States again, and his old friend Scapa again inquired whether there was a technological solution that would provide a better solution for viewing the small intestine.</a:t>
          </a:r>
        </a:p>
      </dgm:t>
    </dgm:pt>
    <dgm:pt modelId="{6429E58C-F58D-4D1C-85CF-B05D32A0BD1F}" type="parTrans" cxnId="{6463967E-675C-49C2-982E-DC81049E8F7D}">
      <dgm:prSet/>
      <dgm:spPr/>
      <dgm:t>
        <a:bodyPr/>
        <a:lstStyle/>
        <a:p>
          <a:endParaRPr lang="en-US"/>
        </a:p>
      </dgm:t>
    </dgm:pt>
    <dgm:pt modelId="{999FBE93-C561-4535-B7D0-D56F979C9D24}" type="sibTrans" cxnId="{6463967E-675C-49C2-982E-DC81049E8F7D}">
      <dgm:prSet/>
      <dgm:spPr/>
      <dgm:t>
        <a:bodyPr/>
        <a:lstStyle/>
        <a:p>
          <a:endParaRPr lang="en-US"/>
        </a:p>
      </dgm:t>
    </dgm:pt>
    <dgm:pt modelId="{17515592-533A-4604-A733-3B7480098F59}" type="pres">
      <dgm:prSet presAssocID="{CAE79AA9-AE15-4D65-A3ED-2671023FBA96}" presName="Name0" presStyleCnt="0">
        <dgm:presLayoutVars>
          <dgm:dir/>
          <dgm:animLvl val="lvl"/>
          <dgm:resizeHandles val="exact"/>
        </dgm:presLayoutVars>
      </dgm:prSet>
      <dgm:spPr/>
    </dgm:pt>
    <dgm:pt modelId="{E38C1F60-7F1D-4E43-85EF-59B40FBE7099}" type="pres">
      <dgm:prSet presAssocID="{2083C9D5-7878-4F48-962E-26FC18420EEA}" presName="boxAndChildren" presStyleCnt="0"/>
      <dgm:spPr/>
    </dgm:pt>
    <dgm:pt modelId="{DAD10331-B217-45F7-8229-ED0FBEEEBC34}" type="pres">
      <dgm:prSet presAssocID="{2083C9D5-7878-4F48-962E-26FC18420EEA}" presName="parentTextBox" presStyleLbl="node1" presStyleIdx="0" presStyleCnt="4"/>
      <dgm:spPr/>
    </dgm:pt>
    <dgm:pt modelId="{5C966159-CD12-453E-8215-BFE324149286}" type="pres">
      <dgm:prSet presAssocID="{E111465E-A5D6-49DC-AA9C-31B3B6D303E6}" presName="sp" presStyleCnt="0"/>
      <dgm:spPr/>
    </dgm:pt>
    <dgm:pt modelId="{CA244684-F535-4B3C-937E-46D6FC53324D}" type="pres">
      <dgm:prSet presAssocID="{6980AE3E-953D-4E26-99EA-B81F1F870AA1}" presName="arrowAndChildren" presStyleCnt="0"/>
      <dgm:spPr/>
    </dgm:pt>
    <dgm:pt modelId="{53D9B4F3-3E67-4959-A8DD-38A406269B4F}" type="pres">
      <dgm:prSet presAssocID="{6980AE3E-953D-4E26-99EA-B81F1F870AA1}" presName="parentTextArrow" presStyleLbl="node1" presStyleIdx="1" presStyleCnt="4"/>
      <dgm:spPr/>
    </dgm:pt>
    <dgm:pt modelId="{D168B615-6E32-4929-B88C-70C31A1E05B5}" type="pres">
      <dgm:prSet presAssocID="{87ECA7C7-B1DD-4348-8C1D-D63E2F00738D}" presName="sp" presStyleCnt="0"/>
      <dgm:spPr/>
    </dgm:pt>
    <dgm:pt modelId="{BDF678DF-59B6-47F3-BC91-473F9E277155}" type="pres">
      <dgm:prSet presAssocID="{571E2116-9BE8-4548-8250-3B60D21C52E7}" presName="arrowAndChildren" presStyleCnt="0"/>
      <dgm:spPr/>
    </dgm:pt>
    <dgm:pt modelId="{2B083BC1-9A19-4F74-AD07-8D0F843E328A}" type="pres">
      <dgm:prSet presAssocID="{571E2116-9BE8-4548-8250-3B60D21C52E7}" presName="parentTextArrow" presStyleLbl="node1" presStyleIdx="2" presStyleCnt="4"/>
      <dgm:spPr/>
    </dgm:pt>
    <dgm:pt modelId="{3582C01A-EE93-432F-B744-8B92B9E4812C}" type="pres">
      <dgm:prSet presAssocID="{C47B5AC2-B279-4EE0-9DA2-A2DDD53C6850}" presName="sp" presStyleCnt="0"/>
      <dgm:spPr/>
    </dgm:pt>
    <dgm:pt modelId="{796E9EDC-BAFA-4FAD-B292-7685CA3A0428}" type="pres">
      <dgm:prSet presAssocID="{EB33EF27-C593-48D4-AB5D-197C6977F67E}" presName="arrowAndChildren" presStyleCnt="0"/>
      <dgm:spPr/>
    </dgm:pt>
    <dgm:pt modelId="{7E1E12D0-58E4-48CF-B86D-BF36D3EFA7C2}" type="pres">
      <dgm:prSet presAssocID="{EB33EF27-C593-48D4-AB5D-197C6977F67E}" presName="parentTextArrow" presStyleLbl="node1" presStyleIdx="3" presStyleCnt="4"/>
      <dgm:spPr/>
    </dgm:pt>
  </dgm:ptLst>
  <dgm:cxnLst>
    <dgm:cxn modelId="{6DB03519-FFC4-4120-8A1D-90F50D8E55D3}" type="presOf" srcId="{2083C9D5-7878-4F48-962E-26FC18420EEA}" destId="{DAD10331-B217-45F7-8229-ED0FBEEEBC34}" srcOrd="0" destOrd="0" presId="urn:microsoft.com/office/officeart/2005/8/layout/process4"/>
    <dgm:cxn modelId="{16506E19-A3D1-4302-AC17-0F1C18552B3B}" type="presOf" srcId="{6980AE3E-953D-4E26-99EA-B81F1F870AA1}" destId="{53D9B4F3-3E67-4959-A8DD-38A406269B4F}" srcOrd="0" destOrd="0" presId="urn:microsoft.com/office/officeart/2005/8/layout/process4"/>
    <dgm:cxn modelId="{7AC84038-F2C8-433C-8799-65BBBAA4BC2F}" type="presOf" srcId="{CAE79AA9-AE15-4D65-A3ED-2671023FBA96}" destId="{17515592-533A-4604-A733-3B7480098F59}" srcOrd="0" destOrd="0" presId="urn:microsoft.com/office/officeart/2005/8/layout/process4"/>
    <dgm:cxn modelId="{60097F65-B2E3-4BEA-A95F-CABE8E37279A}" type="presOf" srcId="{EB33EF27-C593-48D4-AB5D-197C6977F67E}" destId="{7E1E12D0-58E4-48CF-B86D-BF36D3EFA7C2}" srcOrd="0" destOrd="0" presId="urn:microsoft.com/office/officeart/2005/8/layout/process4"/>
    <dgm:cxn modelId="{F8D68947-0DF3-4E90-8C15-6E6D96043B26}" srcId="{CAE79AA9-AE15-4D65-A3ED-2671023FBA96}" destId="{6980AE3E-953D-4E26-99EA-B81F1F870AA1}" srcOrd="2" destOrd="0" parTransId="{C77ECF2D-C310-4FD9-A62F-36B2FFECB495}" sibTransId="{E111465E-A5D6-49DC-AA9C-31B3B6D303E6}"/>
    <dgm:cxn modelId="{0A84E84C-1243-4F7A-9FB5-17262E7D6E6A}" srcId="{CAE79AA9-AE15-4D65-A3ED-2671023FBA96}" destId="{571E2116-9BE8-4548-8250-3B60D21C52E7}" srcOrd="1" destOrd="0" parTransId="{A795016B-37E3-4A57-9B07-BAB18A02E51A}" sibTransId="{87ECA7C7-B1DD-4348-8C1D-D63E2F00738D}"/>
    <dgm:cxn modelId="{11236177-72FA-4923-BB0D-34806BC4A36A}" type="presOf" srcId="{571E2116-9BE8-4548-8250-3B60D21C52E7}" destId="{2B083BC1-9A19-4F74-AD07-8D0F843E328A}" srcOrd="0" destOrd="0" presId="urn:microsoft.com/office/officeart/2005/8/layout/process4"/>
    <dgm:cxn modelId="{6463967E-675C-49C2-982E-DC81049E8F7D}" srcId="{CAE79AA9-AE15-4D65-A3ED-2671023FBA96}" destId="{2083C9D5-7878-4F48-962E-26FC18420EEA}" srcOrd="3" destOrd="0" parTransId="{6429E58C-F58D-4D1C-85CF-B05D32A0BD1F}" sibTransId="{999FBE93-C561-4535-B7D0-D56F979C9D24}"/>
    <dgm:cxn modelId="{9CCC4EFC-A638-42C7-BC9F-C18ECC048452}" srcId="{CAE79AA9-AE15-4D65-A3ED-2671023FBA96}" destId="{EB33EF27-C593-48D4-AB5D-197C6977F67E}" srcOrd="0" destOrd="0" parTransId="{930645C8-A5CA-454A-9F4E-F93595DC4B16}" sibTransId="{C47B5AC2-B279-4EE0-9DA2-A2DDD53C6850}"/>
    <dgm:cxn modelId="{22686546-7AE2-4D0B-80ED-759D856363DD}" type="presParOf" srcId="{17515592-533A-4604-A733-3B7480098F59}" destId="{E38C1F60-7F1D-4E43-85EF-59B40FBE7099}" srcOrd="0" destOrd="0" presId="urn:microsoft.com/office/officeart/2005/8/layout/process4"/>
    <dgm:cxn modelId="{602C2C58-E43F-48F2-8963-7F04F0F4292C}" type="presParOf" srcId="{E38C1F60-7F1D-4E43-85EF-59B40FBE7099}" destId="{DAD10331-B217-45F7-8229-ED0FBEEEBC34}" srcOrd="0" destOrd="0" presId="urn:microsoft.com/office/officeart/2005/8/layout/process4"/>
    <dgm:cxn modelId="{279E7C4D-AC9B-42E7-92B2-56E7CB4E9EDB}" type="presParOf" srcId="{17515592-533A-4604-A733-3B7480098F59}" destId="{5C966159-CD12-453E-8215-BFE324149286}" srcOrd="1" destOrd="0" presId="urn:microsoft.com/office/officeart/2005/8/layout/process4"/>
    <dgm:cxn modelId="{DC72651F-DFAC-4BBE-B1CC-1815FF639FEF}" type="presParOf" srcId="{17515592-533A-4604-A733-3B7480098F59}" destId="{CA244684-F535-4B3C-937E-46D6FC53324D}" srcOrd="2" destOrd="0" presId="urn:microsoft.com/office/officeart/2005/8/layout/process4"/>
    <dgm:cxn modelId="{1CA18FB2-B455-4CCD-B2FA-3A308C2B533C}" type="presParOf" srcId="{CA244684-F535-4B3C-937E-46D6FC53324D}" destId="{53D9B4F3-3E67-4959-A8DD-38A406269B4F}" srcOrd="0" destOrd="0" presId="urn:microsoft.com/office/officeart/2005/8/layout/process4"/>
    <dgm:cxn modelId="{794E60FA-1C2E-4AE7-8766-0BD9CF7213B7}" type="presParOf" srcId="{17515592-533A-4604-A733-3B7480098F59}" destId="{D168B615-6E32-4929-B88C-70C31A1E05B5}" srcOrd="3" destOrd="0" presId="urn:microsoft.com/office/officeart/2005/8/layout/process4"/>
    <dgm:cxn modelId="{E2600ABA-0516-4643-A8C3-58EC79CB57B0}" type="presParOf" srcId="{17515592-533A-4604-A733-3B7480098F59}" destId="{BDF678DF-59B6-47F3-BC91-473F9E277155}" srcOrd="4" destOrd="0" presId="urn:microsoft.com/office/officeart/2005/8/layout/process4"/>
    <dgm:cxn modelId="{B8321343-1867-4BEA-8B64-0A25081C1817}" type="presParOf" srcId="{BDF678DF-59B6-47F3-BC91-473F9E277155}" destId="{2B083BC1-9A19-4F74-AD07-8D0F843E328A}" srcOrd="0" destOrd="0" presId="urn:microsoft.com/office/officeart/2005/8/layout/process4"/>
    <dgm:cxn modelId="{F98499CC-C1B6-4D0D-9526-9CDDC8655CC4}" type="presParOf" srcId="{17515592-533A-4604-A733-3B7480098F59}" destId="{3582C01A-EE93-432F-B744-8B92B9E4812C}" srcOrd="5" destOrd="0" presId="urn:microsoft.com/office/officeart/2005/8/layout/process4"/>
    <dgm:cxn modelId="{1F2E5667-346C-49BB-90DF-96057BD1FA41}" type="presParOf" srcId="{17515592-533A-4604-A733-3B7480098F59}" destId="{796E9EDC-BAFA-4FAD-B292-7685CA3A0428}" srcOrd="6" destOrd="0" presId="urn:microsoft.com/office/officeart/2005/8/layout/process4"/>
    <dgm:cxn modelId="{B855B593-C6E5-4341-AE4B-F30ACA524E33}" type="presParOf" srcId="{796E9EDC-BAFA-4FAD-B292-7685CA3A0428}" destId="{7E1E12D0-58E4-48CF-B86D-BF36D3EFA7C2}"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F3BC10C-8760-4801-AA6B-81954EBDD2D7}"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F4F17EC0-07F3-4C0E-BBC8-BFEEE6D3D824}">
      <dgm:prSet/>
      <dgm:spPr/>
      <dgm:t>
        <a:bodyPr/>
        <a:lstStyle/>
        <a:p>
          <a:r>
            <a:rPr lang="en-US"/>
            <a:t>By this time, very small image sensors— charge-coupled devices (CCDs)—had been developed in the quest to build small video cameras.</a:t>
          </a:r>
        </a:p>
      </dgm:t>
    </dgm:pt>
    <dgm:pt modelId="{B73B71F5-67B5-4444-A7EF-BC8FC86238EE}" type="parTrans" cxnId="{E742B7D1-36B3-415B-B4AA-57206F152C5F}">
      <dgm:prSet/>
      <dgm:spPr/>
      <dgm:t>
        <a:bodyPr/>
        <a:lstStyle/>
        <a:p>
          <a:endParaRPr lang="en-US"/>
        </a:p>
      </dgm:t>
    </dgm:pt>
    <dgm:pt modelId="{9C7E385C-BB85-425B-A630-F167749FB956}" type="sibTrans" cxnId="{E742B7D1-36B3-415B-B4AA-57206F152C5F}">
      <dgm:prSet/>
      <dgm:spPr/>
      <dgm:t>
        <a:bodyPr/>
        <a:lstStyle/>
        <a:p>
          <a:endParaRPr lang="en-US"/>
        </a:p>
      </dgm:t>
    </dgm:pt>
    <dgm:pt modelId="{C59BDD59-7825-4BFF-BBC1-2150D00DDD12}">
      <dgm:prSet/>
      <dgm:spPr/>
      <dgm:t>
        <a:bodyPr/>
        <a:lstStyle/>
        <a:p>
          <a:r>
            <a:rPr lang="en-US"/>
            <a:t>Iddan wondered if perhaps it would be possible to create a very small missile-like device that could travel through the intestine without a lifeline leading to the outside of the body.</a:t>
          </a:r>
        </a:p>
      </dgm:t>
    </dgm:pt>
    <dgm:pt modelId="{A4A8A329-A404-4A8E-BA43-CB3117323BE9}" type="parTrans" cxnId="{33C2D0D8-5E7B-46D4-AE26-CDCE2ED1D825}">
      <dgm:prSet/>
      <dgm:spPr/>
      <dgm:t>
        <a:bodyPr/>
        <a:lstStyle/>
        <a:p>
          <a:endParaRPr lang="en-US"/>
        </a:p>
      </dgm:t>
    </dgm:pt>
    <dgm:pt modelId="{68EFE6F3-1927-474F-9A5C-C1769FAF898E}" type="sibTrans" cxnId="{33C2D0D8-5E7B-46D4-AE26-CDCE2ED1D825}">
      <dgm:prSet/>
      <dgm:spPr/>
      <dgm:t>
        <a:bodyPr/>
        <a:lstStyle/>
        <a:p>
          <a:endParaRPr lang="en-US"/>
        </a:p>
      </dgm:t>
    </dgm:pt>
    <dgm:pt modelId="{4E419582-6626-49D1-B011-D14FE7C19CDA}">
      <dgm:prSet/>
      <dgm:spPr/>
      <dgm:t>
        <a:bodyPr/>
        <a:lstStyle/>
        <a:p>
          <a:r>
            <a:rPr lang="en-US"/>
            <a:t>Like the missiles Iddan developed at Rafael, this device would have a camera “eye.”</a:t>
          </a:r>
        </a:p>
      </dgm:t>
    </dgm:pt>
    <dgm:pt modelId="{B04C9F33-FCF1-4C51-8BFC-3C47491F15C5}" type="parTrans" cxnId="{22AA60C2-F1AB-4970-86A8-8AB47B70EAF7}">
      <dgm:prSet/>
      <dgm:spPr/>
      <dgm:t>
        <a:bodyPr/>
        <a:lstStyle/>
        <a:p>
          <a:endParaRPr lang="en-US"/>
        </a:p>
      </dgm:t>
    </dgm:pt>
    <dgm:pt modelId="{BFD8C92E-689C-46F9-AFB4-A3E5FEFFFFC4}" type="sibTrans" cxnId="{22AA60C2-F1AB-4970-86A8-8AB47B70EAF7}">
      <dgm:prSet/>
      <dgm:spPr/>
      <dgm:t>
        <a:bodyPr/>
        <a:lstStyle/>
        <a:p>
          <a:endParaRPr lang="en-US"/>
        </a:p>
      </dgm:t>
    </dgm:pt>
    <dgm:pt modelId="{6188FBDC-E9A2-46DC-94E4-B5BC01F0EC3D}">
      <dgm:prSet/>
      <dgm:spPr/>
      <dgm:t>
        <a:bodyPr/>
        <a:lstStyle/>
        <a:p>
          <a:r>
            <a:rPr lang="en-US"/>
            <a:t>If the device were designed well, the body’s natural peristaltic action would propel the camera through the length of the intestine.</a:t>
          </a:r>
        </a:p>
      </dgm:t>
    </dgm:pt>
    <dgm:pt modelId="{66D056EF-1276-435F-B544-731246539DD2}" type="parTrans" cxnId="{85CD7E5E-C523-4CD3-BBFD-8B26C740FA6C}">
      <dgm:prSet/>
      <dgm:spPr/>
      <dgm:t>
        <a:bodyPr/>
        <a:lstStyle/>
        <a:p>
          <a:endParaRPr lang="en-US"/>
        </a:p>
      </dgm:t>
    </dgm:pt>
    <dgm:pt modelId="{0B40089A-62CE-432D-A2A7-3E2AD37821E0}" type="sibTrans" cxnId="{85CD7E5E-C523-4CD3-BBFD-8B26C740FA6C}">
      <dgm:prSet/>
      <dgm:spPr/>
      <dgm:t>
        <a:bodyPr/>
        <a:lstStyle/>
        <a:p>
          <a:endParaRPr lang="en-US"/>
        </a:p>
      </dgm:t>
    </dgm:pt>
    <dgm:pt modelId="{A6AF3AA0-63F9-40FC-8FA6-347161F2C840}" type="pres">
      <dgm:prSet presAssocID="{DF3BC10C-8760-4801-AA6B-81954EBDD2D7}" presName="root" presStyleCnt="0">
        <dgm:presLayoutVars>
          <dgm:dir/>
          <dgm:resizeHandles val="exact"/>
        </dgm:presLayoutVars>
      </dgm:prSet>
      <dgm:spPr/>
    </dgm:pt>
    <dgm:pt modelId="{0236B79C-44C7-475E-85CB-465F53FC0B53}" type="pres">
      <dgm:prSet presAssocID="{F4F17EC0-07F3-4C0E-BBC8-BFEEE6D3D824}" presName="compNode" presStyleCnt="0"/>
      <dgm:spPr/>
    </dgm:pt>
    <dgm:pt modelId="{7614EC1B-0889-4A25-A348-2FF29A987695}" type="pres">
      <dgm:prSet presAssocID="{F4F17EC0-07F3-4C0E-BBC8-BFEEE6D3D824}" presName="bgRect" presStyleLbl="bgShp" presStyleIdx="0" presStyleCnt="4"/>
      <dgm:spPr/>
    </dgm:pt>
    <dgm:pt modelId="{1056940F-9CEB-4786-9C50-DCCF4FF5C85E}" type="pres">
      <dgm:prSet presAssocID="{F4F17EC0-07F3-4C0E-BBC8-BFEEE6D3D824}"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Electric Car"/>
        </a:ext>
      </dgm:extLst>
    </dgm:pt>
    <dgm:pt modelId="{838563FC-0F17-404A-AED7-92E80C41445B}" type="pres">
      <dgm:prSet presAssocID="{F4F17EC0-07F3-4C0E-BBC8-BFEEE6D3D824}" presName="spaceRect" presStyleCnt="0"/>
      <dgm:spPr/>
    </dgm:pt>
    <dgm:pt modelId="{16BFF4B8-4BFD-4B6B-A0F9-5A5FB68F4613}" type="pres">
      <dgm:prSet presAssocID="{F4F17EC0-07F3-4C0E-BBC8-BFEEE6D3D824}" presName="parTx" presStyleLbl="revTx" presStyleIdx="0" presStyleCnt="4">
        <dgm:presLayoutVars>
          <dgm:chMax val="0"/>
          <dgm:chPref val="0"/>
        </dgm:presLayoutVars>
      </dgm:prSet>
      <dgm:spPr/>
    </dgm:pt>
    <dgm:pt modelId="{C77D1525-1234-4767-9433-5C331B81CC1B}" type="pres">
      <dgm:prSet presAssocID="{9C7E385C-BB85-425B-A630-F167749FB956}" presName="sibTrans" presStyleCnt="0"/>
      <dgm:spPr/>
    </dgm:pt>
    <dgm:pt modelId="{15EFF144-CFD3-4C99-89C3-4B3D88E6EA12}" type="pres">
      <dgm:prSet presAssocID="{C59BDD59-7825-4BFF-BBC1-2150D00DDD12}" presName="compNode" presStyleCnt="0"/>
      <dgm:spPr/>
    </dgm:pt>
    <dgm:pt modelId="{F623D99A-9AAA-4BF7-B5DA-595125E53A1A}" type="pres">
      <dgm:prSet presAssocID="{C59BDD59-7825-4BFF-BBC1-2150D00DDD12}" presName="bgRect" presStyleLbl="bgShp" presStyleIdx="1" presStyleCnt="4"/>
      <dgm:spPr/>
    </dgm:pt>
    <dgm:pt modelId="{A947EB24-3A24-4F1B-B1F5-0FB130830679}" type="pres">
      <dgm:prSet presAssocID="{C59BDD59-7825-4BFF-BBC1-2150D00DDD12}"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rker"/>
        </a:ext>
      </dgm:extLst>
    </dgm:pt>
    <dgm:pt modelId="{0BB55B5D-695F-4F50-A69B-56A5912C3158}" type="pres">
      <dgm:prSet presAssocID="{C59BDD59-7825-4BFF-BBC1-2150D00DDD12}" presName="spaceRect" presStyleCnt="0"/>
      <dgm:spPr/>
    </dgm:pt>
    <dgm:pt modelId="{6298EA8D-336E-413F-9C64-540223F3EDAB}" type="pres">
      <dgm:prSet presAssocID="{C59BDD59-7825-4BFF-BBC1-2150D00DDD12}" presName="parTx" presStyleLbl="revTx" presStyleIdx="1" presStyleCnt="4">
        <dgm:presLayoutVars>
          <dgm:chMax val="0"/>
          <dgm:chPref val="0"/>
        </dgm:presLayoutVars>
      </dgm:prSet>
      <dgm:spPr/>
    </dgm:pt>
    <dgm:pt modelId="{3E82AB23-4590-4008-8BF5-AD52D73F6DF3}" type="pres">
      <dgm:prSet presAssocID="{68EFE6F3-1927-474F-9A5C-C1769FAF898E}" presName="sibTrans" presStyleCnt="0"/>
      <dgm:spPr/>
    </dgm:pt>
    <dgm:pt modelId="{81CE570D-FDBE-4146-847F-C0BF853E6EC0}" type="pres">
      <dgm:prSet presAssocID="{4E419582-6626-49D1-B011-D14FE7C19CDA}" presName="compNode" presStyleCnt="0"/>
      <dgm:spPr/>
    </dgm:pt>
    <dgm:pt modelId="{25A6F9C9-1F27-490F-95D4-ED354BD56ED4}" type="pres">
      <dgm:prSet presAssocID="{4E419582-6626-49D1-B011-D14FE7C19CDA}" presName="bgRect" presStyleLbl="bgShp" presStyleIdx="2" presStyleCnt="4"/>
      <dgm:spPr/>
    </dgm:pt>
    <dgm:pt modelId="{DB12FE12-81E4-43AF-ABBC-639E2584F709}" type="pres">
      <dgm:prSet presAssocID="{4E419582-6626-49D1-B011-D14FE7C19CDA}"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ocket"/>
        </a:ext>
      </dgm:extLst>
    </dgm:pt>
    <dgm:pt modelId="{67A08D7C-EDE1-47F7-9250-AFA7BC9C81F8}" type="pres">
      <dgm:prSet presAssocID="{4E419582-6626-49D1-B011-D14FE7C19CDA}" presName="spaceRect" presStyleCnt="0"/>
      <dgm:spPr/>
    </dgm:pt>
    <dgm:pt modelId="{52223E69-3F8A-434A-9971-42858A933E95}" type="pres">
      <dgm:prSet presAssocID="{4E419582-6626-49D1-B011-D14FE7C19CDA}" presName="parTx" presStyleLbl="revTx" presStyleIdx="2" presStyleCnt="4">
        <dgm:presLayoutVars>
          <dgm:chMax val="0"/>
          <dgm:chPref val="0"/>
        </dgm:presLayoutVars>
      </dgm:prSet>
      <dgm:spPr/>
    </dgm:pt>
    <dgm:pt modelId="{3F273B67-BD81-4B93-A0ED-3972930A5793}" type="pres">
      <dgm:prSet presAssocID="{BFD8C92E-689C-46F9-AFB4-A3E5FEFFFFC4}" presName="sibTrans" presStyleCnt="0"/>
      <dgm:spPr/>
    </dgm:pt>
    <dgm:pt modelId="{DB5C6C03-BF79-4433-A2C3-DB60D5BF1A32}" type="pres">
      <dgm:prSet presAssocID="{6188FBDC-E9A2-46DC-94E4-B5BC01F0EC3D}" presName="compNode" presStyleCnt="0"/>
      <dgm:spPr/>
    </dgm:pt>
    <dgm:pt modelId="{68EAD979-57C2-4A26-AF0F-0265C21B07E1}" type="pres">
      <dgm:prSet presAssocID="{6188FBDC-E9A2-46DC-94E4-B5BC01F0EC3D}" presName="bgRect" presStyleLbl="bgShp" presStyleIdx="3" presStyleCnt="4"/>
      <dgm:spPr/>
    </dgm:pt>
    <dgm:pt modelId="{449A71AF-597B-438C-A6EF-914D2B9E5969}" type="pres">
      <dgm:prSet presAssocID="{6188FBDC-E9A2-46DC-94E4-B5BC01F0EC3D}"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idney"/>
        </a:ext>
      </dgm:extLst>
    </dgm:pt>
    <dgm:pt modelId="{8381BDD1-5E5E-4AE7-AD40-CC3A9677BE1A}" type="pres">
      <dgm:prSet presAssocID="{6188FBDC-E9A2-46DC-94E4-B5BC01F0EC3D}" presName="spaceRect" presStyleCnt="0"/>
      <dgm:spPr/>
    </dgm:pt>
    <dgm:pt modelId="{C6B15A61-0D11-451F-B007-A6E2181A02E4}" type="pres">
      <dgm:prSet presAssocID="{6188FBDC-E9A2-46DC-94E4-B5BC01F0EC3D}" presName="parTx" presStyleLbl="revTx" presStyleIdx="3" presStyleCnt="4">
        <dgm:presLayoutVars>
          <dgm:chMax val="0"/>
          <dgm:chPref val="0"/>
        </dgm:presLayoutVars>
      </dgm:prSet>
      <dgm:spPr/>
    </dgm:pt>
  </dgm:ptLst>
  <dgm:cxnLst>
    <dgm:cxn modelId="{2D73830B-EABC-4393-BD3E-57C8ED92DCD3}" type="presOf" srcId="{4E419582-6626-49D1-B011-D14FE7C19CDA}" destId="{52223E69-3F8A-434A-9971-42858A933E95}" srcOrd="0" destOrd="0" presId="urn:microsoft.com/office/officeart/2018/2/layout/IconVerticalSolidList"/>
    <dgm:cxn modelId="{85CD7E5E-C523-4CD3-BBFD-8B26C740FA6C}" srcId="{DF3BC10C-8760-4801-AA6B-81954EBDD2D7}" destId="{6188FBDC-E9A2-46DC-94E4-B5BC01F0EC3D}" srcOrd="3" destOrd="0" parTransId="{66D056EF-1276-435F-B544-731246539DD2}" sibTransId="{0B40089A-62CE-432D-A2A7-3E2AD37821E0}"/>
    <dgm:cxn modelId="{09104381-30D9-47C6-B7DE-658263E19BDE}" type="presOf" srcId="{6188FBDC-E9A2-46DC-94E4-B5BC01F0EC3D}" destId="{C6B15A61-0D11-451F-B007-A6E2181A02E4}" srcOrd="0" destOrd="0" presId="urn:microsoft.com/office/officeart/2018/2/layout/IconVerticalSolidList"/>
    <dgm:cxn modelId="{325E7591-4158-4902-952A-4CC1C6A0CA53}" type="presOf" srcId="{DF3BC10C-8760-4801-AA6B-81954EBDD2D7}" destId="{A6AF3AA0-63F9-40FC-8FA6-347161F2C840}" srcOrd="0" destOrd="0" presId="urn:microsoft.com/office/officeart/2018/2/layout/IconVerticalSolidList"/>
    <dgm:cxn modelId="{22AA60C2-F1AB-4970-86A8-8AB47B70EAF7}" srcId="{DF3BC10C-8760-4801-AA6B-81954EBDD2D7}" destId="{4E419582-6626-49D1-B011-D14FE7C19CDA}" srcOrd="2" destOrd="0" parTransId="{B04C9F33-FCF1-4C51-8BFC-3C47491F15C5}" sibTransId="{BFD8C92E-689C-46F9-AFB4-A3E5FEFFFFC4}"/>
    <dgm:cxn modelId="{6F44E4C3-DF1A-44A4-8BB8-C851C83FFC3B}" type="presOf" srcId="{C59BDD59-7825-4BFF-BBC1-2150D00DDD12}" destId="{6298EA8D-336E-413F-9C64-540223F3EDAB}" srcOrd="0" destOrd="0" presId="urn:microsoft.com/office/officeart/2018/2/layout/IconVerticalSolidList"/>
    <dgm:cxn modelId="{E742B7D1-36B3-415B-B4AA-57206F152C5F}" srcId="{DF3BC10C-8760-4801-AA6B-81954EBDD2D7}" destId="{F4F17EC0-07F3-4C0E-BBC8-BFEEE6D3D824}" srcOrd="0" destOrd="0" parTransId="{B73B71F5-67B5-4444-A7EF-BC8FC86238EE}" sibTransId="{9C7E385C-BB85-425B-A630-F167749FB956}"/>
    <dgm:cxn modelId="{33C2D0D8-5E7B-46D4-AE26-CDCE2ED1D825}" srcId="{DF3BC10C-8760-4801-AA6B-81954EBDD2D7}" destId="{C59BDD59-7825-4BFF-BBC1-2150D00DDD12}" srcOrd="1" destOrd="0" parTransId="{A4A8A329-A404-4A8E-BA43-CB3117323BE9}" sibTransId="{68EFE6F3-1927-474F-9A5C-C1769FAF898E}"/>
    <dgm:cxn modelId="{04BB04F5-EA92-4375-A268-204B8669BEFB}" type="presOf" srcId="{F4F17EC0-07F3-4C0E-BBC8-BFEEE6D3D824}" destId="{16BFF4B8-4BFD-4B6B-A0F9-5A5FB68F4613}" srcOrd="0" destOrd="0" presId="urn:microsoft.com/office/officeart/2018/2/layout/IconVerticalSolidList"/>
    <dgm:cxn modelId="{152F325E-A553-46E3-8AC4-13A96F61C116}" type="presParOf" srcId="{A6AF3AA0-63F9-40FC-8FA6-347161F2C840}" destId="{0236B79C-44C7-475E-85CB-465F53FC0B53}" srcOrd="0" destOrd="0" presId="urn:microsoft.com/office/officeart/2018/2/layout/IconVerticalSolidList"/>
    <dgm:cxn modelId="{ADB02BD3-1DA1-4EF8-9EDE-5FD2659954BB}" type="presParOf" srcId="{0236B79C-44C7-475E-85CB-465F53FC0B53}" destId="{7614EC1B-0889-4A25-A348-2FF29A987695}" srcOrd="0" destOrd="0" presId="urn:microsoft.com/office/officeart/2018/2/layout/IconVerticalSolidList"/>
    <dgm:cxn modelId="{4B8B2451-C7E1-497B-A2B3-1E5871F63ABC}" type="presParOf" srcId="{0236B79C-44C7-475E-85CB-465F53FC0B53}" destId="{1056940F-9CEB-4786-9C50-DCCF4FF5C85E}" srcOrd="1" destOrd="0" presId="urn:microsoft.com/office/officeart/2018/2/layout/IconVerticalSolidList"/>
    <dgm:cxn modelId="{39F5F40C-2697-4DBA-A84C-44954611B2E6}" type="presParOf" srcId="{0236B79C-44C7-475E-85CB-465F53FC0B53}" destId="{838563FC-0F17-404A-AED7-92E80C41445B}" srcOrd="2" destOrd="0" presId="urn:microsoft.com/office/officeart/2018/2/layout/IconVerticalSolidList"/>
    <dgm:cxn modelId="{7532B507-538E-41F6-A10E-0604225450B5}" type="presParOf" srcId="{0236B79C-44C7-475E-85CB-465F53FC0B53}" destId="{16BFF4B8-4BFD-4B6B-A0F9-5A5FB68F4613}" srcOrd="3" destOrd="0" presId="urn:microsoft.com/office/officeart/2018/2/layout/IconVerticalSolidList"/>
    <dgm:cxn modelId="{349CFFAE-0575-4600-913B-F5518D538D06}" type="presParOf" srcId="{A6AF3AA0-63F9-40FC-8FA6-347161F2C840}" destId="{C77D1525-1234-4767-9433-5C331B81CC1B}" srcOrd="1" destOrd="0" presId="urn:microsoft.com/office/officeart/2018/2/layout/IconVerticalSolidList"/>
    <dgm:cxn modelId="{DEF06DFE-DEF7-44B0-AB8E-7769CD09A236}" type="presParOf" srcId="{A6AF3AA0-63F9-40FC-8FA6-347161F2C840}" destId="{15EFF144-CFD3-4C99-89C3-4B3D88E6EA12}" srcOrd="2" destOrd="0" presId="urn:microsoft.com/office/officeart/2018/2/layout/IconVerticalSolidList"/>
    <dgm:cxn modelId="{963CA995-0108-4562-8542-4084B611912A}" type="presParOf" srcId="{15EFF144-CFD3-4C99-89C3-4B3D88E6EA12}" destId="{F623D99A-9AAA-4BF7-B5DA-595125E53A1A}" srcOrd="0" destOrd="0" presId="urn:microsoft.com/office/officeart/2018/2/layout/IconVerticalSolidList"/>
    <dgm:cxn modelId="{729D29F5-93B6-43B1-BD49-86CAB30B0272}" type="presParOf" srcId="{15EFF144-CFD3-4C99-89C3-4B3D88E6EA12}" destId="{A947EB24-3A24-4F1B-B1F5-0FB130830679}" srcOrd="1" destOrd="0" presId="urn:microsoft.com/office/officeart/2018/2/layout/IconVerticalSolidList"/>
    <dgm:cxn modelId="{9B08965E-AD50-4B87-AD2A-FD869347E694}" type="presParOf" srcId="{15EFF144-CFD3-4C99-89C3-4B3D88E6EA12}" destId="{0BB55B5D-695F-4F50-A69B-56A5912C3158}" srcOrd="2" destOrd="0" presId="urn:microsoft.com/office/officeart/2018/2/layout/IconVerticalSolidList"/>
    <dgm:cxn modelId="{4CBC2FC9-B815-44B5-ACE7-92704BE49FE0}" type="presParOf" srcId="{15EFF144-CFD3-4C99-89C3-4B3D88E6EA12}" destId="{6298EA8D-336E-413F-9C64-540223F3EDAB}" srcOrd="3" destOrd="0" presId="urn:microsoft.com/office/officeart/2018/2/layout/IconVerticalSolidList"/>
    <dgm:cxn modelId="{38FF3C70-2656-48D5-A41B-601ADFEB7F4F}" type="presParOf" srcId="{A6AF3AA0-63F9-40FC-8FA6-347161F2C840}" destId="{3E82AB23-4590-4008-8BF5-AD52D73F6DF3}" srcOrd="3" destOrd="0" presId="urn:microsoft.com/office/officeart/2018/2/layout/IconVerticalSolidList"/>
    <dgm:cxn modelId="{53034CE0-CEC0-4C7B-B32C-CA0EEEEE4D83}" type="presParOf" srcId="{A6AF3AA0-63F9-40FC-8FA6-347161F2C840}" destId="{81CE570D-FDBE-4146-847F-C0BF853E6EC0}" srcOrd="4" destOrd="0" presId="urn:microsoft.com/office/officeart/2018/2/layout/IconVerticalSolidList"/>
    <dgm:cxn modelId="{AA64E7BB-E713-41B3-930B-3343F52D7F6D}" type="presParOf" srcId="{81CE570D-FDBE-4146-847F-C0BF853E6EC0}" destId="{25A6F9C9-1F27-490F-95D4-ED354BD56ED4}" srcOrd="0" destOrd="0" presId="urn:microsoft.com/office/officeart/2018/2/layout/IconVerticalSolidList"/>
    <dgm:cxn modelId="{0A3BC4C0-ABFB-46D5-8D1D-DF522D47C117}" type="presParOf" srcId="{81CE570D-FDBE-4146-847F-C0BF853E6EC0}" destId="{DB12FE12-81E4-43AF-ABBC-639E2584F709}" srcOrd="1" destOrd="0" presId="urn:microsoft.com/office/officeart/2018/2/layout/IconVerticalSolidList"/>
    <dgm:cxn modelId="{15066C07-512A-443F-A0BB-A02FD1147B70}" type="presParOf" srcId="{81CE570D-FDBE-4146-847F-C0BF853E6EC0}" destId="{67A08D7C-EDE1-47F7-9250-AFA7BC9C81F8}" srcOrd="2" destOrd="0" presId="urn:microsoft.com/office/officeart/2018/2/layout/IconVerticalSolidList"/>
    <dgm:cxn modelId="{82FD2EA1-D7B4-404C-AE85-EEA834CB3D2C}" type="presParOf" srcId="{81CE570D-FDBE-4146-847F-C0BF853E6EC0}" destId="{52223E69-3F8A-434A-9971-42858A933E95}" srcOrd="3" destOrd="0" presId="urn:microsoft.com/office/officeart/2018/2/layout/IconVerticalSolidList"/>
    <dgm:cxn modelId="{208E6F99-E512-4080-869B-A3F85A8A9DFB}" type="presParOf" srcId="{A6AF3AA0-63F9-40FC-8FA6-347161F2C840}" destId="{3F273B67-BD81-4B93-A0ED-3972930A5793}" srcOrd="5" destOrd="0" presId="urn:microsoft.com/office/officeart/2018/2/layout/IconVerticalSolidList"/>
    <dgm:cxn modelId="{F3A79CDD-68E8-4826-B505-889B5BD0CBA1}" type="presParOf" srcId="{A6AF3AA0-63F9-40FC-8FA6-347161F2C840}" destId="{DB5C6C03-BF79-4433-A2C3-DB60D5BF1A32}" srcOrd="6" destOrd="0" presId="urn:microsoft.com/office/officeart/2018/2/layout/IconVerticalSolidList"/>
    <dgm:cxn modelId="{9FEDC06E-FDD1-4483-8AD0-274C8952FF2C}" type="presParOf" srcId="{DB5C6C03-BF79-4433-A2C3-DB60D5BF1A32}" destId="{68EAD979-57C2-4A26-AF0F-0265C21B07E1}" srcOrd="0" destOrd="0" presId="urn:microsoft.com/office/officeart/2018/2/layout/IconVerticalSolidList"/>
    <dgm:cxn modelId="{C3AF6C45-10BF-4098-A019-3DE75C979DB4}" type="presParOf" srcId="{DB5C6C03-BF79-4433-A2C3-DB60D5BF1A32}" destId="{449A71AF-597B-438C-A6EF-914D2B9E5969}" srcOrd="1" destOrd="0" presId="urn:microsoft.com/office/officeart/2018/2/layout/IconVerticalSolidList"/>
    <dgm:cxn modelId="{FA3C2AE1-E8C5-4A07-9A8A-EC5C1444FD7F}" type="presParOf" srcId="{DB5C6C03-BF79-4433-A2C3-DB60D5BF1A32}" destId="{8381BDD1-5E5E-4AE7-AD40-CC3A9677BE1A}" srcOrd="2" destOrd="0" presId="urn:microsoft.com/office/officeart/2018/2/layout/IconVerticalSolidList"/>
    <dgm:cxn modelId="{24CE50F1-A74E-47F1-96FB-8312929797B4}" type="presParOf" srcId="{DB5C6C03-BF79-4433-A2C3-DB60D5BF1A32}" destId="{C6B15A61-0D11-451F-B007-A6E2181A02E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CC1C769-F09B-42A2-84FD-D254F6EAFA8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79F6B21-3DEF-421E-888E-42069F7456C3}">
      <dgm:prSet/>
      <dgm:spPr/>
      <dgm:t>
        <a:bodyPr/>
        <a:lstStyle/>
        <a:p>
          <a:r>
            <a:rPr lang="en-US"/>
            <a:t>When Iddan returned to Israel he began working on a way to have a very small CCD camera introduced into the digestive system and transmit images wirelessly to a receiver outside of the body.</a:t>
          </a:r>
        </a:p>
      </dgm:t>
    </dgm:pt>
    <dgm:pt modelId="{9850AE4A-772A-46AA-A3B2-B05F4A9037A1}" type="parTrans" cxnId="{70A5A523-1072-4131-B5B6-848914DBBA55}">
      <dgm:prSet/>
      <dgm:spPr/>
      <dgm:t>
        <a:bodyPr/>
        <a:lstStyle/>
        <a:p>
          <a:endParaRPr lang="en-US"/>
        </a:p>
      </dgm:t>
    </dgm:pt>
    <dgm:pt modelId="{DB2ADBD7-C19D-4794-A8DA-EC96D24542B6}" type="sibTrans" cxnId="{70A5A523-1072-4131-B5B6-848914DBBA55}">
      <dgm:prSet/>
      <dgm:spPr/>
      <dgm:t>
        <a:bodyPr/>
        <a:lstStyle/>
        <a:p>
          <a:endParaRPr lang="en-US"/>
        </a:p>
      </dgm:t>
    </dgm:pt>
    <dgm:pt modelId="{F236FCD3-2ACA-41E6-8F41-CBAAE6AD3660}">
      <dgm:prSet/>
      <dgm:spPr/>
      <dgm:t>
        <a:bodyPr/>
        <a:lstStyle/>
        <a:p>
          <a:r>
            <a:rPr lang="en-US"/>
            <a:t>Initially unsure whether images could be transmitted through the body wall, he conducted a very rudimentary experiment with a store-bought chicken: he placed a transmitting antenna inside the chicken and a receiving antenna outside the chicken.</a:t>
          </a:r>
        </a:p>
      </dgm:t>
    </dgm:pt>
    <dgm:pt modelId="{2EDBDB4B-6EC6-4B5D-BFB8-156789E71F3E}" type="parTrans" cxnId="{9840044E-74DC-4716-BFC4-056B4DF8337D}">
      <dgm:prSet/>
      <dgm:spPr/>
      <dgm:t>
        <a:bodyPr/>
        <a:lstStyle/>
        <a:p>
          <a:endParaRPr lang="en-US"/>
        </a:p>
      </dgm:t>
    </dgm:pt>
    <dgm:pt modelId="{8CDCF90B-82DD-48B1-99D0-52EBE0150DF9}" type="sibTrans" cxnId="{9840044E-74DC-4716-BFC4-056B4DF8337D}">
      <dgm:prSet/>
      <dgm:spPr/>
      <dgm:t>
        <a:bodyPr/>
        <a:lstStyle/>
        <a:p>
          <a:endParaRPr lang="en-US"/>
        </a:p>
      </dgm:t>
    </dgm:pt>
    <dgm:pt modelId="{D4E48CD6-4107-4FC6-99D5-97E109EE363C}">
      <dgm:prSet/>
      <dgm:spPr/>
      <dgm:t>
        <a:bodyPr/>
        <a:lstStyle/>
        <a:p>
          <a:r>
            <a:rPr lang="en-US"/>
            <a:t>The results indicated that it was possible to transmit a clear video image.</a:t>
          </a:r>
        </a:p>
      </dgm:t>
    </dgm:pt>
    <dgm:pt modelId="{1B1F14CE-1AE1-497D-889B-05A50E655F0A}" type="parTrans" cxnId="{7C0D474B-9E91-4989-9AFC-CF2935EDD9B7}">
      <dgm:prSet/>
      <dgm:spPr/>
      <dgm:t>
        <a:bodyPr/>
        <a:lstStyle/>
        <a:p>
          <a:endParaRPr lang="en-US"/>
        </a:p>
      </dgm:t>
    </dgm:pt>
    <dgm:pt modelId="{2BC8E590-1DD8-4108-B7DB-9BD2E4D7FFCE}" type="sibTrans" cxnId="{7C0D474B-9E91-4989-9AFC-CF2935EDD9B7}">
      <dgm:prSet/>
      <dgm:spPr/>
      <dgm:t>
        <a:bodyPr/>
        <a:lstStyle/>
        <a:p>
          <a:endParaRPr lang="en-US"/>
        </a:p>
      </dgm:t>
    </dgm:pt>
    <dgm:pt modelId="{775F4DBD-2DCE-4E1B-A7CD-BEA3E5ACAA92}">
      <dgm:prSet/>
      <dgm:spPr/>
      <dgm:t>
        <a:bodyPr/>
        <a:lstStyle/>
        <a:p>
          <a:r>
            <a:rPr lang="en-US"/>
            <a:t>Encouraged by this, he set about overcoming the battery life problem: the small CCD sensors consumed so much energy that their batteries were often depleted within 10 minutes.</a:t>
          </a:r>
        </a:p>
      </dgm:t>
    </dgm:pt>
    <dgm:pt modelId="{AB2C4236-4E25-47EE-A256-CC873D1362C2}" type="parTrans" cxnId="{743F25F1-667B-458C-A7C6-02F7E4DCDAF0}">
      <dgm:prSet/>
      <dgm:spPr/>
      <dgm:t>
        <a:bodyPr/>
        <a:lstStyle/>
        <a:p>
          <a:endParaRPr lang="en-US"/>
        </a:p>
      </dgm:t>
    </dgm:pt>
    <dgm:pt modelId="{35B15A10-D495-404C-BF8E-1E20815486C1}" type="sibTrans" cxnId="{743F25F1-667B-458C-A7C6-02F7E4DCDAF0}">
      <dgm:prSet/>
      <dgm:spPr/>
      <dgm:t>
        <a:bodyPr/>
        <a:lstStyle/>
        <a:p>
          <a:endParaRPr lang="en-US"/>
        </a:p>
      </dgm:t>
    </dgm:pt>
    <dgm:pt modelId="{0C4A2FD5-544F-4A72-A02C-90888AB53F06}" type="pres">
      <dgm:prSet presAssocID="{CCC1C769-F09B-42A2-84FD-D254F6EAFA89}" presName="linear" presStyleCnt="0">
        <dgm:presLayoutVars>
          <dgm:animLvl val="lvl"/>
          <dgm:resizeHandles val="exact"/>
        </dgm:presLayoutVars>
      </dgm:prSet>
      <dgm:spPr/>
    </dgm:pt>
    <dgm:pt modelId="{43380115-C224-40AC-AB84-14DBDA5BC1DB}" type="pres">
      <dgm:prSet presAssocID="{079F6B21-3DEF-421E-888E-42069F7456C3}" presName="parentText" presStyleLbl="node1" presStyleIdx="0" presStyleCnt="4">
        <dgm:presLayoutVars>
          <dgm:chMax val="0"/>
          <dgm:bulletEnabled val="1"/>
        </dgm:presLayoutVars>
      </dgm:prSet>
      <dgm:spPr/>
    </dgm:pt>
    <dgm:pt modelId="{D0A288AF-9E3A-45C4-95AE-3DA681E48056}" type="pres">
      <dgm:prSet presAssocID="{DB2ADBD7-C19D-4794-A8DA-EC96D24542B6}" presName="spacer" presStyleCnt="0"/>
      <dgm:spPr/>
    </dgm:pt>
    <dgm:pt modelId="{786200BA-4E76-4D51-A673-FE797E0A71C5}" type="pres">
      <dgm:prSet presAssocID="{F236FCD3-2ACA-41E6-8F41-CBAAE6AD3660}" presName="parentText" presStyleLbl="node1" presStyleIdx="1" presStyleCnt="4">
        <dgm:presLayoutVars>
          <dgm:chMax val="0"/>
          <dgm:bulletEnabled val="1"/>
        </dgm:presLayoutVars>
      </dgm:prSet>
      <dgm:spPr/>
    </dgm:pt>
    <dgm:pt modelId="{7E99F617-9334-4A1F-BCDE-D9BD8063AD9A}" type="pres">
      <dgm:prSet presAssocID="{8CDCF90B-82DD-48B1-99D0-52EBE0150DF9}" presName="spacer" presStyleCnt="0"/>
      <dgm:spPr/>
    </dgm:pt>
    <dgm:pt modelId="{3E984BF2-AF5B-49FB-8A36-1BAA9A8414CC}" type="pres">
      <dgm:prSet presAssocID="{D4E48CD6-4107-4FC6-99D5-97E109EE363C}" presName="parentText" presStyleLbl="node1" presStyleIdx="2" presStyleCnt="4">
        <dgm:presLayoutVars>
          <dgm:chMax val="0"/>
          <dgm:bulletEnabled val="1"/>
        </dgm:presLayoutVars>
      </dgm:prSet>
      <dgm:spPr/>
    </dgm:pt>
    <dgm:pt modelId="{9ADFE32C-A2E8-4E7F-96FA-2C21D43F28AD}" type="pres">
      <dgm:prSet presAssocID="{2BC8E590-1DD8-4108-B7DB-9BD2E4D7FFCE}" presName="spacer" presStyleCnt="0"/>
      <dgm:spPr/>
    </dgm:pt>
    <dgm:pt modelId="{0D84269C-8EF3-4E75-841E-596CFB06E06C}" type="pres">
      <dgm:prSet presAssocID="{775F4DBD-2DCE-4E1B-A7CD-BEA3E5ACAA92}" presName="parentText" presStyleLbl="node1" presStyleIdx="3" presStyleCnt="4">
        <dgm:presLayoutVars>
          <dgm:chMax val="0"/>
          <dgm:bulletEnabled val="1"/>
        </dgm:presLayoutVars>
      </dgm:prSet>
      <dgm:spPr/>
    </dgm:pt>
  </dgm:ptLst>
  <dgm:cxnLst>
    <dgm:cxn modelId="{70A5A523-1072-4131-B5B6-848914DBBA55}" srcId="{CCC1C769-F09B-42A2-84FD-D254F6EAFA89}" destId="{079F6B21-3DEF-421E-888E-42069F7456C3}" srcOrd="0" destOrd="0" parTransId="{9850AE4A-772A-46AA-A3B2-B05F4A9037A1}" sibTransId="{DB2ADBD7-C19D-4794-A8DA-EC96D24542B6}"/>
    <dgm:cxn modelId="{64A4EA2E-9422-4FD9-AB1A-48A3840CF0B9}" type="presOf" srcId="{775F4DBD-2DCE-4E1B-A7CD-BEA3E5ACAA92}" destId="{0D84269C-8EF3-4E75-841E-596CFB06E06C}" srcOrd="0" destOrd="0" presId="urn:microsoft.com/office/officeart/2005/8/layout/vList2"/>
    <dgm:cxn modelId="{DE4B6E3E-59DE-4A6A-A828-7F0068B56EEB}" type="presOf" srcId="{D4E48CD6-4107-4FC6-99D5-97E109EE363C}" destId="{3E984BF2-AF5B-49FB-8A36-1BAA9A8414CC}" srcOrd="0" destOrd="0" presId="urn:microsoft.com/office/officeart/2005/8/layout/vList2"/>
    <dgm:cxn modelId="{7C0D474B-9E91-4989-9AFC-CF2935EDD9B7}" srcId="{CCC1C769-F09B-42A2-84FD-D254F6EAFA89}" destId="{D4E48CD6-4107-4FC6-99D5-97E109EE363C}" srcOrd="2" destOrd="0" parTransId="{1B1F14CE-1AE1-497D-889B-05A50E655F0A}" sibTransId="{2BC8E590-1DD8-4108-B7DB-9BD2E4D7FFCE}"/>
    <dgm:cxn modelId="{9840044E-74DC-4716-BFC4-056B4DF8337D}" srcId="{CCC1C769-F09B-42A2-84FD-D254F6EAFA89}" destId="{F236FCD3-2ACA-41E6-8F41-CBAAE6AD3660}" srcOrd="1" destOrd="0" parTransId="{2EDBDB4B-6EC6-4B5D-BFB8-156789E71F3E}" sibTransId="{8CDCF90B-82DD-48B1-99D0-52EBE0150DF9}"/>
    <dgm:cxn modelId="{B0715C7E-5FDD-400F-A950-352D5C5534EF}" type="presOf" srcId="{F236FCD3-2ACA-41E6-8F41-CBAAE6AD3660}" destId="{786200BA-4E76-4D51-A673-FE797E0A71C5}" srcOrd="0" destOrd="0" presId="urn:microsoft.com/office/officeart/2005/8/layout/vList2"/>
    <dgm:cxn modelId="{8031CBB2-8C36-4E11-B83F-155E63A904C2}" type="presOf" srcId="{CCC1C769-F09B-42A2-84FD-D254F6EAFA89}" destId="{0C4A2FD5-544F-4A72-A02C-90888AB53F06}" srcOrd="0" destOrd="0" presId="urn:microsoft.com/office/officeart/2005/8/layout/vList2"/>
    <dgm:cxn modelId="{743F25F1-667B-458C-A7C6-02F7E4DCDAF0}" srcId="{CCC1C769-F09B-42A2-84FD-D254F6EAFA89}" destId="{775F4DBD-2DCE-4E1B-A7CD-BEA3E5ACAA92}" srcOrd="3" destOrd="0" parTransId="{AB2C4236-4E25-47EE-A256-CC873D1362C2}" sibTransId="{35B15A10-D495-404C-BF8E-1E20815486C1}"/>
    <dgm:cxn modelId="{4DCA11FF-ACCA-40DB-ACD4-A66C330BEEA9}" type="presOf" srcId="{079F6B21-3DEF-421E-888E-42069F7456C3}" destId="{43380115-C224-40AC-AB84-14DBDA5BC1DB}" srcOrd="0" destOrd="0" presId="urn:microsoft.com/office/officeart/2005/8/layout/vList2"/>
    <dgm:cxn modelId="{85CCA172-48BB-4C67-8762-ADC683EA5926}" type="presParOf" srcId="{0C4A2FD5-544F-4A72-A02C-90888AB53F06}" destId="{43380115-C224-40AC-AB84-14DBDA5BC1DB}" srcOrd="0" destOrd="0" presId="urn:microsoft.com/office/officeart/2005/8/layout/vList2"/>
    <dgm:cxn modelId="{7BAFEECB-B2C1-468D-AE8B-A65318EF71D7}" type="presParOf" srcId="{0C4A2FD5-544F-4A72-A02C-90888AB53F06}" destId="{D0A288AF-9E3A-45C4-95AE-3DA681E48056}" srcOrd="1" destOrd="0" presId="urn:microsoft.com/office/officeart/2005/8/layout/vList2"/>
    <dgm:cxn modelId="{B42F3B84-911D-43AF-8DCE-0FA657ADFFAF}" type="presParOf" srcId="{0C4A2FD5-544F-4A72-A02C-90888AB53F06}" destId="{786200BA-4E76-4D51-A673-FE797E0A71C5}" srcOrd="2" destOrd="0" presId="urn:microsoft.com/office/officeart/2005/8/layout/vList2"/>
    <dgm:cxn modelId="{5D5E4529-674B-4F5B-868F-19C2114E9747}" type="presParOf" srcId="{0C4A2FD5-544F-4A72-A02C-90888AB53F06}" destId="{7E99F617-9334-4A1F-BCDE-D9BD8063AD9A}" srcOrd="3" destOrd="0" presId="urn:microsoft.com/office/officeart/2005/8/layout/vList2"/>
    <dgm:cxn modelId="{D7712B47-8C7E-44E5-A0F7-620E65C146B1}" type="presParOf" srcId="{0C4A2FD5-544F-4A72-A02C-90888AB53F06}" destId="{3E984BF2-AF5B-49FB-8A36-1BAA9A8414CC}" srcOrd="4" destOrd="0" presId="urn:microsoft.com/office/officeart/2005/8/layout/vList2"/>
    <dgm:cxn modelId="{7991476A-3FFB-4E4F-80FB-DB28B65ED0AD}" type="presParOf" srcId="{0C4A2FD5-544F-4A72-A02C-90888AB53F06}" destId="{9ADFE32C-A2E8-4E7F-96FA-2C21D43F28AD}" srcOrd="5" destOrd="0" presId="urn:microsoft.com/office/officeart/2005/8/layout/vList2"/>
    <dgm:cxn modelId="{B8F0117B-02D7-43D6-A6E8-54803EB2E027}" type="presParOf" srcId="{0C4A2FD5-544F-4A72-A02C-90888AB53F06}" destId="{0D84269C-8EF3-4E75-841E-596CFB06E06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4FAA752-6ED2-4D95-8FAF-6EAABF8144A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9CA0DD8-38CD-4793-A6C0-3977A5BD941D}">
      <dgm:prSet/>
      <dgm:spPr/>
      <dgm:t>
        <a:bodyPr/>
        <a:lstStyle/>
        <a:p>
          <a:r>
            <a:rPr lang="en-US"/>
            <a:t>Fortunately, advances in semiconductors promised to replace CCD imagers with a new generation of </a:t>
          </a:r>
          <a:r>
            <a:rPr lang="en-US" i="1"/>
            <a:t>complementary metal oxide semiconductors </a:t>
          </a:r>
          <a:r>
            <a:rPr lang="en-US"/>
            <a:t>(CMOS) that would consume a fraction of the power of CCD imagers.</a:t>
          </a:r>
        </a:p>
      </dgm:t>
    </dgm:pt>
    <dgm:pt modelId="{CB2C0984-4BC6-4E8C-85D7-3BB678303D1F}" type="parTrans" cxnId="{0BE46F78-243D-4C00-9FDF-B369AE5F4B70}">
      <dgm:prSet/>
      <dgm:spPr/>
      <dgm:t>
        <a:bodyPr/>
        <a:lstStyle/>
        <a:p>
          <a:endParaRPr lang="en-US"/>
        </a:p>
      </dgm:t>
    </dgm:pt>
    <dgm:pt modelId="{D28BC474-9908-4D3C-A545-6C424272BAD9}" type="sibTrans" cxnId="{0BE46F78-243D-4C00-9FDF-B369AE5F4B70}">
      <dgm:prSet/>
      <dgm:spPr/>
      <dgm:t>
        <a:bodyPr/>
        <a:lstStyle/>
        <a:p>
          <a:endParaRPr lang="en-US"/>
        </a:p>
      </dgm:t>
    </dgm:pt>
    <dgm:pt modelId="{0F283D94-6CDF-4400-9075-573E2E18963B}">
      <dgm:prSet/>
      <dgm:spPr/>
      <dgm:t>
        <a:bodyPr/>
        <a:lstStyle/>
        <a:p>
          <a:r>
            <a:rPr lang="en-US"/>
            <a:t>Iddan began developing a prototype based on CMOS technology and applied for an initial patent on the device in 1994.</a:t>
          </a:r>
        </a:p>
      </dgm:t>
    </dgm:pt>
    <dgm:pt modelId="{A3828132-51F5-4477-AAC0-21FB36DEADFB}" type="parTrans" cxnId="{EA67FCB2-C669-4BD9-A8E8-8910ADBCABCE}">
      <dgm:prSet/>
      <dgm:spPr/>
      <dgm:t>
        <a:bodyPr/>
        <a:lstStyle/>
        <a:p>
          <a:endParaRPr lang="en-US"/>
        </a:p>
      </dgm:t>
    </dgm:pt>
    <dgm:pt modelId="{44BD5CEC-2184-44C1-B133-C82614A9426B}" type="sibTrans" cxnId="{EA67FCB2-C669-4BD9-A8E8-8910ADBCABCE}">
      <dgm:prSet/>
      <dgm:spPr/>
      <dgm:t>
        <a:bodyPr/>
        <a:lstStyle/>
        <a:p>
          <a:endParaRPr lang="en-US"/>
        </a:p>
      </dgm:t>
    </dgm:pt>
    <dgm:pt modelId="{57EBC10F-3D36-40E6-B712-AE3D267B5C38}">
      <dgm:prSet/>
      <dgm:spPr/>
      <dgm:t>
        <a:bodyPr/>
        <a:lstStyle/>
        <a:p>
          <a:r>
            <a:rPr lang="en-US"/>
            <a:t>In 1995, he presented his product idea to Gavriel Meron, the CEO of Applitec Ltd., a company that made small endoscopic cameras.</a:t>
          </a:r>
        </a:p>
      </dgm:t>
    </dgm:pt>
    <dgm:pt modelId="{A90BBA4D-50BE-46B9-8262-1A98063C24B9}" type="parTrans" cxnId="{BB13C019-8B55-4EBD-B879-6AE3E2B1DCC5}">
      <dgm:prSet/>
      <dgm:spPr/>
      <dgm:t>
        <a:bodyPr/>
        <a:lstStyle/>
        <a:p>
          <a:endParaRPr lang="en-US"/>
        </a:p>
      </dgm:t>
    </dgm:pt>
    <dgm:pt modelId="{2E9AF8B3-D517-4251-AACF-046F675B7EED}" type="sibTrans" cxnId="{BB13C019-8B55-4EBD-B879-6AE3E2B1DCC5}">
      <dgm:prSet/>
      <dgm:spPr/>
      <dgm:t>
        <a:bodyPr/>
        <a:lstStyle/>
        <a:p>
          <a:endParaRPr lang="en-US"/>
        </a:p>
      </dgm:t>
    </dgm:pt>
    <dgm:pt modelId="{2A414D1C-2812-492B-9246-6310E449EBE2}">
      <dgm:prSet/>
      <dgm:spPr/>
      <dgm:t>
        <a:bodyPr/>
        <a:lstStyle/>
        <a:p>
          <a:r>
            <a:rPr lang="en-US"/>
            <a:t>Meron thought the project was a fascinating idea, and founded Given Imaging (</a:t>
          </a:r>
          <a:r>
            <a:rPr lang="en-US" b="1"/>
            <a:t>GI </a:t>
          </a:r>
          <a:r>
            <a:rPr lang="en-US"/>
            <a:t>for gastrointestinal, </a:t>
          </a:r>
          <a:r>
            <a:rPr lang="en-US" b="1"/>
            <a:t>V </a:t>
          </a:r>
          <a:r>
            <a:rPr lang="en-US"/>
            <a:t>for video, and </a:t>
          </a:r>
          <a:r>
            <a:rPr lang="en-US" b="1"/>
            <a:t>EN </a:t>
          </a:r>
          <a:r>
            <a:rPr lang="en-US"/>
            <a:t>for endoscopy) to develop and market the technology.</a:t>
          </a:r>
        </a:p>
      </dgm:t>
    </dgm:pt>
    <dgm:pt modelId="{93EF79D0-EDBA-48DD-97B0-622FF1EEAF63}" type="parTrans" cxnId="{FC498EA2-DF3A-4C50-89B1-2C2585E52FB8}">
      <dgm:prSet/>
      <dgm:spPr/>
      <dgm:t>
        <a:bodyPr/>
        <a:lstStyle/>
        <a:p>
          <a:endParaRPr lang="en-US"/>
        </a:p>
      </dgm:t>
    </dgm:pt>
    <dgm:pt modelId="{05E4BF42-FD6A-46C4-B9B1-4974EBC83814}" type="sibTrans" cxnId="{FC498EA2-DF3A-4C50-89B1-2C2585E52FB8}">
      <dgm:prSet/>
      <dgm:spPr/>
      <dgm:t>
        <a:bodyPr/>
        <a:lstStyle/>
        <a:p>
          <a:endParaRPr lang="en-US"/>
        </a:p>
      </dgm:t>
    </dgm:pt>
    <dgm:pt modelId="{95C1A6B2-8905-4D88-AB74-002378517DDE}" type="pres">
      <dgm:prSet presAssocID="{D4FAA752-6ED2-4D95-8FAF-6EAABF8144A5}" presName="root" presStyleCnt="0">
        <dgm:presLayoutVars>
          <dgm:dir/>
          <dgm:resizeHandles val="exact"/>
        </dgm:presLayoutVars>
      </dgm:prSet>
      <dgm:spPr/>
    </dgm:pt>
    <dgm:pt modelId="{19EBED59-8B3B-4E3E-B3C7-5F41761E5A61}" type="pres">
      <dgm:prSet presAssocID="{69CA0DD8-38CD-4793-A6C0-3977A5BD941D}" presName="compNode" presStyleCnt="0"/>
      <dgm:spPr/>
    </dgm:pt>
    <dgm:pt modelId="{7EC5869A-6E86-4985-8BF1-272ABA334293}" type="pres">
      <dgm:prSet presAssocID="{69CA0DD8-38CD-4793-A6C0-3977A5BD941D}" presName="bgRect" presStyleLbl="bgShp" presStyleIdx="0" presStyleCnt="4"/>
      <dgm:spPr/>
    </dgm:pt>
    <dgm:pt modelId="{68171F8E-C03A-4EB4-856B-54315BE3A088}" type="pres">
      <dgm:prSet presAssocID="{69CA0DD8-38CD-4793-A6C0-3977A5BD941D}"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Atom"/>
        </a:ext>
      </dgm:extLst>
    </dgm:pt>
    <dgm:pt modelId="{81D90E4E-05AE-4CD1-A3AC-E27DC776EA44}" type="pres">
      <dgm:prSet presAssocID="{69CA0DD8-38CD-4793-A6C0-3977A5BD941D}" presName="spaceRect" presStyleCnt="0"/>
      <dgm:spPr/>
    </dgm:pt>
    <dgm:pt modelId="{0E43CF98-465F-4A37-9F8D-3136A9541909}" type="pres">
      <dgm:prSet presAssocID="{69CA0DD8-38CD-4793-A6C0-3977A5BD941D}" presName="parTx" presStyleLbl="revTx" presStyleIdx="0" presStyleCnt="4">
        <dgm:presLayoutVars>
          <dgm:chMax val="0"/>
          <dgm:chPref val="0"/>
        </dgm:presLayoutVars>
      </dgm:prSet>
      <dgm:spPr/>
    </dgm:pt>
    <dgm:pt modelId="{4719C201-7D62-4B13-A1B5-4B5A7A281FBC}" type="pres">
      <dgm:prSet presAssocID="{D28BC474-9908-4D3C-A545-6C424272BAD9}" presName="sibTrans" presStyleCnt="0"/>
      <dgm:spPr/>
    </dgm:pt>
    <dgm:pt modelId="{43358FBB-4EDE-4316-AE3E-6B38ED68F91B}" type="pres">
      <dgm:prSet presAssocID="{0F283D94-6CDF-4400-9075-573E2E18963B}" presName="compNode" presStyleCnt="0"/>
      <dgm:spPr/>
    </dgm:pt>
    <dgm:pt modelId="{9FB12BA4-31C0-4D1C-B1DE-D0CC72872CE5}" type="pres">
      <dgm:prSet presAssocID="{0F283D94-6CDF-4400-9075-573E2E18963B}" presName="bgRect" presStyleLbl="bgShp" presStyleIdx="1" presStyleCnt="4"/>
      <dgm:spPr/>
    </dgm:pt>
    <dgm:pt modelId="{824EAE4B-D687-4A5B-B7BF-799A1B85B02E}" type="pres">
      <dgm:prSet presAssocID="{0F283D94-6CDF-4400-9075-573E2E18963B}"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EF377079-1B30-4734-9BAF-D36CA3A896DC}" type="pres">
      <dgm:prSet presAssocID="{0F283D94-6CDF-4400-9075-573E2E18963B}" presName="spaceRect" presStyleCnt="0"/>
      <dgm:spPr/>
    </dgm:pt>
    <dgm:pt modelId="{8946D8E5-9CEA-4E75-87E0-9BD840535AA4}" type="pres">
      <dgm:prSet presAssocID="{0F283D94-6CDF-4400-9075-573E2E18963B}" presName="parTx" presStyleLbl="revTx" presStyleIdx="1" presStyleCnt="4">
        <dgm:presLayoutVars>
          <dgm:chMax val="0"/>
          <dgm:chPref val="0"/>
        </dgm:presLayoutVars>
      </dgm:prSet>
      <dgm:spPr/>
    </dgm:pt>
    <dgm:pt modelId="{3C06FF7E-2C49-4051-8C23-2D84CF5E85EE}" type="pres">
      <dgm:prSet presAssocID="{44BD5CEC-2184-44C1-B133-C82614A9426B}" presName="sibTrans" presStyleCnt="0"/>
      <dgm:spPr/>
    </dgm:pt>
    <dgm:pt modelId="{674FD06F-1B6D-4028-A868-3D9B1CBC6740}" type="pres">
      <dgm:prSet presAssocID="{57EBC10F-3D36-40E6-B712-AE3D267B5C38}" presName="compNode" presStyleCnt="0"/>
      <dgm:spPr/>
    </dgm:pt>
    <dgm:pt modelId="{D2433A6F-DA2D-4B73-80FD-D7CC71C9792D}" type="pres">
      <dgm:prSet presAssocID="{57EBC10F-3D36-40E6-B712-AE3D267B5C38}" presName="bgRect" presStyleLbl="bgShp" presStyleIdx="2" presStyleCnt="4"/>
      <dgm:spPr/>
    </dgm:pt>
    <dgm:pt modelId="{839DE71C-A028-47C9-A08C-CB607CEB47F3}" type="pres">
      <dgm:prSet presAssocID="{57EBC10F-3D36-40E6-B712-AE3D267B5C38}"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Kiosk"/>
        </a:ext>
      </dgm:extLst>
    </dgm:pt>
    <dgm:pt modelId="{93D259FD-D066-47D5-B182-9679B92E21A7}" type="pres">
      <dgm:prSet presAssocID="{57EBC10F-3D36-40E6-B712-AE3D267B5C38}" presName="spaceRect" presStyleCnt="0"/>
      <dgm:spPr/>
    </dgm:pt>
    <dgm:pt modelId="{CFF99E53-A626-4868-833A-2B6019D48D5D}" type="pres">
      <dgm:prSet presAssocID="{57EBC10F-3D36-40E6-B712-AE3D267B5C38}" presName="parTx" presStyleLbl="revTx" presStyleIdx="2" presStyleCnt="4">
        <dgm:presLayoutVars>
          <dgm:chMax val="0"/>
          <dgm:chPref val="0"/>
        </dgm:presLayoutVars>
      </dgm:prSet>
      <dgm:spPr/>
    </dgm:pt>
    <dgm:pt modelId="{4941112B-4EDC-4192-AE10-BBABA60F4D54}" type="pres">
      <dgm:prSet presAssocID="{2E9AF8B3-D517-4251-AACF-046F675B7EED}" presName="sibTrans" presStyleCnt="0"/>
      <dgm:spPr/>
    </dgm:pt>
    <dgm:pt modelId="{B7CFA9A7-41BF-4008-B7FB-73E2F75895A3}" type="pres">
      <dgm:prSet presAssocID="{2A414D1C-2812-492B-9246-6310E449EBE2}" presName="compNode" presStyleCnt="0"/>
      <dgm:spPr/>
    </dgm:pt>
    <dgm:pt modelId="{BFF00F99-6536-4F54-BDCF-905BA7DE6BCE}" type="pres">
      <dgm:prSet presAssocID="{2A414D1C-2812-492B-9246-6310E449EBE2}" presName="bgRect" presStyleLbl="bgShp" presStyleIdx="3" presStyleCnt="4"/>
      <dgm:spPr/>
    </dgm:pt>
    <dgm:pt modelId="{C8628A84-EC13-4637-A896-7D92DA7519FA}" type="pres">
      <dgm:prSet presAssocID="{2A414D1C-2812-492B-9246-6310E449EBE2}"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tor"/>
        </a:ext>
      </dgm:extLst>
    </dgm:pt>
    <dgm:pt modelId="{BBBA977F-2459-425D-B3F9-30EF43A8B0D5}" type="pres">
      <dgm:prSet presAssocID="{2A414D1C-2812-492B-9246-6310E449EBE2}" presName="spaceRect" presStyleCnt="0"/>
      <dgm:spPr/>
    </dgm:pt>
    <dgm:pt modelId="{3E867EC2-EB2E-490F-BC3E-05C0BA610F7C}" type="pres">
      <dgm:prSet presAssocID="{2A414D1C-2812-492B-9246-6310E449EBE2}" presName="parTx" presStyleLbl="revTx" presStyleIdx="3" presStyleCnt="4">
        <dgm:presLayoutVars>
          <dgm:chMax val="0"/>
          <dgm:chPref val="0"/>
        </dgm:presLayoutVars>
      </dgm:prSet>
      <dgm:spPr/>
    </dgm:pt>
  </dgm:ptLst>
  <dgm:cxnLst>
    <dgm:cxn modelId="{BB13C019-8B55-4EBD-B879-6AE3E2B1DCC5}" srcId="{D4FAA752-6ED2-4D95-8FAF-6EAABF8144A5}" destId="{57EBC10F-3D36-40E6-B712-AE3D267B5C38}" srcOrd="2" destOrd="0" parTransId="{A90BBA4D-50BE-46B9-8262-1A98063C24B9}" sibTransId="{2E9AF8B3-D517-4251-AACF-046F675B7EED}"/>
    <dgm:cxn modelId="{DE2B401F-4386-46D0-950A-23E595E5C1B6}" type="presOf" srcId="{2A414D1C-2812-492B-9246-6310E449EBE2}" destId="{3E867EC2-EB2E-490F-BC3E-05C0BA610F7C}" srcOrd="0" destOrd="0" presId="urn:microsoft.com/office/officeart/2018/2/layout/IconVerticalSolidList"/>
    <dgm:cxn modelId="{C446CE22-29C1-4E63-B9F2-B78E3682550B}" type="presOf" srcId="{0F283D94-6CDF-4400-9075-573E2E18963B}" destId="{8946D8E5-9CEA-4E75-87E0-9BD840535AA4}" srcOrd="0" destOrd="0" presId="urn:microsoft.com/office/officeart/2018/2/layout/IconVerticalSolidList"/>
    <dgm:cxn modelId="{2ED0DB60-8523-4F24-A355-A8C06632E202}" type="presOf" srcId="{57EBC10F-3D36-40E6-B712-AE3D267B5C38}" destId="{CFF99E53-A626-4868-833A-2B6019D48D5D}" srcOrd="0" destOrd="0" presId="urn:microsoft.com/office/officeart/2018/2/layout/IconVerticalSolidList"/>
    <dgm:cxn modelId="{8E261744-D750-4D60-9227-C50D548442C3}" type="presOf" srcId="{D4FAA752-6ED2-4D95-8FAF-6EAABF8144A5}" destId="{95C1A6B2-8905-4D88-AB74-002378517DDE}" srcOrd="0" destOrd="0" presId="urn:microsoft.com/office/officeart/2018/2/layout/IconVerticalSolidList"/>
    <dgm:cxn modelId="{0BE46F78-243D-4C00-9FDF-B369AE5F4B70}" srcId="{D4FAA752-6ED2-4D95-8FAF-6EAABF8144A5}" destId="{69CA0DD8-38CD-4793-A6C0-3977A5BD941D}" srcOrd="0" destOrd="0" parTransId="{CB2C0984-4BC6-4E8C-85D7-3BB678303D1F}" sibTransId="{D28BC474-9908-4D3C-A545-6C424272BAD9}"/>
    <dgm:cxn modelId="{7B1E869E-E0C9-4388-B38C-63679B6E70CA}" type="presOf" srcId="{69CA0DD8-38CD-4793-A6C0-3977A5BD941D}" destId="{0E43CF98-465F-4A37-9F8D-3136A9541909}" srcOrd="0" destOrd="0" presId="urn:microsoft.com/office/officeart/2018/2/layout/IconVerticalSolidList"/>
    <dgm:cxn modelId="{FC498EA2-DF3A-4C50-89B1-2C2585E52FB8}" srcId="{D4FAA752-6ED2-4D95-8FAF-6EAABF8144A5}" destId="{2A414D1C-2812-492B-9246-6310E449EBE2}" srcOrd="3" destOrd="0" parTransId="{93EF79D0-EDBA-48DD-97B0-622FF1EEAF63}" sibTransId="{05E4BF42-FD6A-46C4-B9B1-4974EBC83814}"/>
    <dgm:cxn modelId="{EA67FCB2-C669-4BD9-A8E8-8910ADBCABCE}" srcId="{D4FAA752-6ED2-4D95-8FAF-6EAABF8144A5}" destId="{0F283D94-6CDF-4400-9075-573E2E18963B}" srcOrd="1" destOrd="0" parTransId="{A3828132-51F5-4477-AAC0-21FB36DEADFB}" sibTransId="{44BD5CEC-2184-44C1-B133-C82614A9426B}"/>
    <dgm:cxn modelId="{3A168D90-4B9A-413B-A124-705B3010943C}" type="presParOf" srcId="{95C1A6B2-8905-4D88-AB74-002378517DDE}" destId="{19EBED59-8B3B-4E3E-B3C7-5F41761E5A61}" srcOrd="0" destOrd="0" presId="urn:microsoft.com/office/officeart/2018/2/layout/IconVerticalSolidList"/>
    <dgm:cxn modelId="{6C5D71C9-5111-483F-B1CC-7D8CC829EBDF}" type="presParOf" srcId="{19EBED59-8B3B-4E3E-B3C7-5F41761E5A61}" destId="{7EC5869A-6E86-4985-8BF1-272ABA334293}" srcOrd="0" destOrd="0" presId="urn:microsoft.com/office/officeart/2018/2/layout/IconVerticalSolidList"/>
    <dgm:cxn modelId="{9AC9B80F-0D67-419C-9AC8-C66B538B0DF7}" type="presParOf" srcId="{19EBED59-8B3B-4E3E-B3C7-5F41761E5A61}" destId="{68171F8E-C03A-4EB4-856B-54315BE3A088}" srcOrd="1" destOrd="0" presId="urn:microsoft.com/office/officeart/2018/2/layout/IconVerticalSolidList"/>
    <dgm:cxn modelId="{0E8B4B1C-FEA5-47EB-B4B7-D366ED55AA20}" type="presParOf" srcId="{19EBED59-8B3B-4E3E-B3C7-5F41761E5A61}" destId="{81D90E4E-05AE-4CD1-A3AC-E27DC776EA44}" srcOrd="2" destOrd="0" presId="urn:microsoft.com/office/officeart/2018/2/layout/IconVerticalSolidList"/>
    <dgm:cxn modelId="{B2F95174-3512-4A3A-ACD6-BA09CE87ADB0}" type="presParOf" srcId="{19EBED59-8B3B-4E3E-B3C7-5F41761E5A61}" destId="{0E43CF98-465F-4A37-9F8D-3136A9541909}" srcOrd="3" destOrd="0" presId="urn:microsoft.com/office/officeart/2018/2/layout/IconVerticalSolidList"/>
    <dgm:cxn modelId="{11F17AA2-1E84-4F8E-8BCB-6322FBE406AB}" type="presParOf" srcId="{95C1A6B2-8905-4D88-AB74-002378517DDE}" destId="{4719C201-7D62-4B13-A1B5-4B5A7A281FBC}" srcOrd="1" destOrd="0" presId="urn:microsoft.com/office/officeart/2018/2/layout/IconVerticalSolidList"/>
    <dgm:cxn modelId="{D549C277-71F6-4ABE-9954-E439B72A4862}" type="presParOf" srcId="{95C1A6B2-8905-4D88-AB74-002378517DDE}" destId="{43358FBB-4EDE-4316-AE3E-6B38ED68F91B}" srcOrd="2" destOrd="0" presId="urn:microsoft.com/office/officeart/2018/2/layout/IconVerticalSolidList"/>
    <dgm:cxn modelId="{222A67F8-5D86-4545-87B9-D01DAC349936}" type="presParOf" srcId="{43358FBB-4EDE-4316-AE3E-6B38ED68F91B}" destId="{9FB12BA4-31C0-4D1C-B1DE-D0CC72872CE5}" srcOrd="0" destOrd="0" presId="urn:microsoft.com/office/officeart/2018/2/layout/IconVerticalSolidList"/>
    <dgm:cxn modelId="{266FBAC9-34EA-4EA6-AA41-2E88B3652282}" type="presParOf" srcId="{43358FBB-4EDE-4316-AE3E-6B38ED68F91B}" destId="{824EAE4B-D687-4A5B-B7BF-799A1B85B02E}" srcOrd="1" destOrd="0" presId="urn:microsoft.com/office/officeart/2018/2/layout/IconVerticalSolidList"/>
    <dgm:cxn modelId="{3461792E-BFC8-47E6-9FC5-B3D1F1776034}" type="presParOf" srcId="{43358FBB-4EDE-4316-AE3E-6B38ED68F91B}" destId="{EF377079-1B30-4734-9BAF-D36CA3A896DC}" srcOrd="2" destOrd="0" presId="urn:microsoft.com/office/officeart/2018/2/layout/IconVerticalSolidList"/>
    <dgm:cxn modelId="{C12F0281-505A-45A6-A540-FE47DD404D98}" type="presParOf" srcId="{43358FBB-4EDE-4316-AE3E-6B38ED68F91B}" destId="{8946D8E5-9CEA-4E75-87E0-9BD840535AA4}" srcOrd="3" destOrd="0" presId="urn:microsoft.com/office/officeart/2018/2/layout/IconVerticalSolidList"/>
    <dgm:cxn modelId="{82DEB4A3-7EB5-4D9F-99D9-66CFDEA3C36C}" type="presParOf" srcId="{95C1A6B2-8905-4D88-AB74-002378517DDE}" destId="{3C06FF7E-2C49-4051-8C23-2D84CF5E85EE}" srcOrd="3" destOrd="0" presId="urn:microsoft.com/office/officeart/2018/2/layout/IconVerticalSolidList"/>
    <dgm:cxn modelId="{7E241516-BC55-4733-B54F-018D57F83662}" type="presParOf" srcId="{95C1A6B2-8905-4D88-AB74-002378517DDE}" destId="{674FD06F-1B6D-4028-A868-3D9B1CBC6740}" srcOrd="4" destOrd="0" presId="urn:microsoft.com/office/officeart/2018/2/layout/IconVerticalSolidList"/>
    <dgm:cxn modelId="{F57A5842-46A7-4A93-A6F7-7F529872D60B}" type="presParOf" srcId="{674FD06F-1B6D-4028-A868-3D9B1CBC6740}" destId="{D2433A6F-DA2D-4B73-80FD-D7CC71C9792D}" srcOrd="0" destOrd="0" presId="urn:microsoft.com/office/officeart/2018/2/layout/IconVerticalSolidList"/>
    <dgm:cxn modelId="{C40351C2-81F1-4D12-85A8-25A21C292823}" type="presParOf" srcId="{674FD06F-1B6D-4028-A868-3D9B1CBC6740}" destId="{839DE71C-A028-47C9-A08C-CB607CEB47F3}" srcOrd="1" destOrd="0" presId="urn:microsoft.com/office/officeart/2018/2/layout/IconVerticalSolidList"/>
    <dgm:cxn modelId="{D81431E3-AD6B-415A-B05D-64CCA2750EED}" type="presParOf" srcId="{674FD06F-1B6D-4028-A868-3D9B1CBC6740}" destId="{93D259FD-D066-47D5-B182-9679B92E21A7}" srcOrd="2" destOrd="0" presId="urn:microsoft.com/office/officeart/2018/2/layout/IconVerticalSolidList"/>
    <dgm:cxn modelId="{7CC26F76-7B1F-45F7-B108-E036300EE4AD}" type="presParOf" srcId="{674FD06F-1B6D-4028-A868-3D9B1CBC6740}" destId="{CFF99E53-A626-4868-833A-2B6019D48D5D}" srcOrd="3" destOrd="0" presId="urn:microsoft.com/office/officeart/2018/2/layout/IconVerticalSolidList"/>
    <dgm:cxn modelId="{AA17409C-26CF-4291-8B80-3BA9B65CE880}" type="presParOf" srcId="{95C1A6B2-8905-4D88-AB74-002378517DDE}" destId="{4941112B-4EDC-4192-AE10-BBABA60F4D54}" srcOrd="5" destOrd="0" presId="urn:microsoft.com/office/officeart/2018/2/layout/IconVerticalSolidList"/>
    <dgm:cxn modelId="{C4ED124F-AFE3-47C2-B35B-54E987AF058B}" type="presParOf" srcId="{95C1A6B2-8905-4D88-AB74-002378517DDE}" destId="{B7CFA9A7-41BF-4008-B7FB-73E2F75895A3}" srcOrd="6" destOrd="0" presId="urn:microsoft.com/office/officeart/2018/2/layout/IconVerticalSolidList"/>
    <dgm:cxn modelId="{9635A5CF-32C7-409F-9C76-C57B70BB4CC7}" type="presParOf" srcId="{B7CFA9A7-41BF-4008-B7FB-73E2F75895A3}" destId="{BFF00F99-6536-4F54-BDCF-905BA7DE6BCE}" srcOrd="0" destOrd="0" presId="urn:microsoft.com/office/officeart/2018/2/layout/IconVerticalSolidList"/>
    <dgm:cxn modelId="{EFCF32F1-B6BD-48CF-81C8-A2CEFCE57A58}" type="presParOf" srcId="{B7CFA9A7-41BF-4008-B7FB-73E2F75895A3}" destId="{C8628A84-EC13-4637-A896-7D92DA7519FA}" srcOrd="1" destOrd="0" presId="urn:microsoft.com/office/officeart/2018/2/layout/IconVerticalSolidList"/>
    <dgm:cxn modelId="{711B8198-327A-4850-91A9-675E4225245F}" type="presParOf" srcId="{B7CFA9A7-41BF-4008-B7FB-73E2F75895A3}" destId="{BBBA977F-2459-425D-B3F9-30EF43A8B0D5}" srcOrd="2" destOrd="0" presId="urn:microsoft.com/office/officeart/2018/2/layout/IconVerticalSolidList"/>
    <dgm:cxn modelId="{DDD5DD6A-5A45-46D0-9BA8-37C43C686059}" type="presParOf" srcId="{B7CFA9A7-41BF-4008-B7FB-73E2F75895A3}" destId="{3E867EC2-EB2E-490F-BC3E-05C0BA610F7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B27F8CF-46DA-4140-9A73-7606B579A8FF}" type="doc">
      <dgm:prSet loTypeId="urn:microsoft.com/office/officeart/2005/8/layout/process4" loCatId="process" qsTypeId="urn:microsoft.com/office/officeart/2005/8/quickstyle/simple1" qsCatId="simple" csTypeId="urn:microsoft.com/office/officeart/2005/8/colors/colorful1" csCatId="colorful"/>
      <dgm:spPr/>
      <dgm:t>
        <a:bodyPr/>
        <a:lstStyle/>
        <a:p>
          <a:endParaRPr lang="en-US"/>
        </a:p>
      </dgm:t>
    </dgm:pt>
    <dgm:pt modelId="{D4849BF3-927D-413D-AB60-98A5ED42814B}">
      <dgm:prSet/>
      <dgm:spPr/>
      <dgm:t>
        <a:bodyPr/>
        <a:lstStyle/>
        <a:p>
          <a:r>
            <a:rPr lang="en-US"/>
            <a:t>Unbeknownst to Iddan or Meron, another team of scientists in the United Kingdom was also working on a method for wireless endoscopy.</a:t>
          </a:r>
        </a:p>
      </dgm:t>
    </dgm:pt>
    <dgm:pt modelId="{92CE1D85-9440-41C8-904A-8DF765F6F113}" type="parTrans" cxnId="{F7377837-18B3-4682-8A94-8A4B5B86EA70}">
      <dgm:prSet/>
      <dgm:spPr/>
      <dgm:t>
        <a:bodyPr/>
        <a:lstStyle/>
        <a:p>
          <a:endParaRPr lang="en-US"/>
        </a:p>
      </dgm:t>
    </dgm:pt>
    <dgm:pt modelId="{49E1C73D-6D54-4A82-AD52-5452564EAE2D}" type="sibTrans" cxnId="{F7377837-18B3-4682-8A94-8A4B5B86EA70}">
      <dgm:prSet/>
      <dgm:spPr/>
      <dgm:t>
        <a:bodyPr/>
        <a:lstStyle/>
        <a:p>
          <a:endParaRPr lang="en-US"/>
        </a:p>
      </dgm:t>
    </dgm:pt>
    <dgm:pt modelId="{E8B94870-5163-4F57-898D-EA195CE1DCEB}">
      <dgm:prSet/>
      <dgm:spPr/>
      <dgm:t>
        <a:bodyPr/>
        <a:lstStyle/>
        <a:p>
          <a:r>
            <a:rPr lang="en-US"/>
            <a:t>This team included a physician named C. Paul Swain, a bioengineer named Tim Mills, and a doctoral student named Feng Gong. Swain, Mills, and Gong were exploring applications of commercially available miniature video cameras and processors.</a:t>
          </a:r>
        </a:p>
      </dgm:t>
    </dgm:pt>
    <dgm:pt modelId="{6BA97116-724E-496A-A0A2-E96BB0FD8FB1}" type="parTrans" cxnId="{1C199E6F-C055-44A0-960E-2FB3B55FA647}">
      <dgm:prSet/>
      <dgm:spPr/>
      <dgm:t>
        <a:bodyPr/>
        <a:lstStyle/>
        <a:p>
          <a:endParaRPr lang="en-US"/>
        </a:p>
      </dgm:t>
    </dgm:pt>
    <dgm:pt modelId="{B80D33E9-99AA-4020-88EA-D451B1669C0B}" type="sibTrans" cxnId="{1C199E6F-C055-44A0-960E-2FB3B55FA647}">
      <dgm:prSet/>
      <dgm:spPr/>
      <dgm:t>
        <a:bodyPr/>
        <a:lstStyle/>
        <a:p>
          <a:endParaRPr lang="en-US"/>
        </a:p>
      </dgm:t>
    </dgm:pt>
    <dgm:pt modelId="{D3E753ED-D0C9-4652-AF30-5455CAC8C9DC}">
      <dgm:prSet/>
      <dgm:spPr/>
      <dgm:t>
        <a:bodyPr/>
        <a:lstStyle/>
        <a:p>
          <a:r>
            <a:rPr lang="en-US"/>
            <a:t>They scouted out miniature camera technology at “spy shops” in London that supplied small video cameras and transmitters to private detectives and other users.</a:t>
          </a:r>
        </a:p>
      </dgm:t>
    </dgm:pt>
    <dgm:pt modelId="{1CB863E6-249E-4271-9C24-9CC69DC23B5B}" type="parTrans" cxnId="{E4FB7ACE-555F-4009-A6CC-92A3BE41A0BF}">
      <dgm:prSet/>
      <dgm:spPr/>
      <dgm:t>
        <a:bodyPr/>
        <a:lstStyle/>
        <a:p>
          <a:endParaRPr lang="en-US"/>
        </a:p>
      </dgm:t>
    </dgm:pt>
    <dgm:pt modelId="{D7C91F08-90DA-4091-A606-CD617AAAA893}" type="sibTrans" cxnId="{E4FB7ACE-555F-4009-A6CC-92A3BE41A0BF}">
      <dgm:prSet/>
      <dgm:spPr/>
      <dgm:t>
        <a:bodyPr/>
        <a:lstStyle/>
        <a:p>
          <a:endParaRPr lang="en-US"/>
        </a:p>
      </dgm:t>
    </dgm:pt>
    <dgm:pt modelId="{5BE580AE-1BCC-4E4F-AFD1-83F623EC328F}" type="pres">
      <dgm:prSet presAssocID="{4B27F8CF-46DA-4140-9A73-7606B579A8FF}" presName="Name0" presStyleCnt="0">
        <dgm:presLayoutVars>
          <dgm:dir/>
          <dgm:animLvl val="lvl"/>
          <dgm:resizeHandles val="exact"/>
        </dgm:presLayoutVars>
      </dgm:prSet>
      <dgm:spPr/>
    </dgm:pt>
    <dgm:pt modelId="{21334588-6489-4B0B-B9E2-C5153BF2E576}" type="pres">
      <dgm:prSet presAssocID="{D3E753ED-D0C9-4652-AF30-5455CAC8C9DC}" presName="boxAndChildren" presStyleCnt="0"/>
      <dgm:spPr/>
    </dgm:pt>
    <dgm:pt modelId="{C446C0E3-2754-4FDF-985C-025BF2090B6B}" type="pres">
      <dgm:prSet presAssocID="{D3E753ED-D0C9-4652-AF30-5455CAC8C9DC}" presName="parentTextBox" presStyleLbl="node1" presStyleIdx="0" presStyleCnt="3"/>
      <dgm:spPr/>
    </dgm:pt>
    <dgm:pt modelId="{853C2AEF-A2A0-490E-A8E2-47295366F301}" type="pres">
      <dgm:prSet presAssocID="{B80D33E9-99AA-4020-88EA-D451B1669C0B}" presName="sp" presStyleCnt="0"/>
      <dgm:spPr/>
    </dgm:pt>
    <dgm:pt modelId="{263507CF-E984-45E0-8E23-984C7E0265DF}" type="pres">
      <dgm:prSet presAssocID="{E8B94870-5163-4F57-898D-EA195CE1DCEB}" presName="arrowAndChildren" presStyleCnt="0"/>
      <dgm:spPr/>
    </dgm:pt>
    <dgm:pt modelId="{F245BC84-A615-4D5F-B771-EB0C10C0AC51}" type="pres">
      <dgm:prSet presAssocID="{E8B94870-5163-4F57-898D-EA195CE1DCEB}" presName="parentTextArrow" presStyleLbl="node1" presStyleIdx="1" presStyleCnt="3"/>
      <dgm:spPr/>
    </dgm:pt>
    <dgm:pt modelId="{F3869C02-BEE9-4F1F-A5A4-F3A80FEE678C}" type="pres">
      <dgm:prSet presAssocID="{49E1C73D-6D54-4A82-AD52-5452564EAE2D}" presName="sp" presStyleCnt="0"/>
      <dgm:spPr/>
    </dgm:pt>
    <dgm:pt modelId="{C8FD5482-2BD5-44F3-8F21-4D862C30BE08}" type="pres">
      <dgm:prSet presAssocID="{D4849BF3-927D-413D-AB60-98A5ED42814B}" presName="arrowAndChildren" presStyleCnt="0"/>
      <dgm:spPr/>
    </dgm:pt>
    <dgm:pt modelId="{642D3712-9183-4B12-956E-A6B752217B65}" type="pres">
      <dgm:prSet presAssocID="{D4849BF3-927D-413D-AB60-98A5ED42814B}" presName="parentTextArrow" presStyleLbl="node1" presStyleIdx="2" presStyleCnt="3"/>
      <dgm:spPr/>
    </dgm:pt>
  </dgm:ptLst>
  <dgm:cxnLst>
    <dgm:cxn modelId="{DFB6A907-F96F-40E6-9D59-0B8D655BB317}" type="presOf" srcId="{4B27F8CF-46DA-4140-9A73-7606B579A8FF}" destId="{5BE580AE-1BCC-4E4F-AFD1-83F623EC328F}" srcOrd="0" destOrd="0" presId="urn:microsoft.com/office/officeart/2005/8/layout/process4"/>
    <dgm:cxn modelId="{F7377837-18B3-4682-8A94-8A4B5B86EA70}" srcId="{4B27F8CF-46DA-4140-9A73-7606B579A8FF}" destId="{D4849BF3-927D-413D-AB60-98A5ED42814B}" srcOrd="0" destOrd="0" parTransId="{92CE1D85-9440-41C8-904A-8DF765F6F113}" sibTransId="{49E1C73D-6D54-4A82-AD52-5452564EAE2D}"/>
    <dgm:cxn modelId="{1C199E6F-C055-44A0-960E-2FB3B55FA647}" srcId="{4B27F8CF-46DA-4140-9A73-7606B579A8FF}" destId="{E8B94870-5163-4F57-898D-EA195CE1DCEB}" srcOrd="1" destOrd="0" parTransId="{6BA97116-724E-496A-A0A2-E96BB0FD8FB1}" sibTransId="{B80D33E9-99AA-4020-88EA-D451B1669C0B}"/>
    <dgm:cxn modelId="{94D8D782-D464-436F-B1C6-3D6EDB2B2B28}" type="presOf" srcId="{D3E753ED-D0C9-4652-AF30-5455CAC8C9DC}" destId="{C446C0E3-2754-4FDF-985C-025BF2090B6B}" srcOrd="0" destOrd="0" presId="urn:microsoft.com/office/officeart/2005/8/layout/process4"/>
    <dgm:cxn modelId="{E4FB7ACE-555F-4009-A6CC-92A3BE41A0BF}" srcId="{4B27F8CF-46DA-4140-9A73-7606B579A8FF}" destId="{D3E753ED-D0C9-4652-AF30-5455CAC8C9DC}" srcOrd="2" destOrd="0" parTransId="{1CB863E6-249E-4271-9C24-9CC69DC23B5B}" sibTransId="{D7C91F08-90DA-4091-A606-CD617AAAA893}"/>
    <dgm:cxn modelId="{5A0B13D7-266A-4C4B-965C-BF0E7BF17715}" type="presOf" srcId="{D4849BF3-927D-413D-AB60-98A5ED42814B}" destId="{642D3712-9183-4B12-956E-A6B752217B65}" srcOrd="0" destOrd="0" presId="urn:microsoft.com/office/officeart/2005/8/layout/process4"/>
    <dgm:cxn modelId="{51B099FC-1F24-4218-B046-D64B8B3FC445}" type="presOf" srcId="{E8B94870-5163-4F57-898D-EA195CE1DCEB}" destId="{F245BC84-A615-4D5F-B771-EB0C10C0AC51}" srcOrd="0" destOrd="0" presId="urn:microsoft.com/office/officeart/2005/8/layout/process4"/>
    <dgm:cxn modelId="{0F56AB6A-E629-4941-8819-76454CC142B9}" type="presParOf" srcId="{5BE580AE-1BCC-4E4F-AFD1-83F623EC328F}" destId="{21334588-6489-4B0B-B9E2-C5153BF2E576}" srcOrd="0" destOrd="0" presId="urn:microsoft.com/office/officeart/2005/8/layout/process4"/>
    <dgm:cxn modelId="{A08E43B7-D7DA-4BE4-8777-BEE70E405205}" type="presParOf" srcId="{21334588-6489-4B0B-B9E2-C5153BF2E576}" destId="{C446C0E3-2754-4FDF-985C-025BF2090B6B}" srcOrd="0" destOrd="0" presId="urn:microsoft.com/office/officeart/2005/8/layout/process4"/>
    <dgm:cxn modelId="{57EF74A3-1DF8-4146-B95C-6A8A8F2E9AFB}" type="presParOf" srcId="{5BE580AE-1BCC-4E4F-AFD1-83F623EC328F}" destId="{853C2AEF-A2A0-490E-A8E2-47295366F301}" srcOrd="1" destOrd="0" presId="urn:microsoft.com/office/officeart/2005/8/layout/process4"/>
    <dgm:cxn modelId="{71817225-0776-44BD-8AF4-D5439D22E4F5}" type="presParOf" srcId="{5BE580AE-1BCC-4E4F-AFD1-83F623EC328F}" destId="{263507CF-E984-45E0-8E23-984C7E0265DF}" srcOrd="2" destOrd="0" presId="urn:microsoft.com/office/officeart/2005/8/layout/process4"/>
    <dgm:cxn modelId="{5BB0D395-AB47-4485-8459-2E1ED2FEB0B6}" type="presParOf" srcId="{263507CF-E984-45E0-8E23-984C7E0265DF}" destId="{F245BC84-A615-4D5F-B771-EB0C10C0AC51}" srcOrd="0" destOrd="0" presId="urn:microsoft.com/office/officeart/2005/8/layout/process4"/>
    <dgm:cxn modelId="{CFC6314A-DC8E-44BF-8560-BD455C9B14B5}" type="presParOf" srcId="{5BE580AE-1BCC-4E4F-AFD1-83F623EC328F}" destId="{F3869C02-BEE9-4F1F-A5A4-F3A80FEE678C}" srcOrd="3" destOrd="0" presId="urn:microsoft.com/office/officeart/2005/8/layout/process4"/>
    <dgm:cxn modelId="{B9FC37A4-DADC-4424-A704-CEB5D70DB2B8}" type="presParOf" srcId="{5BE580AE-1BCC-4E4F-AFD1-83F623EC328F}" destId="{C8FD5482-2BD5-44F3-8F21-4D862C30BE08}" srcOrd="4" destOrd="0" presId="urn:microsoft.com/office/officeart/2005/8/layout/process4"/>
    <dgm:cxn modelId="{8D6116D6-83E3-4E2A-A40D-AC2AACF4ABB1}" type="presParOf" srcId="{C8FD5482-2BD5-44F3-8F21-4D862C30BE08}" destId="{642D3712-9183-4B12-956E-A6B752217B65}"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D1CF7AA-E815-4338-BF3F-1F2A8482BDC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5B59A31-1145-4BFE-96B5-27BE5D117CF3}">
      <dgm:prSet/>
      <dgm:spPr/>
      <dgm:t>
        <a:bodyPr/>
        <a:lstStyle/>
        <a:p>
          <a:r>
            <a:rPr lang="en-US" dirty="0"/>
            <a:t>By 1994 they were developing crude devices to see if they could transmit moving images from within the gut using microwave frequencies. By 1996 they had succeeded in their first live animal trial.</a:t>
          </a:r>
        </a:p>
      </dgm:t>
    </dgm:pt>
    <dgm:pt modelId="{D6B3C0DC-B726-46A8-8DF3-18BB56EB244A}" type="parTrans" cxnId="{BFBC226C-2D9F-49E7-B877-E41CDB70D1BF}">
      <dgm:prSet/>
      <dgm:spPr/>
      <dgm:t>
        <a:bodyPr/>
        <a:lstStyle/>
        <a:p>
          <a:endParaRPr lang="en-US"/>
        </a:p>
      </dgm:t>
    </dgm:pt>
    <dgm:pt modelId="{E50C7B49-F4D2-414F-AAFD-781BA90EA766}" type="sibTrans" cxnId="{BFBC226C-2D9F-49E7-B877-E41CDB70D1BF}">
      <dgm:prSet/>
      <dgm:spPr/>
      <dgm:t>
        <a:bodyPr/>
        <a:lstStyle/>
        <a:p>
          <a:endParaRPr lang="en-US"/>
        </a:p>
      </dgm:t>
    </dgm:pt>
    <dgm:pt modelId="{4598BAF8-DC8A-410C-9650-BBB8562AAE17}">
      <dgm:prSet/>
      <dgm:spPr/>
      <dgm:t>
        <a:bodyPr/>
        <a:lstStyle/>
        <a:p>
          <a:r>
            <a:rPr lang="en-US"/>
            <a:t>They surgically inserted their prototype device into a pig’s stomach, and demonstrated that they could see the pylorus valve of the stomach open and close.</a:t>
          </a:r>
        </a:p>
      </dgm:t>
    </dgm:pt>
    <dgm:pt modelId="{13905B03-06A2-41CC-89D2-61B99478C346}" type="parTrans" cxnId="{0DA7FA88-1718-4972-950E-34AA87784121}">
      <dgm:prSet/>
      <dgm:spPr/>
      <dgm:t>
        <a:bodyPr/>
        <a:lstStyle/>
        <a:p>
          <a:endParaRPr lang="en-US"/>
        </a:p>
      </dgm:t>
    </dgm:pt>
    <dgm:pt modelId="{5AF83ECF-7F61-408C-B061-DA6ED30BEFE4}" type="sibTrans" cxnId="{0DA7FA88-1718-4972-950E-34AA87784121}">
      <dgm:prSet/>
      <dgm:spPr/>
      <dgm:t>
        <a:bodyPr/>
        <a:lstStyle/>
        <a:p>
          <a:endParaRPr lang="en-US"/>
        </a:p>
      </dgm:t>
    </dgm:pt>
    <dgm:pt modelId="{84329FBF-CDDF-4207-A76E-392A893D0470}">
      <dgm:prSet/>
      <dgm:spPr/>
      <dgm:t>
        <a:bodyPr/>
        <a:lstStyle/>
        <a:p>
          <a:r>
            <a:rPr lang="en-US"/>
            <a:t>Their next hurdle was to develop a device that could be swallowed instead of surgically inserted.</a:t>
          </a:r>
        </a:p>
      </dgm:t>
    </dgm:pt>
    <dgm:pt modelId="{DD9FCCC5-6FF0-4DDF-802B-1AA26AA56020}" type="parTrans" cxnId="{1F88365F-1C9D-4F33-BF36-E9D0B488901D}">
      <dgm:prSet/>
      <dgm:spPr/>
      <dgm:t>
        <a:bodyPr/>
        <a:lstStyle/>
        <a:p>
          <a:endParaRPr lang="en-US"/>
        </a:p>
      </dgm:t>
    </dgm:pt>
    <dgm:pt modelId="{EA045246-F4E2-4F32-AAF1-952F19E36D58}" type="sibTrans" cxnId="{1F88365F-1C9D-4F33-BF36-E9D0B488901D}">
      <dgm:prSet/>
      <dgm:spPr/>
      <dgm:t>
        <a:bodyPr/>
        <a:lstStyle/>
        <a:p>
          <a:endParaRPr lang="en-US"/>
        </a:p>
      </dgm:t>
    </dgm:pt>
    <dgm:pt modelId="{678D9837-515E-4E55-BF07-0A0585582F6D}">
      <dgm:prSet/>
      <dgm:spPr/>
      <dgm:t>
        <a:bodyPr/>
        <a:lstStyle/>
        <a:p>
          <a:r>
            <a:rPr lang="en-US"/>
            <a:t>In the fall of 1997, Gavriel Meron met Dr. Swain at a conference in Birmingham, England, and they concluded that their progress would be much faster if they joined forces.</a:t>
          </a:r>
        </a:p>
      </dgm:t>
    </dgm:pt>
    <dgm:pt modelId="{6114BA5C-AD03-4D15-BC5A-6EC561FBF039}" type="parTrans" cxnId="{425B63D2-EC1A-4BF7-81AF-8C536289618F}">
      <dgm:prSet/>
      <dgm:spPr/>
      <dgm:t>
        <a:bodyPr/>
        <a:lstStyle/>
        <a:p>
          <a:endParaRPr lang="en-US"/>
        </a:p>
      </dgm:t>
    </dgm:pt>
    <dgm:pt modelId="{0C9CF8AE-3CC7-4747-857F-57D4F3569A30}" type="sibTrans" cxnId="{425B63D2-EC1A-4BF7-81AF-8C536289618F}">
      <dgm:prSet/>
      <dgm:spPr/>
      <dgm:t>
        <a:bodyPr/>
        <a:lstStyle/>
        <a:p>
          <a:endParaRPr lang="en-US"/>
        </a:p>
      </dgm:t>
    </dgm:pt>
    <dgm:pt modelId="{E8D34594-FA17-4647-B95D-414A32AA353B}" type="pres">
      <dgm:prSet presAssocID="{DD1CF7AA-E815-4338-BF3F-1F2A8482BDC3}" presName="linear" presStyleCnt="0">
        <dgm:presLayoutVars>
          <dgm:animLvl val="lvl"/>
          <dgm:resizeHandles val="exact"/>
        </dgm:presLayoutVars>
      </dgm:prSet>
      <dgm:spPr/>
    </dgm:pt>
    <dgm:pt modelId="{1364E4D5-A003-4CC6-838D-9FB0D26EA834}" type="pres">
      <dgm:prSet presAssocID="{65B59A31-1145-4BFE-96B5-27BE5D117CF3}" presName="parentText" presStyleLbl="node1" presStyleIdx="0" presStyleCnt="4">
        <dgm:presLayoutVars>
          <dgm:chMax val="0"/>
          <dgm:bulletEnabled val="1"/>
        </dgm:presLayoutVars>
      </dgm:prSet>
      <dgm:spPr/>
    </dgm:pt>
    <dgm:pt modelId="{DB2F5C1B-E703-491E-B88C-4AFD3D4F3C1B}" type="pres">
      <dgm:prSet presAssocID="{E50C7B49-F4D2-414F-AAFD-781BA90EA766}" presName="spacer" presStyleCnt="0"/>
      <dgm:spPr/>
    </dgm:pt>
    <dgm:pt modelId="{9CAC3CFE-54C1-4CA5-934C-9BAF40EAD535}" type="pres">
      <dgm:prSet presAssocID="{4598BAF8-DC8A-410C-9650-BBB8562AAE17}" presName="parentText" presStyleLbl="node1" presStyleIdx="1" presStyleCnt="4">
        <dgm:presLayoutVars>
          <dgm:chMax val="0"/>
          <dgm:bulletEnabled val="1"/>
        </dgm:presLayoutVars>
      </dgm:prSet>
      <dgm:spPr/>
    </dgm:pt>
    <dgm:pt modelId="{F42294CE-C2F4-479C-84E0-A41BAEDC8DB5}" type="pres">
      <dgm:prSet presAssocID="{5AF83ECF-7F61-408C-B061-DA6ED30BEFE4}" presName="spacer" presStyleCnt="0"/>
      <dgm:spPr/>
    </dgm:pt>
    <dgm:pt modelId="{D593EF32-28C2-4F8A-A1D2-8A1859260863}" type="pres">
      <dgm:prSet presAssocID="{84329FBF-CDDF-4207-A76E-392A893D0470}" presName="parentText" presStyleLbl="node1" presStyleIdx="2" presStyleCnt="4">
        <dgm:presLayoutVars>
          <dgm:chMax val="0"/>
          <dgm:bulletEnabled val="1"/>
        </dgm:presLayoutVars>
      </dgm:prSet>
      <dgm:spPr/>
    </dgm:pt>
    <dgm:pt modelId="{71177C01-8055-4879-A1AC-30F230E47B08}" type="pres">
      <dgm:prSet presAssocID="{EA045246-F4E2-4F32-AAF1-952F19E36D58}" presName="spacer" presStyleCnt="0"/>
      <dgm:spPr/>
    </dgm:pt>
    <dgm:pt modelId="{DA41ABD5-FDD4-4581-9EE0-4702D55D5C7E}" type="pres">
      <dgm:prSet presAssocID="{678D9837-515E-4E55-BF07-0A0585582F6D}" presName="parentText" presStyleLbl="node1" presStyleIdx="3" presStyleCnt="4">
        <dgm:presLayoutVars>
          <dgm:chMax val="0"/>
          <dgm:bulletEnabled val="1"/>
        </dgm:presLayoutVars>
      </dgm:prSet>
      <dgm:spPr/>
    </dgm:pt>
  </dgm:ptLst>
  <dgm:cxnLst>
    <dgm:cxn modelId="{9BE8922B-2DCE-43D3-853B-88CF4DED8FE8}" type="presOf" srcId="{84329FBF-CDDF-4207-A76E-392A893D0470}" destId="{D593EF32-28C2-4F8A-A1D2-8A1859260863}" srcOrd="0" destOrd="0" presId="urn:microsoft.com/office/officeart/2005/8/layout/vList2"/>
    <dgm:cxn modelId="{1F88365F-1C9D-4F33-BF36-E9D0B488901D}" srcId="{DD1CF7AA-E815-4338-BF3F-1F2A8482BDC3}" destId="{84329FBF-CDDF-4207-A76E-392A893D0470}" srcOrd="2" destOrd="0" parTransId="{DD9FCCC5-6FF0-4DDF-802B-1AA26AA56020}" sibTransId="{EA045246-F4E2-4F32-AAF1-952F19E36D58}"/>
    <dgm:cxn modelId="{60B83E5F-BB9C-437A-902B-A7AA1027EBE6}" type="presOf" srcId="{4598BAF8-DC8A-410C-9650-BBB8562AAE17}" destId="{9CAC3CFE-54C1-4CA5-934C-9BAF40EAD535}" srcOrd="0" destOrd="0" presId="urn:microsoft.com/office/officeart/2005/8/layout/vList2"/>
    <dgm:cxn modelId="{BFBC226C-2D9F-49E7-B877-E41CDB70D1BF}" srcId="{DD1CF7AA-E815-4338-BF3F-1F2A8482BDC3}" destId="{65B59A31-1145-4BFE-96B5-27BE5D117CF3}" srcOrd="0" destOrd="0" parTransId="{D6B3C0DC-B726-46A8-8DF3-18BB56EB244A}" sibTransId="{E50C7B49-F4D2-414F-AAFD-781BA90EA766}"/>
    <dgm:cxn modelId="{3D6FB54C-C2E7-4FA4-8D16-C4B20D8F523F}" type="presOf" srcId="{678D9837-515E-4E55-BF07-0A0585582F6D}" destId="{DA41ABD5-FDD4-4581-9EE0-4702D55D5C7E}" srcOrd="0" destOrd="0" presId="urn:microsoft.com/office/officeart/2005/8/layout/vList2"/>
    <dgm:cxn modelId="{0DA7FA88-1718-4972-950E-34AA87784121}" srcId="{DD1CF7AA-E815-4338-BF3F-1F2A8482BDC3}" destId="{4598BAF8-DC8A-410C-9650-BBB8562AAE17}" srcOrd="1" destOrd="0" parTransId="{13905B03-06A2-41CC-89D2-61B99478C346}" sibTransId="{5AF83ECF-7F61-408C-B061-DA6ED30BEFE4}"/>
    <dgm:cxn modelId="{CEDB32CD-1ED8-4B86-9214-D237E38D2C9C}" type="presOf" srcId="{65B59A31-1145-4BFE-96B5-27BE5D117CF3}" destId="{1364E4D5-A003-4CC6-838D-9FB0D26EA834}" srcOrd="0" destOrd="0" presId="urn:microsoft.com/office/officeart/2005/8/layout/vList2"/>
    <dgm:cxn modelId="{425B63D2-EC1A-4BF7-81AF-8C536289618F}" srcId="{DD1CF7AA-E815-4338-BF3F-1F2A8482BDC3}" destId="{678D9837-515E-4E55-BF07-0A0585582F6D}" srcOrd="3" destOrd="0" parTransId="{6114BA5C-AD03-4D15-BC5A-6EC561FBF039}" sibTransId="{0C9CF8AE-3CC7-4747-857F-57D4F3569A30}"/>
    <dgm:cxn modelId="{AFA0EBF1-1B56-4DA8-BF0F-4610DF265F78}" type="presOf" srcId="{DD1CF7AA-E815-4338-BF3F-1F2A8482BDC3}" destId="{E8D34594-FA17-4647-B95D-414A32AA353B}" srcOrd="0" destOrd="0" presId="urn:microsoft.com/office/officeart/2005/8/layout/vList2"/>
    <dgm:cxn modelId="{774E9B78-5287-4B6F-9B5E-237ECE09A590}" type="presParOf" srcId="{E8D34594-FA17-4647-B95D-414A32AA353B}" destId="{1364E4D5-A003-4CC6-838D-9FB0D26EA834}" srcOrd="0" destOrd="0" presId="urn:microsoft.com/office/officeart/2005/8/layout/vList2"/>
    <dgm:cxn modelId="{29331862-5B3F-4FEF-8DA1-126A9831F1D7}" type="presParOf" srcId="{E8D34594-FA17-4647-B95D-414A32AA353B}" destId="{DB2F5C1B-E703-491E-B88C-4AFD3D4F3C1B}" srcOrd="1" destOrd="0" presId="urn:microsoft.com/office/officeart/2005/8/layout/vList2"/>
    <dgm:cxn modelId="{749D7E46-3E30-41C6-8B7A-ECA568479571}" type="presParOf" srcId="{E8D34594-FA17-4647-B95D-414A32AA353B}" destId="{9CAC3CFE-54C1-4CA5-934C-9BAF40EAD535}" srcOrd="2" destOrd="0" presId="urn:microsoft.com/office/officeart/2005/8/layout/vList2"/>
    <dgm:cxn modelId="{AF4C0B80-B677-4DCA-94CB-C815DEF22DCA}" type="presParOf" srcId="{E8D34594-FA17-4647-B95D-414A32AA353B}" destId="{F42294CE-C2F4-479C-84E0-A41BAEDC8DB5}" srcOrd="3" destOrd="0" presId="urn:microsoft.com/office/officeart/2005/8/layout/vList2"/>
    <dgm:cxn modelId="{A517AB97-7092-4444-8696-E947C9E2867A}" type="presParOf" srcId="{E8D34594-FA17-4647-B95D-414A32AA353B}" destId="{D593EF32-28C2-4F8A-A1D2-8A1859260863}" srcOrd="4" destOrd="0" presId="urn:microsoft.com/office/officeart/2005/8/layout/vList2"/>
    <dgm:cxn modelId="{00B9CF92-74D4-4802-B8CF-3E6A72C74049}" type="presParOf" srcId="{E8D34594-FA17-4647-B95D-414A32AA353B}" destId="{71177C01-8055-4879-A1AC-30F230E47B08}" srcOrd="5" destOrd="0" presId="urn:microsoft.com/office/officeart/2005/8/layout/vList2"/>
    <dgm:cxn modelId="{E689A933-BF1F-412D-B2BF-9F32F477CCF6}" type="presParOf" srcId="{E8D34594-FA17-4647-B95D-414A32AA353B}" destId="{DA41ABD5-FDD4-4581-9EE0-4702D55D5C7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A87EC1C-6163-4479-BBB6-777FC2C5EA52}" type="doc">
      <dgm:prSet loTypeId="urn:microsoft.com/office/officeart/2005/8/layout/process4" loCatId="process" qsTypeId="urn:microsoft.com/office/officeart/2005/8/quickstyle/simple1" qsCatId="simple" csTypeId="urn:microsoft.com/office/officeart/2005/8/colors/colorful1" csCatId="colorful"/>
      <dgm:spPr/>
      <dgm:t>
        <a:bodyPr/>
        <a:lstStyle/>
        <a:p>
          <a:endParaRPr lang="en-US"/>
        </a:p>
      </dgm:t>
    </dgm:pt>
    <dgm:pt modelId="{60B33438-7350-4F35-998D-6DF4358EDAE6}">
      <dgm:prSet/>
      <dgm:spPr/>
      <dgm:t>
        <a:bodyPr/>
        <a:lstStyle/>
        <a:p>
          <a:r>
            <a:rPr lang="en-US" dirty="0"/>
            <a:t>Swain’s team had superior expertise in anatomy and the imaging needs of diagnosing small intestine disorders, while </a:t>
          </a:r>
          <a:r>
            <a:rPr lang="en-US" dirty="0" err="1"/>
            <a:t>Iddan’s</a:t>
          </a:r>
          <a:r>
            <a:rPr lang="en-US" dirty="0"/>
            <a:t> CMOS-based sensors enabled the production of a smaller device with lower power requirements.</a:t>
          </a:r>
        </a:p>
      </dgm:t>
    </dgm:pt>
    <dgm:pt modelId="{A15638D2-66A7-4A69-9D4C-E932D9FD44B3}" type="parTrans" cxnId="{19213A11-5274-4FA8-AFE5-777F5AA03ABC}">
      <dgm:prSet/>
      <dgm:spPr/>
      <dgm:t>
        <a:bodyPr/>
        <a:lstStyle/>
        <a:p>
          <a:endParaRPr lang="en-US"/>
        </a:p>
      </dgm:t>
    </dgm:pt>
    <dgm:pt modelId="{624BF14D-CE11-4D25-8816-E007D0050D4B}" type="sibTrans" cxnId="{19213A11-5274-4FA8-AFE5-777F5AA03ABC}">
      <dgm:prSet/>
      <dgm:spPr/>
      <dgm:t>
        <a:bodyPr/>
        <a:lstStyle/>
        <a:p>
          <a:endParaRPr lang="en-US"/>
        </a:p>
      </dgm:t>
    </dgm:pt>
    <dgm:pt modelId="{ED2C2564-9B9F-4DD6-AB30-B85B32728AC3}">
      <dgm:prSet/>
      <dgm:spPr/>
      <dgm:t>
        <a:bodyPr/>
        <a:lstStyle/>
        <a:p>
          <a:r>
            <a:rPr lang="en-US"/>
            <a:t>The teams thus had complementary knowledge that each knew would be crucial to producing a successful capsule endoscope.</a:t>
          </a:r>
        </a:p>
      </dgm:t>
    </dgm:pt>
    <dgm:pt modelId="{010F7CE1-300F-4DEB-B250-11E3CA7085BC}" type="parTrans" cxnId="{C77F4323-F61F-40E9-A087-9C36A7776E0D}">
      <dgm:prSet/>
      <dgm:spPr/>
      <dgm:t>
        <a:bodyPr/>
        <a:lstStyle/>
        <a:p>
          <a:endParaRPr lang="en-US"/>
        </a:p>
      </dgm:t>
    </dgm:pt>
    <dgm:pt modelId="{573274DE-B957-4575-8E3E-D6EC844C06C2}" type="sibTrans" cxnId="{C77F4323-F61F-40E9-A087-9C36A7776E0D}">
      <dgm:prSet/>
      <dgm:spPr/>
      <dgm:t>
        <a:bodyPr/>
        <a:lstStyle/>
        <a:p>
          <a:endParaRPr lang="en-US"/>
        </a:p>
      </dgm:t>
    </dgm:pt>
    <dgm:pt modelId="{C7A62622-54A9-4C24-88DE-173E0FBA50C1}">
      <dgm:prSet/>
      <dgm:spPr/>
      <dgm:t>
        <a:bodyPr/>
        <a:lstStyle/>
        <a:p>
          <a:r>
            <a:rPr lang="en-US"/>
            <a:t>In 1999, the team got permission from the ethics committee at the Royal London Hospital to conduct their first human trial.</a:t>
          </a:r>
        </a:p>
      </dgm:t>
    </dgm:pt>
    <dgm:pt modelId="{C7317C94-EEF7-4453-B204-B30A4543DBB5}" type="parTrans" cxnId="{BDDF0F23-970E-49D4-B53A-14D0D6AA6D5D}">
      <dgm:prSet/>
      <dgm:spPr/>
      <dgm:t>
        <a:bodyPr/>
        <a:lstStyle/>
        <a:p>
          <a:endParaRPr lang="en-US"/>
        </a:p>
      </dgm:t>
    </dgm:pt>
    <dgm:pt modelId="{2C46D313-F181-4D96-A2AC-81A2D1A82A80}" type="sibTrans" cxnId="{BDDF0F23-970E-49D4-B53A-14D0D6AA6D5D}">
      <dgm:prSet/>
      <dgm:spPr/>
      <dgm:t>
        <a:bodyPr/>
        <a:lstStyle/>
        <a:p>
          <a:endParaRPr lang="en-US"/>
        </a:p>
      </dgm:t>
    </dgm:pt>
    <dgm:pt modelId="{0066E6D9-12A8-492C-8A1A-3982D8513D9C}">
      <dgm:prSet/>
      <dgm:spPr/>
      <dgm:t>
        <a:bodyPr/>
        <a:lstStyle/>
        <a:p>
          <a:r>
            <a:rPr lang="en-US"/>
            <a:t>Dr. Swain would be the patient, and Dr. Scapa (whose initial urgings had motivated Iddan to develop the wireless endoscope) would be the surgeon who would oversee the procedure.</a:t>
          </a:r>
        </a:p>
      </dgm:t>
    </dgm:pt>
    <dgm:pt modelId="{455B751C-730B-45DE-964C-DBEA238DB4E8}" type="parTrans" cxnId="{303CD2F5-D3F0-40DE-A62A-B33F236D7776}">
      <dgm:prSet/>
      <dgm:spPr/>
      <dgm:t>
        <a:bodyPr/>
        <a:lstStyle/>
        <a:p>
          <a:endParaRPr lang="en-US"/>
        </a:p>
      </dgm:t>
    </dgm:pt>
    <dgm:pt modelId="{E3DA25FA-7443-41A8-BB92-278A736C3CF2}" type="sibTrans" cxnId="{303CD2F5-D3F0-40DE-A62A-B33F236D7776}">
      <dgm:prSet/>
      <dgm:spPr/>
      <dgm:t>
        <a:bodyPr/>
        <a:lstStyle/>
        <a:p>
          <a:endParaRPr lang="en-US"/>
        </a:p>
      </dgm:t>
    </dgm:pt>
    <dgm:pt modelId="{18089B74-6ECD-4147-BCDC-635D18A1F0B8}" type="pres">
      <dgm:prSet presAssocID="{7A87EC1C-6163-4479-BBB6-777FC2C5EA52}" presName="Name0" presStyleCnt="0">
        <dgm:presLayoutVars>
          <dgm:dir/>
          <dgm:animLvl val="lvl"/>
          <dgm:resizeHandles val="exact"/>
        </dgm:presLayoutVars>
      </dgm:prSet>
      <dgm:spPr/>
    </dgm:pt>
    <dgm:pt modelId="{008B7493-E575-4BA1-84CD-E52BC252EBFA}" type="pres">
      <dgm:prSet presAssocID="{0066E6D9-12A8-492C-8A1A-3982D8513D9C}" presName="boxAndChildren" presStyleCnt="0"/>
      <dgm:spPr/>
    </dgm:pt>
    <dgm:pt modelId="{432ABF72-9244-4FCE-B2AF-CBCB44D9D0D9}" type="pres">
      <dgm:prSet presAssocID="{0066E6D9-12A8-492C-8A1A-3982D8513D9C}" presName="parentTextBox" presStyleLbl="node1" presStyleIdx="0" presStyleCnt="4"/>
      <dgm:spPr/>
    </dgm:pt>
    <dgm:pt modelId="{9A25D8E3-5ECB-4185-82B9-188A3DD7CD38}" type="pres">
      <dgm:prSet presAssocID="{2C46D313-F181-4D96-A2AC-81A2D1A82A80}" presName="sp" presStyleCnt="0"/>
      <dgm:spPr/>
    </dgm:pt>
    <dgm:pt modelId="{D3A15562-E10C-4686-8A4E-D7D0BA10555B}" type="pres">
      <dgm:prSet presAssocID="{C7A62622-54A9-4C24-88DE-173E0FBA50C1}" presName="arrowAndChildren" presStyleCnt="0"/>
      <dgm:spPr/>
    </dgm:pt>
    <dgm:pt modelId="{99A14F70-18B3-4D2A-8928-34510A2142CA}" type="pres">
      <dgm:prSet presAssocID="{C7A62622-54A9-4C24-88DE-173E0FBA50C1}" presName="parentTextArrow" presStyleLbl="node1" presStyleIdx="1" presStyleCnt="4"/>
      <dgm:spPr/>
    </dgm:pt>
    <dgm:pt modelId="{6D308258-1C84-4CB2-A2E7-209C196C08D0}" type="pres">
      <dgm:prSet presAssocID="{573274DE-B957-4575-8E3E-D6EC844C06C2}" presName="sp" presStyleCnt="0"/>
      <dgm:spPr/>
    </dgm:pt>
    <dgm:pt modelId="{2B683516-0D2A-44E3-A314-2FE367D115AB}" type="pres">
      <dgm:prSet presAssocID="{ED2C2564-9B9F-4DD6-AB30-B85B32728AC3}" presName="arrowAndChildren" presStyleCnt="0"/>
      <dgm:spPr/>
    </dgm:pt>
    <dgm:pt modelId="{5F627982-0B3A-4C2D-9448-759C765B074F}" type="pres">
      <dgm:prSet presAssocID="{ED2C2564-9B9F-4DD6-AB30-B85B32728AC3}" presName="parentTextArrow" presStyleLbl="node1" presStyleIdx="2" presStyleCnt="4"/>
      <dgm:spPr/>
    </dgm:pt>
    <dgm:pt modelId="{3C793A93-8F38-406C-B5C6-1D9F7DFA227A}" type="pres">
      <dgm:prSet presAssocID="{624BF14D-CE11-4D25-8816-E007D0050D4B}" presName="sp" presStyleCnt="0"/>
      <dgm:spPr/>
    </dgm:pt>
    <dgm:pt modelId="{01BFA6B4-34BA-4D86-97BA-CDD99AD4F49F}" type="pres">
      <dgm:prSet presAssocID="{60B33438-7350-4F35-998D-6DF4358EDAE6}" presName="arrowAndChildren" presStyleCnt="0"/>
      <dgm:spPr/>
    </dgm:pt>
    <dgm:pt modelId="{5C1C5C01-D73C-444D-A2B5-5F6D17DEB79B}" type="pres">
      <dgm:prSet presAssocID="{60B33438-7350-4F35-998D-6DF4358EDAE6}" presName="parentTextArrow" presStyleLbl="node1" presStyleIdx="3" presStyleCnt="4"/>
      <dgm:spPr/>
    </dgm:pt>
  </dgm:ptLst>
  <dgm:cxnLst>
    <dgm:cxn modelId="{24589504-EBA9-4F74-8753-C33E2DD38D27}" type="presOf" srcId="{C7A62622-54A9-4C24-88DE-173E0FBA50C1}" destId="{99A14F70-18B3-4D2A-8928-34510A2142CA}" srcOrd="0" destOrd="0" presId="urn:microsoft.com/office/officeart/2005/8/layout/process4"/>
    <dgm:cxn modelId="{19213A11-5274-4FA8-AFE5-777F5AA03ABC}" srcId="{7A87EC1C-6163-4479-BBB6-777FC2C5EA52}" destId="{60B33438-7350-4F35-998D-6DF4358EDAE6}" srcOrd="0" destOrd="0" parTransId="{A15638D2-66A7-4A69-9D4C-E932D9FD44B3}" sibTransId="{624BF14D-CE11-4D25-8816-E007D0050D4B}"/>
    <dgm:cxn modelId="{BDDF0F23-970E-49D4-B53A-14D0D6AA6D5D}" srcId="{7A87EC1C-6163-4479-BBB6-777FC2C5EA52}" destId="{C7A62622-54A9-4C24-88DE-173E0FBA50C1}" srcOrd="2" destOrd="0" parTransId="{C7317C94-EEF7-4453-B204-B30A4543DBB5}" sibTransId="{2C46D313-F181-4D96-A2AC-81A2D1A82A80}"/>
    <dgm:cxn modelId="{C77F4323-F61F-40E9-A087-9C36A7776E0D}" srcId="{7A87EC1C-6163-4479-BBB6-777FC2C5EA52}" destId="{ED2C2564-9B9F-4DD6-AB30-B85B32728AC3}" srcOrd="1" destOrd="0" parTransId="{010F7CE1-300F-4DEB-B250-11E3CA7085BC}" sibTransId="{573274DE-B957-4575-8E3E-D6EC844C06C2}"/>
    <dgm:cxn modelId="{FE1F0E4D-3E4F-4F72-84FA-3B8F88A21870}" type="presOf" srcId="{ED2C2564-9B9F-4DD6-AB30-B85B32728AC3}" destId="{5F627982-0B3A-4C2D-9448-759C765B074F}" srcOrd="0" destOrd="0" presId="urn:microsoft.com/office/officeart/2005/8/layout/process4"/>
    <dgm:cxn modelId="{E257667C-981B-45A6-BAF6-84ECD122B5D4}" type="presOf" srcId="{60B33438-7350-4F35-998D-6DF4358EDAE6}" destId="{5C1C5C01-D73C-444D-A2B5-5F6D17DEB79B}" srcOrd="0" destOrd="0" presId="urn:microsoft.com/office/officeart/2005/8/layout/process4"/>
    <dgm:cxn modelId="{69B1F895-8319-46FE-8B53-61D6432AB162}" type="presOf" srcId="{7A87EC1C-6163-4479-BBB6-777FC2C5EA52}" destId="{18089B74-6ECD-4147-BCDC-635D18A1F0B8}" srcOrd="0" destOrd="0" presId="urn:microsoft.com/office/officeart/2005/8/layout/process4"/>
    <dgm:cxn modelId="{39E5EEB4-67A0-4819-90D4-2EEBCADF3ADF}" type="presOf" srcId="{0066E6D9-12A8-492C-8A1A-3982D8513D9C}" destId="{432ABF72-9244-4FCE-B2AF-CBCB44D9D0D9}" srcOrd="0" destOrd="0" presId="urn:microsoft.com/office/officeart/2005/8/layout/process4"/>
    <dgm:cxn modelId="{303CD2F5-D3F0-40DE-A62A-B33F236D7776}" srcId="{7A87EC1C-6163-4479-BBB6-777FC2C5EA52}" destId="{0066E6D9-12A8-492C-8A1A-3982D8513D9C}" srcOrd="3" destOrd="0" parTransId="{455B751C-730B-45DE-964C-DBEA238DB4E8}" sibTransId="{E3DA25FA-7443-41A8-BB92-278A736C3CF2}"/>
    <dgm:cxn modelId="{5EB5399B-67AF-4D12-8C88-DC809CC2EA29}" type="presParOf" srcId="{18089B74-6ECD-4147-BCDC-635D18A1F0B8}" destId="{008B7493-E575-4BA1-84CD-E52BC252EBFA}" srcOrd="0" destOrd="0" presId="urn:microsoft.com/office/officeart/2005/8/layout/process4"/>
    <dgm:cxn modelId="{86210F9E-9423-41D6-A002-3D0564273828}" type="presParOf" srcId="{008B7493-E575-4BA1-84CD-E52BC252EBFA}" destId="{432ABF72-9244-4FCE-B2AF-CBCB44D9D0D9}" srcOrd="0" destOrd="0" presId="urn:microsoft.com/office/officeart/2005/8/layout/process4"/>
    <dgm:cxn modelId="{02524105-3C4F-4A88-8BF8-FB1499F174B8}" type="presParOf" srcId="{18089B74-6ECD-4147-BCDC-635D18A1F0B8}" destId="{9A25D8E3-5ECB-4185-82B9-188A3DD7CD38}" srcOrd="1" destOrd="0" presId="urn:microsoft.com/office/officeart/2005/8/layout/process4"/>
    <dgm:cxn modelId="{83CD9293-243A-41C6-A3AF-803F9B65F13E}" type="presParOf" srcId="{18089B74-6ECD-4147-BCDC-635D18A1F0B8}" destId="{D3A15562-E10C-4686-8A4E-D7D0BA10555B}" srcOrd="2" destOrd="0" presId="urn:microsoft.com/office/officeart/2005/8/layout/process4"/>
    <dgm:cxn modelId="{8955A81F-34F0-4179-8F27-1FF4E7B6F7B1}" type="presParOf" srcId="{D3A15562-E10C-4686-8A4E-D7D0BA10555B}" destId="{99A14F70-18B3-4D2A-8928-34510A2142CA}" srcOrd="0" destOrd="0" presId="urn:microsoft.com/office/officeart/2005/8/layout/process4"/>
    <dgm:cxn modelId="{F19659E2-EBD0-4C7F-AEDA-AEA464FE1D3D}" type="presParOf" srcId="{18089B74-6ECD-4147-BCDC-635D18A1F0B8}" destId="{6D308258-1C84-4CB2-A2E7-209C196C08D0}" srcOrd="3" destOrd="0" presId="urn:microsoft.com/office/officeart/2005/8/layout/process4"/>
    <dgm:cxn modelId="{3405F646-E19C-47F1-AA27-2E4AACD2A3E4}" type="presParOf" srcId="{18089B74-6ECD-4147-BCDC-635D18A1F0B8}" destId="{2B683516-0D2A-44E3-A314-2FE367D115AB}" srcOrd="4" destOrd="0" presId="urn:microsoft.com/office/officeart/2005/8/layout/process4"/>
    <dgm:cxn modelId="{F06D826E-682B-41E6-8495-780FE0FB364E}" type="presParOf" srcId="{2B683516-0D2A-44E3-A314-2FE367D115AB}" destId="{5F627982-0B3A-4C2D-9448-759C765B074F}" srcOrd="0" destOrd="0" presId="urn:microsoft.com/office/officeart/2005/8/layout/process4"/>
    <dgm:cxn modelId="{F2A144A5-BBB6-4BCF-BEE0-CDC109C4DD88}" type="presParOf" srcId="{18089B74-6ECD-4147-BCDC-635D18A1F0B8}" destId="{3C793A93-8F38-406C-B5C6-1D9F7DFA227A}" srcOrd="5" destOrd="0" presId="urn:microsoft.com/office/officeart/2005/8/layout/process4"/>
    <dgm:cxn modelId="{C96EE8B0-89FC-4E3D-B5A9-8CD5B4689179}" type="presParOf" srcId="{18089B74-6ECD-4147-BCDC-635D18A1F0B8}" destId="{01BFA6B4-34BA-4D86-97BA-CDD99AD4F49F}" srcOrd="6" destOrd="0" presId="urn:microsoft.com/office/officeart/2005/8/layout/process4"/>
    <dgm:cxn modelId="{A507C17E-A2DE-42E7-817B-357BB26C04CB}" type="presParOf" srcId="{01BFA6B4-34BA-4D86-97BA-CDD99AD4F49F}" destId="{5C1C5C01-D73C-444D-A2B5-5F6D17DEB79B}"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8EC22B5-E158-4E57-9580-00F9552E652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B15C90BB-C3F0-4C0E-9978-1B845EFAA9BB}">
      <dgm:prSet/>
      <dgm:spPr/>
      <dgm:t>
        <a:bodyPr/>
        <a:lstStyle/>
        <a:p>
          <a:r>
            <a:rPr lang="en-US"/>
            <a:t>In October of 1999, in Scapa’s clinic, Dr. Swain swallowed the prototype capsule.</a:t>
          </a:r>
        </a:p>
      </dgm:t>
    </dgm:pt>
    <dgm:pt modelId="{EDA78FC3-B9BB-4B8F-B69D-22659946E3F3}" type="parTrans" cxnId="{DE8DBBC1-C44A-4EA9-B57A-497464034A3C}">
      <dgm:prSet/>
      <dgm:spPr/>
      <dgm:t>
        <a:bodyPr/>
        <a:lstStyle/>
        <a:p>
          <a:endParaRPr lang="en-US"/>
        </a:p>
      </dgm:t>
    </dgm:pt>
    <dgm:pt modelId="{DAF470B2-AEF7-45B9-A3B3-CF69021AC6F8}" type="sibTrans" cxnId="{DE8DBBC1-C44A-4EA9-B57A-497464034A3C}">
      <dgm:prSet/>
      <dgm:spPr/>
      <dgm:t>
        <a:bodyPr/>
        <a:lstStyle/>
        <a:p>
          <a:endParaRPr lang="en-US"/>
        </a:p>
      </dgm:t>
    </dgm:pt>
    <dgm:pt modelId="{7D3C5425-6E63-491E-AAEB-A1323FBB671C}">
      <dgm:prSet/>
      <dgm:spPr/>
      <dgm:t>
        <a:bodyPr/>
        <a:lstStyle/>
        <a:p>
          <a:r>
            <a:rPr lang="en-US" dirty="0"/>
            <a:t>The first images were of poor quality because of the team’s inexperience at holding the receiving antenna in an optimal position.</a:t>
          </a:r>
        </a:p>
      </dgm:t>
    </dgm:pt>
    <dgm:pt modelId="{C760E7B3-7CF7-42BF-9431-B1F7CFA9835E}" type="parTrans" cxnId="{D17FFC14-C1C6-4569-BC32-517356F67EC3}">
      <dgm:prSet/>
      <dgm:spPr/>
      <dgm:t>
        <a:bodyPr/>
        <a:lstStyle/>
        <a:p>
          <a:endParaRPr lang="en-US"/>
        </a:p>
      </dgm:t>
    </dgm:pt>
    <dgm:pt modelId="{78AF5727-5582-4462-9EFE-A78B839166EA}" type="sibTrans" cxnId="{D17FFC14-C1C6-4569-BC32-517356F67EC3}">
      <dgm:prSet/>
      <dgm:spPr/>
      <dgm:t>
        <a:bodyPr/>
        <a:lstStyle/>
        <a:p>
          <a:endParaRPr lang="en-US"/>
        </a:p>
      </dgm:t>
    </dgm:pt>
    <dgm:pt modelId="{DCBD75DA-D51D-4501-979C-EC759CC6E660}">
      <dgm:prSet/>
      <dgm:spPr/>
      <dgm:t>
        <a:bodyPr/>
        <a:lstStyle/>
        <a:p>
          <a:r>
            <a:rPr lang="en-US"/>
            <a:t>The team was not sure how far the capsule had traveled, so they used a radiograph to find the position of the capsule.</a:t>
          </a:r>
        </a:p>
      </dgm:t>
    </dgm:pt>
    <dgm:pt modelId="{31D74D63-1337-4BD9-A288-BB62E854AA7F}" type="parTrans" cxnId="{B3117F61-1686-47DC-BCD1-F1E5B20D7280}">
      <dgm:prSet/>
      <dgm:spPr/>
      <dgm:t>
        <a:bodyPr/>
        <a:lstStyle/>
        <a:p>
          <a:endParaRPr lang="en-US"/>
        </a:p>
      </dgm:t>
    </dgm:pt>
    <dgm:pt modelId="{96F1FC43-A9B5-4AD1-98DA-A9E906FD980C}" type="sibTrans" cxnId="{B3117F61-1686-47DC-BCD1-F1E5B20D7280}">
      <dgm:prSet/>
      <dgm:spPr/>
      <dgm:t>
        <a:bodyPr/>
        <a:lstStyle/>
        <a:p>
          <a:endParaRPr lang="en-US"/>
        </a:p>
      </dgm:t>
    </dgm:pt>
    <dgm:pt modelId="{2888CB32-DFC5-4F30-ADCB-675F5A614D4F}">
      <dgm:prSet/>
      <dgm:spPr/>
      <dgm:t>
        <a:bodyPr/>
        <a:lstStyle/>
        <a:p>
          <a:r>
            <a:rPr lang="en-US"/>
            <a:t>The radiograph revealed that the device had reached Swain’s colon, and thus had successfully traversed the entire length of the small intestine.</a:t>
          </a:r>
        </a:p>
      </dgm:t>
    </dgm:pt>
    <dgm:pt modelId="{5F45330A-B2C6-46AC-A178-3BC36C013037}" type="parTrans" cxnId="{69A09787-4FB2-47B6-B990-D807D05DD099}">
      <dgm:prSet/>
      <dgm:spPr/>
      <dgm:t>
        <a:bodyPr/>
        <a:lstStyle/>
        <a:p>
          <a:endParaRPr lang="en-US"/>
        </a:p>
      </dgm:t>
    </dgm:pt>
    <dgm:pt modelId="{E382C702-A167-4711-BAFD-0D7D1E5B53AE}" type="sibTrans" cxnId="{69A09787-4FB2-47B6-B990-D807D05DD099}">
      <dgm:prSet/>
      <dgm:spPr/>
      <dgm:t>
        <a:bodyPr/>
        <a:lstStyle/>
        <a:p>
          <a:endParaRPr lang="en-US"/>
        </a:p>
      </dgm:t>
    </dgm:pt>
    <dgm:pt modelId="{C3E70E5C-C975-42B2-9134-3C97BD4A6579}">
      <dgm:prSet/>
      <dgm:spPr/>
      <dgm:t>
        <a:bodyPr/>
        <a:lstStyle/>
        <a:p>
          <a:r>
            <a:rPr lang="en-US"/>
            <a:t>The team was thrilled at this victory, and urged Swain to swallow another capsule, which he did the next morning.</a:t>
          </a:r>
        </a:p>
      </dgm:t>
    </dgm:pt>
    <dgm:pt modelId="{208C235F-D8A9-44D5-9191-289527EEAB5E}" type="parTrans" cxnId="{C20AAD9A-30AB-4D9C-9B29-A39F29E8E1C1}">
      <dgm:prSet/>
      <dgm:spPr/>
      <dgm:t>
        <a:bodyPr/>
        <a:lstStyle/>
        <a:p>
          <a:endParaRPr lang="en-US"/>
        </a:p>
      </dgm:t>
    </dgm:pt>
    <dgm:pt modelId="{2F5F8551-9829-4A40-8104-68CFA6797E6D}" type="sibTrans" cxnId="{C20AAD9A-30AB-4D9C-9B29-A39F29E8E1C1}">
      <dgm:prSet/>
      <dgm:spPr/>
      <dgm:t>
        <a:bodyPr/>
        <a:lstStyle/>
        <a:p>
          <a:endParaRPr lang="en-US"/>
        </a:p>
      </dgm:t>
    </dgm:pt>
    <dgm:pt modelId="{5F4C9592-2E8E-411E-8AB2-03CFD4497680}" type="pres">
      <dgm:prSet presAssocID="{38EC22B5-E158-4E57-9580-00F9552E652A}" presName="linear" presStyleCnt="0">
        <dgm:presLayoutVars>
          <dgm:animLvl val="lvl"/>
          <dgm:resizeHandles val="exact"/>
        </dgm:presLayoutVars>
      </dgm:prSet>
      <dgm:spPr/>
    </dgm:pt>
    <dgm:pt modelId="{9C724197-87FE-4644-92EE-75B584D22AE9}" type="pres">
      <dgm:prSet presAssocID="{B15C90BB-C3F0-4C0E-9978-1B845EFAA9BB}" presName="parentText" presStyleLbl="node1" presStyleIdx="0" presStyleCnt="5">
        <dgm:presLayoutVars>
          <dgm:chMax val="0"/>
          <dgm:bulletEnabled val="1"/>
        </dgm:presLayoutVars>
      </dgm:prSet>
      <dgm:spPr/>
    </dgm:pt>
    <dgm:pt modelId="{7555229E-0804-4D3F-A6BE-85F5FBD22133}" type="pres">
      <dgm:prSet presAssocID="{DAF470B2-AEF7-45B9-A3B3-CF69021AC6F8}" presName="spacer" presStyleCnt="0"/>
      <dgm:spPr/>
    </dgm:pt>
    <dgm:pt modelId="{2A4CD844-CBDF-4F2D-B959-BC7A15833F0D}" type="pres">
      <dgm:prSet presAssocID="{7D3C5425-6E63-491E-AAEB-A1323FBB671C}" presName="parentText" presStyleLbl="node1" presStyleIdx="1" presStyleCnt="5">
        <dgm:presLayoutVars>
          <dgm:chMax val="0"/>
          <dgm:bulletEnabled val="1"/>
        </dgm:presLayoutVars>
      </dgm:prSet>
      <dgm:spPr/>
    </dgm:pt>
    <dgm:pt modelId="{A94FCFC6-A9E9-481D-89AE-789D351D3CCE}" type="pres">
      <dgm:prSet presAssocID="{78AF5727-5582-4462-9EFE-A78B839166EA}" presName="spacer" presStyleCnt="0"/>
      <dgm:spPr/>
    </dgm:pt>
    <dgm:pt modelId="{5C064AC5-582C-4851-AAB6-97003C25AF94}" type="pres">
      <dgm:prSet presAssocID="{DCBD75DA-D51D-4501-979C-EC759CC6E660}" presName="parentText" presStyleLbl="node1" presStyleIdx="2" presStyleCnt="5">
        <dgm:presLayoutVars>
          <dgm:chMax val="0"/>
          <dgm:bulletEnabled val="1"/>
        </dgm:presLayoutVars>
      </dgm:prSet>
      <dgm:spPr/>
    </dgm:pt>
    <dgm:pt modelId="{8A74BAE0-0FA5-4827-907B-EC9669EF07D2}" type="pres">
      <dgm:prSet presAssocID="{96F1FC43-A9B5-4AD1-98DA-A9E906FD980C}" presName="spacer" presStyleCnt="0"/>
      <dgm:spPr/>
    </dgm:pt>
    <dgm:pt modelId="{E78F14E4-F1B6-43C0-9213-CFE375396D46}" type="pres">
      <dgm:prSet presAssocID="{2888CB32-DFC5-4F30-ADCB-675F5A614D4F}" presName="parentText" presStyleLbl="node1" presStyleIdx="3" presStyleCnt="5">
        <dgm:presLayoutVars>
          <dgm:chMax val="0"/>
          <dgm:bulletEnabled val="1"/>
        </dgm:presLayoutVars>
      </dgm:prSet>
      <dgm:spPr/>
    </dgm:pt>
    <dgm:pt modelId="{D48CB8BA-97B7-4F8F-843E-F6EBA670DE4F}" type="pres">
      <dgm:prSet presAssocID="{E382C702-A167-4711-BAFD-0D7D1E5B53AE}" presName="spacer" presStyleCnt="0"/>
      <dgm:spPr/>
    </dgm:pt>
    <dgm:pt modelId="{4F8D4D0E-99EA-4D32-9E48-D4C5764C71F9}" type="pres">
      <dgm:prSet presAssocID="{C3E70E5C-C975-42B2-9134-3C97BD4A6579}" presName="parentText" presStyleLbl="node1" presStyleIdx="4" presStyleCnt="5">
        <dgm:presLayoutVars>
          <dgm:chMax val="0"/>
          <dgm:bulletEnabled val="1"/>
        </dgm:presLayoutVars>
      </dgm:prSet>
      <dgm:spPr/>
    </dgm:pt>
  </dgm:ptLst>
  <dgm:cxnLst>
    <dgm:cxn modelId="{68A14A06-0BB1-476A-84BB-D8960F0489A9}" type="presOf" srcId="{DCBD75DA-D51D-4501-979C-EC759CC6E660}" destId="{5C064AC5-582C-4851-AAB6-97003C25AF94}" srcOrd="0" destOrd="0" presId="urn:microsoft.com/office/officeart/2005/8/layout/vList2"/>
    <dgm:cxn modelId="{D17FFC14-C1C6-4569-BC32-517356F67EC3}" srcId="{38EC22B5-E158-4E57-9580-00F9552E652A}" destId="{7D3C5425-6E63-491E-AAEB-A1323FBB671C}" srcOrd="1" destOrd="0" parTransId="{C760E7B3-7CF7-42BF-9431-B1F7CFA9835E}" sibTransId="{78AF5727-5582-4462-9EFE-A78B839166EA}"/>
    <dgm:cxn modelId="{B3117F61-1686-47DC-BCD1-F1E5B20D7280}" srcId="{38EC22B5-E158-4E57-9580-00F9552E652A}" destId="{DCBD75DA-D51D-4501-979C-EC759CC6E660}" srcOrd="2" destOrd="0" parTransId="{31D74D63-1337-4BD9-A288-BB62E854AA7F}" sibTransId="{96F1FC43-A9B5-4AD1-98DA-A9E906FD980C}"/>
    <dgm:cxn modelId="{07955A69-CDDC-4879-864D-8B908CFB8774}" type="presOf" srcId="{C3E70E5C-C975-42B2-9134-3C97BD4A6579}" destId="{4F8D4D0E-99EA-4D32-9E48-D4C5764C71F9}" srcOrd="0" destOrd="0" presId="urn:microsoft.com/office/officeart/2005/8/layout/vList2"/>
    <dgm:cxn modelId="{D2CB5B7B-45C4-474A-AAE3-87FA18048B4B}" type="presOf" srcId="{38EC22B5-E158-4E57-9580-00F9552E652A}" destId="{5F4C9592-2E8E-411E-8AB2-03CFD4497680}" srcOrd="0" destOrd="0" presId="urn:microsoft.com/office/officeart/2005/8/layout/vList2"/>
    <dgm:cxn modelId="{2FD1E383-F75E-454E-8560-85F64C7DE18F}" type="presOf" srcId="{B15C90BB-C3F0-4C0E-9978-1B845EFAA9BB}" destId="{9C724197-87FE-4644-92EE-75B584D22AE9}" srcOrd="0" destOrd="0" presId="urn:microsoft.com/office/officeart/2005/8/layout/vList2"/>
    <dgm:cxn modelId="{69A09787-4FB2-47B6-B990-D807D05DD099}" srcId="{38EC22B5-E158-4E57-9580-00F9552E652A}" destId="{2888CB32-DFC5-4F30-ADCB-675F5A614D4F}" srcOrd="3" destOrd="0" parTransId="{5F45330A-B2C6-46AC-A178-3BC36C013037}" sibTransId="{E382C702-A167-4711-BAFD-0D7D1E5B53AE}"/>
    <dgm:cxn modelId="{3021308E-FAA0-45A8-94E5-509A4A72EF04}" type="presOf" srcId="{7D3C5425-6E63-491E-AAEB-A1323FBB671C}" destId="{2A4CD844-CBDF-4F2D-B959-BC7A15833F0D}" srcOrd="0" destOrd="0" presId="urn:microsoft.com/office/officeart/2005/8/layout/vList2"/>
    <dgm:cxn modelId="{C20AAD9A-30AB-4D9C-9B29-A39F29E8E1C1}" srcId="{38EC22B5-E158-4E57-9580-00F9552E652A}" destId="{C3E70E5C-C975-42B2-9134-3C97BD4A6579}" srcOrd="4" destOrd="0" parTransId="{208C235F-D8A9-44D5-9191-289527EEAB5E}" sibTransId="{2F5F8551-9829-4A40-8104-68CFA6797E6D}"/>
    <dgm:cxn modelId="{6674BBA3-7279-4A73-BBC7-9946524EAA02}" type="presOf" srcId="{2888CB32-DFC5-4F30-ADCB-675F5A614D4F}" destId="{E78F14E4-F1B6-43C0-9213-CFE375396D46}" srcOrd="0" destOrd="0" presId="urn:microsoft.com/office/officeart/2005/8/layout/vList2"/>
    <dgm:cxn modelId="{DE8DBBC1-C44A-4EA9-B57A-497464034A3C}" srcId="{38EC22B5-E158-4E57-9580-00F9552E652A}" destId="{B15C90BB-C3F0-4C0E-9978-1B845EFAA9BB}" srcOrd="0" destOrd="0" parTransId="{EDA78FC3-B9BB-4B8F-B69D-22659946E3F3}" sibTransId="{DAF470B2-AEF7-45B9-A3B3-CF69021AC6F8}"/>
    <dgm:cxn modelId="{7B8F57A0-CFBD-4BFF-8BD2-6625A99CF8DD}" type="presParOf" srcId="{5F4C9592-2E8E-411E-8AB2-03CFD4497680}" destId="{9C724197-87FE-4644-92EE-75B584D22AE9}" srcOrd="0" destOrd="0" presId="urn:microsoft.com/office/officeart/2005/8/layout/vList2"/>
    <dgm:cxn modelId="{AC77A909-F9E9-4A2C-B8CD-B980B3A05AF8}" type="presParOf" srcId="{5F4C9592-2E8E-411E-8AB2-03CFD4497680}" destId="{7555229E-0804-4D3F-A6BE-85F5FBD22133}" srcOrd="1" destOrd="0" presId="urn:microsoft.com/office/officeart/2005/8/layout/vList2"/>
    <dgm:cxn modelId="{4B99D671-1813-4CFE-8FA6-3DDFF7B9E85A}" type="presParOf" srcId="{5F4C9592-2E8E-411E-8AB2-03CFD4497680}" destId="{2A4CD844-CBDF-4F2D-B959-BC7A15833F0D}" srcOrd="2" destOrd="0" presId="urn:microsoft.com/office/officeart/2005/8/layout/vList2"/>
    <dgm:cxn modelId="{0DA83694-D9EC-4B94-970D-91BFC59B8D03}" type="presParOf" srcId="{5F4C9592-2E8E-411E-8AB2-03CFD4497680}" destId="{A94FCFC6-A9E9-481D-89AE-789D351D3CCE}" srcOrd="3" destOrd="0" presId="urn:microsoft.com/office/officeart/2005/8/layout/vList2"/>
    <dgm:cxn modelId="{43F74F63-FBA2-41A1-A39E-D18BBDE77417}" type="presParOf" srcId="{5F4C9592-2E8E-411E-8AB2-03CFD4497680}" destId="{5C064AC5-582C-4851-AAB6-97003C25AF94}" srcOrd="4" destOrd="0" presId="urn:microsoft.com/office/officeart/2005/8/layout/vList2"/>
    <dgm:cxn modelId="{16A6EE2B-6CE1-4D6F-853D-FACEF7A92C73}" type="presParOf" srcId="{5F4C9592-2E8E-411E-8AB2-03CFD4497680}" destId="{8A74BAE0-0FA5-4827-907B-EC9669EF07D2}" srcOrd="5" destOrd="0" presId="urn:microsoft.com/office/officeart/2005/8/layout/vList2"/>
    <dgm:cxn modelId="{B4D68D58-F1CC-4DD3-A3DA-DBA992AA2E0D}" type="presParOf" srcId="{5F4C9592-2E8E-411E-8AB2-03CFD4497680}" destId="{E78F14E4-F1B6-43C0-9213-CFE375396D46}" srcOrd="6" destOrd="0" presId="urn:microsoft.com/office/officeart/2005/8/layout/vList2"/>
    <dgm:cxn modelId="{1B2237DA-5B55-491A-AA95-E40F39C339C7}" type="presParOf" srcId="{5F4C9592-2E8E-411E-8AB2-03CFD4497680}" destId="{D48CB8BA-97B7-4F8F-843E-F6EBA670DE4F}" srcOrd="7" destOrd="0" presId="urn:microsoft.com/office/officeart/2005/8/layout/vList2"/>
    <dgm:cxn modelId="{CBF90386-8F96-4D52-9465-FB7A9CD77B46}" type="presParOf" srcId="{5F4C9592-2E8E-411E-8AB2-03CFD4497680}" destId="{4F8D4D0E-99EA-4D32-9E48-D4C5764C71F9}"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E7D14FE-4432-4778-969C-64C09A37E51C}" type="doc">
      <dgm:prSet loTypeId="urn:microsoft.com/office/officeart/2005/8/layout/process4" loCatId="process" qsTypeId="urn:microsoft.com/office/officeart/2005/8/quickstyle/simple1" qsCatId="simple" csTypeId="urn:microsoft.com/office/officeart/2005/8/colors/colorful1" csCatId="colorful"/>
      <dgm:spPr/>
      <dgm:t>
        <a:bodyPr/>
        <a:lstStyle/>
        <a:p>
          <a:endParaRPr lang="en-US"/>
        </a:p>
      </dgm:t>
    </dgm:pt>
    <dgm:pt modelId="{DB06B0EF-6B84-4E2F-9A1A-541B68371A93}">
      <dgm:prSet/>
      <dgm:spPr/>
      <dgm:t>
        <a:bodyPr/>
        <a:lstStyle/>
        <a:p>
          <a:r>
            <a:rPr lang="en-US"/>
            <a:t>Now that the team was more practiced at optimizing the receiving antennas, they achieved much better quality images.</a:t>
          </a:r>
        </a:p>
      </dgm:t>
    </dgm:pt>
    <dgm:pt modelId="{651D48CD-8BB0-4A7C-81C1-B60CDAE91141}" type="parTrans" cxnId="{787840A6-AA2E-48A2-A9C2-95BFC4245EC3}">
      <dgm:prSet/>
      <dgm:spPr/>
      <dgm:t>
        <a:bodyPr/>
        <a:lstStyle/>
        <a:p>
          <a:endParaRPr lang="en-US"/>
        </a:p>
      </dgm:t>
    </dgm:pt>
    <dgm:pt modelId="{C869C03D-4761-4910-B486-719971DA0957}" type="sibTrans" cxnId="{787840A6-AA2E-48A2-A9C2-95BFC4245EC3}">
      <dgm:prSet/>
      <dgm:spPr/>
      <dgm:t>
        <a:bodyPr/>
        <a:lstStyle/>
        <a:p>
          <a:endParaRPr lang="en-US"/>
        </a:p>
      </dgm:t>
    </dgm:pt>
    <dgm:pt modelId="{72B5F4E5-649B-4943-89C7-548A0D440394}">
      <dgm:prSet/>
      <dgm:spPr/>
      <dgm:t>
        <a:bodyPr/>
        <a:lstStyle/>
        <a:p>
          <a:r>
            <a:rPr lang="en-US"/>
            <a:t>Swain remarked that he “enjoyed watching the lovely sea view” of his lower intestine.</a:t>
          </a:r>
        </a:p>
      </dgm:t>
    </dgm:pt>
    <dgm:pt modelId="{2A6D12ED-C09A-4500-8048-B643E7B0971E}" type="parTrans" cxnId="{F9F7D525-F7BB-4EB4-8BBF-3DE2468AA85C}">
      <dgm:prSet/>
      <dgm:spPr/>
      <dgm:t>
        <a:bodyPr/>
        <a:lstStyle/>
        <a:p>
          <a:endParaRPr lang="en-US"/>
        </a:p>
      </dgm:t>
    </dgm:pt>
    <dgm:pt modelId="{73544D3C-1D12-4E24-A505-A85E3CFBCFED}" type="sibTrans" cxnId="{F9F7D525-F7BB-4EB4-8BBF-3DE2468AA85C}">
      <dgm:prSet/>
      <dgm:spPr/>
      <dgm:t>
        <a:bodyPr/>
        <a:lstStyle/>
        <a:p>
          <a:endParaRPr lang="en-US"/>
        </a:p>
      </dgm:t>
    </dgm:pt>
    <dgm:pt modelId="{F0C79B2F-F58F-449B-8ED6-E155414CF5AA}">
      <dgm:prSet/>
      <dgm:spPr/>
      <dgm:t>
        <a:bodyPr/>
        <a:lstStyle/>
        <a:p>
          <a:r>
            <a:rPr lang="en-US"/>
            <a:t>Though the first capsule had transmitted for only about 2 hours before its battery life was depleted, the second capsule transmitted for more than 6 hours, and the team knew they had obtained quality images of a substantial length of small intestine.</a:t>
          </a:r>
        </a:p>
      </dgm:t>
    </dgm:pt>
    <dgm:pt modelId="{75E275D0-78A5-4407-B869-E258D193174B}" type="parTrans" cxnId="{2DBCFF44-3766-40DF-A6A1-6356D7EAEBFC}">
      <dgm:prSet/>
      <dgm:spPr/>
      <dgm:t>
        <a:bodyPr/>
        <a:lstStyle/>
        <a:p>
          <a:endParaRPr lang="en-US"/>
        </a:p>
      </dgm:t>
    </dgm:pt>
    <dgm:pt modelId="{3F42B82B-1A6A-4B1F-9A3F-77200E8ABF18}" type="sibTrans" cxnId="{2DBCFF44-3766-40DF-A6A1-6356D7EAEBFC}">
      <dgm:prSet/>
      <dgm:spPr/>
      <dgm:t>
        <a:bodyPr/>
        <a:lstStyle/>
        <a:p>
          <a:endParaRPr lang="en-US"/>
        </a:p>
      </dgm:t>
    </dgm:pt>
    <dgm:pt modelId="{C143EF42-5A2F-4DCB-A6A6-B0939B729372}">
      <dgm:prSet/>
      <dgm:spPr/>
      <dgm:t>
        <a:bodyPr/>
        <a:lstStyle/>
        <a:p>
          <a:r>
            <a:rPr lang="en-US"/>
            <a:t>Over the next few months the team conducted several animal and human trials, and by April of 2000 they had used the device to find a small intestinal bleeding source in three patients with “obscure recurrent gastrointestinal bleeding” (a difficult problem to diagnose and treat).</a:t>
          </a:r>
        </a:p>
      </dgm:t>
    </dgm:pt>
    <dgm:pt modelId="{C8D1BA51-BF5C-495C-A63E-78E2481CBB4F}" type="parTrans" cxnId="{75C125E9-066E-42FD-A992-27AE51A5E9F8}">
      <dgm:prSet/>
      <dgm:spPr/>
      <dgm:t>
        <a:bodyPr/>
        <a:lstStyle/>
        <a:p>
          <a:endParaRPr lang="en-US"/>
        </a:p>
      </dgm:t>
    </dgm:pt>
    <dgm:pt modelId="{E6F41D31-B94E-4A3E-A7AC-007ECFC91A5A}" type="sibTrans" cxnId="{75C125E9-066E-42FD-A992-27AE51A5E9F8}">
      <dgm:prSet/>
      <dgm:spPr/>
      <dgm:t>
        <a:bodyPr/>
        <a:lstStyle/>
        <a:p>
          <a:endParaRPr lang="en-US"/>
        </a:p>
      </dgm:t>
    </dgm:pt>
    <dgm:pt modelId="{56A81C65-D033-4BC9-B027-A8649D04B5E5}" type="pres">
      <dgm:prSet presAssocID="{EE7D14FE-4432-4778-969C-64C09A37E51C}" presName="Name0" presStyleCnt="0">
        <dgm:presLayoutVars>
          <dgm:dir/>
          <dgm:animLvl val="lvl"/>
          <dgm:resizeHandles val="exact"/>
        </dgm:presLayoutVars>
      </dgm:prSet>
      <dgm:spPr/>
    </dgm:pt>
    <dgm:pt modelId="{2D6A4AA2-8FE8-422C-82FD-A1AC6207CF9E}" type="pres">
      <dgm:prSet presAssocID="{C143EF42-5A2F-4DCB-A6A6-B0939B729372}" presName="boxAndChildren" presStyleCnt="0"/>
      <dgm:spPr/>
    </dgm:pt>
    <dgm:pt modelId="{090E83EC-F31C-4D93-904F-303A81E05B5E}" type="pres">
      <dgm:prSet presAssocID="{C143EF42-5A2F-4DCB-A6A6-B0939B729372}" presName="parentTextBox" presStyleLbl="node1" presStyleIdx="0" presStyleCnt="4"/>
      <dgm:spPr/>
    </dgm:pt>
    <dgm:pt modelId="{62123E06-CDEA-4F16-8E36-6EA390F3A100}" type="pres">
      <dgm:prSet presAssocID="{3F42B82B-1A6A-4B1F-9A3F-77200E8ABF18}" presName="sp" presStyleCnt="0"/>
      <dgm:spPr/>
    </dgm:pt>
    <dgm:pt modelId="{2B464F4C-A654-408E-9A7C-0DF1CB574EFD}" type="pres">
      <dgm:prSet presAssocID="{F0C79B2F-F58F-449B-8ED6-E155414CF5AA}" presName="arrowAndChildren" presStyleCnt="0"/>
      <dgm:spPr/>
    </dgm:pt>
    <dgm:pt modelId="{9792A65C-E172-4E16-A5CC-0619A91C6BAA}" type="pres">
      <dgm:prSet presAssocID="{F0C79B2F-F58F-449B-8ED6-E155414CF5AA}" presName="parentTextArrow" presStyleLbl="node1" presStyleIdx="1" presStyleCnt="4"/>
      <dgm:spPr/>
    </dgm:pt>
    <dgm:pt modelId="{5183ECE3-AAFD-40BD-A7B3-EAF27E8CCFBB}" type="pres">
      <dgm:prSet presAssocID="{73544D3C-1D12-4E24-A505-A85E3CFBCFED}" presName="sp" presStyleCnt="0"/>
      <dgm:spPr/>
    </dgm:pt>
    <dgm:pt modelId="{B634CE90-943E-47EC-918B-4C7ADD92AE58}" type="pres">
      <dgm:prSet presAssocID="{72B5F4E5-649B-4943-89C7-548A0D440394}" presName="arrowAndChildren" presStyleCnt="0"/>
      <dgm:spPr/>
    </dgm:pt>
    <dgm:pt modelId="{5BFBB8CF-C12B-4F2F-991F-6D669BEB3294}" type="pres">
      <dgm:prSet presAssocID="{72B5F4E5-649B-4943-89C7-548A0D440394}" presName="parentTextArrow" presStyleLbl="node1" presStyleIdx="2" presStyleCnt="4"/>
      <dgm:spPr/>
    </dgm:pt>
    <dgm:pt modelId="{BDBC57FF-F58F-48BF-9EF5-3BEFA7451394}" type="pres">
      <dgm:prSet presAssocID="{C869C03D-4761-4910-B486-719971DA0957}" presName="sp" presStyleCnt="0"/>
      <dgm:spPr/>
    </dgm:pt>
    <dgm:pt modelId="{80A874CC-DBE8-4933-9D27-9D18BFACFBBC}" type="pres">
      <dgm:prSet presAssocID="{DB06B0EF-6B84-4E2F-9A1A-541B68371A93}" presName="arrowAndChildren" presStyleCnt="0"/>
      <dgm:spPr/>
    </dgm:pt>
    <dgm:pt modelId="{DD3A7428-57ED-4A37-BC92-68C57D75D0C0}" type="pres">
      <dgm:prSet presAssocID="{DB06B0EF-6B84-4E2F-9A1A-541B68371A93}" presName="parentTextArrow" presStyleLbl="node1" presStyleIdx="3" presStyleCnt="4"/>
      <dgm:spPr/>
    </dgm:pt>
  </dgm:ptLst>
  <dgm:cxnLst>
    <dgm:cxn modelId="{CE05230F-BCC8-448E-B472-8062A1F25FB1}" type="presOf" srcId="{F0C79B2F-F58F-449B-8ED6-E155414CF5AA}" destId="{9792A65C-E172-4E16-A5CC-0619A91C6BAA}" srcOrd="0" destOrd="0" presId="urn:microsoft.com/office/officeart/2005/8/layout/process4"/>
    <dgm:cxn modelId="{4D58EA1E-8E81-45E8-BCD4-CFEF9B1E6A0B}" type="presOf" srcId="{C143EF42-5A2F-4DCB-A6A6-B0939B729372}" destId="{090E83EC-F31C-4D93-904F-303A81E05B5E}" srcOrd="0" destOrd="0" presId="urn:microsoft.com/office/officeart/2005/8/layout/process4"/>
    <dgm:cxn modelId="{F9F7D525-F7BB-4EB4-8BBF-3DE2468AA85C}" srcId="{EE7D14FE-4432-4778-969C-64C09A37E51C}" destId="{72B5F4E5-649B-4943-89C7-548A0D440394}" srcOrd="1" destOrd="0" parTransId="{2A6D12ED-C09A-4500-8048-B643E7B0971E}" sibTransId="{73544D3C-1D12-4E24-A505-A85E3CFBCFED}"/>
    <dgm:cxn modelId="{2DBCFF44-3766-40DF-A6A1-6356D7EAEBFC}" srcId="{EE7D14FE-4432-4778-969C-64C09A37E51C}" destId="{F0C79B2F-F58F-449B-8ED6-E155414CF5AA}" srcOrd="2" destOrd="0" parTransId="{75E275D0-78A5-4407-B869-E258D193174B}" sibTransId="{3F42B82B-1A6A-4B1F-9A3F-77200E8ABF18}"/>
    <dgm:cxn modelId="{D94EF8A0-F55E-4476-BAAD-FE554EA0F2EC}" type="presOf" srcId="{DB06B0EF-6B84-4E2F-9A1A-541B68371A93}" destId="{DD3A7428-57ED-4A37-BC92-68C57D75D0C0}" srcOrd="0" destOrd="0" presId="urn:microsoft.com/office/officeart/2005/8/layout/process4"/>
    <dgm:cxn modelId="{787840A6-AA2E-48A2-A9C2-95BFC4245EC3}" srcId="{EE7D14FE-4432-4778-969C-64C09A37E51C}" destId="{DB06B0EF-6B84-4E2F-9A1A-541B68371A93}" srcOrd="0" destOrd="0" parTransId="{651D48CD-8BB0-4A7C-81C1-B60CDAE91141}" sibTransId="{C869C03D-4761-4910-B486-719971DA0957}"/>
    <dgm:cxn modelId="{49D771A8-2951-4FEE-98F5-C0D55DC5F169}" type="presOf" srcId="{EE7D14FE-4432-4778-969C-64C09A37E51C}" destId="{56A81C65-D033-4BC9-B027-A8649D04B5E5}" srcOrd="0" destOrd="0" presId="urn:microsoft.com/office/officeart/2005/8/layout/process4"/>
    <dgm:cxn modelId="{7BCE6CD0-B559-43EF-A109-37C142E26713}" type="presOf" srcId="{72B5F4E5-649B-4943-89C7-548A0D440394}" destId="{5BFBB8CF-C12B-4F2F-991F-6D669BEB3294}" srcOrd="0" destOrd="0" presId="urn:microsoft.com/office/officeart/2005/8/layout/process4"/>
    <dgm:cxn modelId="{75C125E9-066E-42FD-A992-27AE51A5E9F8}" srcId="{EE7D14FE-4432-4778-969C-64C09A37E51C}" destId="{C143EF42-5A2F-4DCB-A6A6-B0939B729372}" srcOrd="3" destOrd="0" parTransId="{C8D1BA51-BF5C-495C-A63E-78E2481CBB4F}" sibTransId="{E6F41D31-B94E-4A3E-A7AC-007ECFC91A5A}"/>
    <dgm:cxn modelId="{C2429545-716E-49DB-B60D-527C0B49BE29}" type="presParOf" srcId="{56A81C65-D033-4BC9-B027-A8649D04B5E5}" destId="{2D6A4AA2-8FE8-422C-82FD-A1AC6207CF9E}" srcOrd="0" destOrd="0" presId="urn:microsoft.com/office/officeart/2005/8/layout/process4"/>
    <dgm:cxn modelId="{3AC495DC-779B-40E5-ACEA-EAD90739560A}" type="presParOf" srcId="{2D6A4AA2-8FE8-422C-82FD-A1AC6207CF9E}" destId="{090E83EC-F31C-4D93-904F-303A81E05B5E}" srcOrd="0" destOrd="0" presId="urn:microsoft.com/office/officeart/2005/8/layout/process4"/>
    <dgm:cxn modelId="{A99A2BC6-7A16-4B98-80A6-39E20DD88FC8}" type="presParOf" srcId="{56A81C65-D033-4BC9-B027-A8649D04B5E5}" destId="{62123E06-CDEA-4F16-8E36-6EA390F3A100}" srcOrd="1" destOrd="0" presId="urn:microsoft.com/office/officeart/2005/8/layout/process4"/>
    <dgm:cxn modelId="{CEA06E76-9CF4-460F-ADEC-6CEA878E250F}" type="presParOf" srcId="{56A81C65-D033-4BC9-B027-A8649D04B5E5}" destId="{2B464F4C-A654-408E-9A7C-0DF1CB574EFD}" srcOrd="2" destOrd="0" presId="urn:microsoft.com/office/officeart/2005/8/layout/process4"/>
    <dgm:cxn modelId="{AC21C545-D330-4D59-AADD-CD6CD0C6F17D}" type="presParOf" srcId="{2B464F4C-A654-408E-9A7C-0DF1CB574EFD}" destId="{9792A65C-E172-4E16-A5CC-0619A91C6BAA}" srcOrd="0" destOrd="0" presId="urn:microsoft.com/office/officeart/2005/8/layout/process4"/>
    <dgm:cxn modelId="{9A04CA65-E713-40A6-A86B-B66E7CA26DA7}" type="presParOf" srcId="{56A81C65-D033-4BC9-B027-A8649D04B5E5}" destId="{5183ECE3-AAFD-40BD-A7B3-EAF27E8CCFBB}" srcOrd="3" destOrd="0" presId="urn:microsoft.com/office/officeart/2005/8/layout/process4"/>
    <dgm:cxn modelId="{70EEBD7D-2792-4626-9EA1-596C7EC31008}" type="presParOf" srcId="{56A81C65-D033-4BC9-B027-A8649D04B5E5}" destId="{B634CE90-943E-47EC-918B-4C7ADD92AE58}" srcOrd="4" destOrd="0" presId="urn:microsoft.com/office/officeart/2005/8/layout/process4"/>
    <dgm:cxn modelId="{8F9A20D3-A238-49CA-9241-A77FCD1491BC}" type="presParOf" srcId="{B634CE90-943E-47EC-918B-4C7ADD92AE58}" destId="{5BFBB8CF-C12B-4F2F-991F-6D669BEB3294}" srcOrd="0" destOrd="0" presId="urn:microsoft.com/office/officeart/2005/8/layout/process4"/>
    <dgm:cxn modelId="{B18FC524-5D41-4061-BD65-1637BF867E51}" type="presParOf" srcId="{56A81C65-D033-4BC9-B027-A8649D04B5E5}" destId="{BDBC57FF-F58F-48BF-9EF5-3BEFA7451394}" srcOrd="5" destOrd="0" presId="urn:microsoft.com/office/officeart/2005/8/layout/process4"/>
    <dgm:cxn modelId="{F2AF1A89-193C-448F-BE37-371072AEDA26}" type="presParOf" srcId="{56A81C65-D033-4BC9-B027-A8649D04B5E5}" destId="{80A874CC-DBE8-4933-9D27-9D18BFACFBBC}" srcOrd="6" destOrd="0" presId="urn:microsoft.com/office/officeart/2005/8/layout/process4"/>
    <dgm:cxn modelId="{099FB8CA-4412-43AE-B041-9CBBD927389E}" type="presParOf" srcId="{80A874CC-DBE8-4933-9D27-9D18BFACFBBC}" destId="{DD3A7428-57ED-4A37-BC92-68C57D75D0C0}"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B436FBC-8E5F-4E9A-B3B0-C607671591B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14A2380-2CF2-4338-8C2B-D64BBBE31E79}">
      <dgm:prSet/>
      <dgm:spPr/>
      <dgm:t>
        <a:bodyPr/>
        <a:lstStyle/>
        <a:p>
          <a:r>
            <a:rPr lang="en-US"/>
            <a:t>An article on the device was published that year in </a:t>
          </a:r>
          <a:r>
            <a:rPr lang="en-US" i="1"/>
            <a:t>Nature </a:t>
          </a:r>
          <a:r>
            <a:rPr lang="en-US"/>
            <a:t>(a prestigious scientific journal), with a header reading “The discomfort of internal endoscopy may soon be a thing of the past.”</a:t>
          </a:r>
        </a:p>
      </dgm:t>
    </dgm:pt>
    <dgm:pt modelId="{D8537300-5F29-4F81-B989-687931F73C27}" type="parTrans" cxnId="{F918E198-BAA0-4080-A836-78511F4163B4}">
      <dgm:prSet/>
      <dgm:spPr/>
      <dgm:t>
        <a:bodyPr/>
        <a:lstStyle/>
        <a:p>
          <a:endParaRPr lang="en-US"/>
        </a:p>
      </dgm:t>
    </dgm:pt>
    <dgm:pt modelId="{E31C4B0F-B3B7-488D-99F6-5013D3D086A1}" type="sibTrans" cxnId="{F918E198-BAA0-4080-A836-78511F4163B4}">
      <dgm:prSet/>
      <dgm:spPr/>
      <dgm:t>
        <a:bodyPr/>
        <a:lstStyle/>
        <a:p>
          <a:endParaRPr lang="en-US"/>
        </a:p>
      </dgm:t>
    </dgm:pt>
    <dgm:pt modelId="{88976E05-7F88-4B48-AA6B-F30CE49990B3}">
      <dgm:prSet/>
      <dgm:spPr/>
      <dgm:t>
        <a:bodyPr/>
        <a:lstStyle/>
        <a:p>
          <a:r>
            <a:rPr lang="en-US"/>
            <a:t>By August of 2001 the device had received FDA clearance, and by October of 2001 Given Imaging had gone public, raising $60 million in its initial public offering.</a:t>
          </a:r>
        </a:p>
      </dgm:t>
    </dgm:pt>
    <dgm:pt modelId="{358AA1E4-3B80-4F94-8B0E-6286B0162ACE}" type="parTrans" cxnId="{C4200A1D-61EB-4554-896C-23974E95A862}">
      <dgm:prSet/>
      <dgm:spPr/>
      <dgm:t>
        <a:bodyPr/>
        <a:lstStyle/>
        <a:p>
          <a:endParaRPr lang="en-US"/>
        </a:p>
      </dgm:t>
    </dgm:pt>
    <dgm:pt modelId="{8E888B1F-172D-4C81-9AA1-AD645A23FF54}" type="sibTrans" cxnId="{C4200A1D-61EB-4554-896C-23974E95A862}">
      <dgm:prSet/>
      <dgm:spPr/>
      <dgm:t>
        <a:bodyPr/>
        <a:lstStyle/>
        <a:p>
          <a:endParaRPr lang="en-US"/>
        </a:p>
      </dgm:t>
    </dgm:pt>
    <dgm:pt modelId="{7DA41AA6-33EE-43C5-BBAB-39C38F5F9490}">
      <dgm:prSet/>
      <dgm:spPr/>
      <dgm:t>
        <a:bodyPr/>
        <a:lstStyle/>
        <a:p>
          <a:r>
            <a:rPr lang="en-US"/>
            <a:t>Given Imaging marketed its device as a system that included a workstation, proprietary software, wearable video recording packs, and the swallowable capsules (called “PillCams”).</a:t>
          </a:r>
        </a:p>
      </dgm:t>
    </dgm:pt>
    <dgm:pt modelId="{A02F1D56-116A-4BB6-95DC-D7DDBECB2E3A}" type="parTrans" cxnId="{7804670E-F69A-4041-A330-00C331543A4E}">
      <dgm:prSet/>
      <dgm:spPr/>
      <dgm:t>
        <a:bodyPr/>
        <a:lstStyle/>
        <a:p>
          <a:endParaRPr lang="en-US"/>
        </a:p>
      </dgm:t>
    </dgm:pt>
    <dgm:pt modelId="{30802BF1-C82D-41F3-BC36-96539C63ACBA}" type="sibTrans" cxnId="{7804670E-F69A-4041-A330-00C331543A4E}">
      <dgm:prSet/>
      <dgm:spPr/>
      <dgm:t>
        <a:bodyPr/>
        <a:lstStyle/>
        <a:p>
          <a:endParaRPr lang="en-US"/>
        </a:p>
      </dgm:t>
    </dgm:pt>
    <dgm:pt modelId="{BB85629E-4E66-4032-9C6D-7178647CA7EF}">
      <dgm:prSet/>
      <dgm:spPr/>
      <dgm:t>
        <a:bodyPr/>
        <a:lstStyle/>
        <a:p>
          <a:r>
            <a:rPr lang="en-US"/>
            <a:t>After swallowing the $450 PillCam, the patient goes about the day while the PillCam broadcasts images to a video recording pack the patient wears around the waist.</a:t>
          </a:r>
        </a:p>
      </dgm:t>
    </dgm:pt>
    <dgm:pt modelId="{69BBD1C8-DC7B-4D5A-86ED-8356E1A95DA6}" type="parTrans" cxnId="{57C637C6-A347-4A20-B2AB-A62FF843FBD2}">
      <dgm:prSet/>
      <dgm:spPr/>
      <dgm:t>
        <a:bodyPr/>
        <a:lstStyle/>
        <a:p>
          <a:endParaRPr lang="en-US"/>
        </a:p>
      </dgm:t>
    </dgm:pt>
    <dgm:pt modelId="{F580FF74-1E06-42C5-9722-B6D13BA48946}" type="sibTrans" cxnId="{57C637C6-A347-4A20-B2AB-A62FF843FBD2}">
      <dgm:prSet/>
      <dgm:spPr/>
      <dgm:t>
        <a:bodyPr/>
        <a:lstStyle/>
        <a:p>
          <a:endParaRPr lang="en-US"/>
        </a:p>
      </dgm:t>
    </dgm:pt>
    <dgm:pt modelId="{59F1404C-8FDF-44C8-AB4F-D8E0E787376C}" type="pres">
      <dgm:prSet presAssocID="{EB436FBC-8E5F-4E9A-B3B0-C607671591BC}" presName="linear" presStyleCnt="0">
        <dgm:presLayoutVars>
          <dgm:animLvl val="lvl"/>
          <dgm:resizeHandles val="exact"/>
        </dgm:presLayoutVars>
      </dgm:prSet>
      <dgm:spPr/>
    </dgm:pt>
    <dgm:pt modelId="{E14F0CB8-4387-471B-B208-020E5B3F4FF1}" type="pres">
      <dgm:prSet presAssocID="{114A2380-2CF2-4338-8C2B-D64BBBE31E79}" presName="parentText" presStyleLbl="node1" presStyleIdx="0" presStyleCnt="4">
        <dgm:presLayoutVars>
          <dgm:chMax val="0"/>
          <dgm:bulletEnabled val="1"/>
        </dgm:presLayoutVars>
      </dgm:prSet>
      <dgm:spPr/>
    </dgm:pt>
    <dgm:pt modelId="{35205B5D-20EE-47DA-938A-DAD493799C3F}" type="pres">
      <dgm:prSet presAssocID="{E31C4B0F-B3B7-488D-99F6-5013D3D086A1}" presName="spacer" presStyleCnt="0"/>
      <dgm:spPr/>
    </dgm:pt>
    <dgm:pt modelId="{D07CAEF8-C454-40CE-B10A-9A9D85A64256}" type="pres">
      <dgm:prSet presAssocID="{88976E05-7F88-4B48-AA6B-F30CE49990B3}" presName="parentText" presStyleLbl="node1" presStyleIdx="1" presStyleCnt="4">
        <dgm:presLayoutVars>
          <dgm:chMax val="0"/>
          <dgm:bulletEnabled val="1"/>
        </dgm:presLayoutVars>
      </dgm:prSet>
      <dgm:spPr/>
    </dgm:pt>
    <dgm:pt modelId="{19941BDB-4C94-42E9-BF49-05EF5F52A53B}" type="pres">
      <dgm:prSet presAssocID="{8E888B1F-172D-4C81-9AA1-AD645A23FF54}" presName="spacer" presStyleCnt="0"/>
      <dgm:spPr/>
    </dgm:pt>
    <dgm:pt modelId="{F0DF5816-BCC9-4920-A9D2-99903FA24D55}" type="pres">
      <dgm:prSet presAssocID="{7DA41AA6-33EE-43C5-BBAB-39C38F5F9490}" presName="parentText" presStyleLbl="node1" presStyleIdx="2" presStyleCnt="4">
        <dgm:presLayoutVars>
          <dgm:chMax val="0"/>
          <dgm:bulletEnabled val="1"/>
        </dgm:presLayoutVars>
      </dgm:prSet>
      <dgm:spPr/>
    </dgm:pt>
    <dgm:pt modelId="{C4A13454-0CA4-483E-9907-3FDCBC1A3F77}" type="pres">
      <dgm:prSet presAssocID="{30802BF1-C82D-41F3-BC36-96539C63ACBA}" presName="spacer" presStyleCnt="0"/>
      <dgm:spPr/>
    </dgm:pt>
    <dgm:pt modelId="{F29742EA-BB4B-4AD5-A0E1-BCF9C1A3F2A8}" type="pres">
      <dgm:prSet presAssocID="{BB85629E-4E66-4032-9C6D-7178647CA7EF}" presName="parentText" presStyleLbl="node1" presStyleIdx="3" presStyleCnt="4">
        <dgm:presLayoutVars>
          <dgm:chMax val="0"/>
          <dgm:bulletEnabled val="1"/>
        </dgm:presLayoutVars>
      </dgm:prSet>
      <dgm:spPr/>
    </dgm:pt>
  </dgm:ptLst>
  <dgm:cxnLst>
    <dgm:cxn modelId="{7804670E-F69A-4041-A330-00C331543A4E}" srcId="{EB436FBC-8E5F-4E9A-B3B0-C607671591BC}" destId="{7DA41AA6-33EE-43C5-BBAB-39C38F5F9490}" srcOrd="2" destOrd="0" parTransId="{A02F1D56-116A-4BB6-95DC-D7DDBECB2E3A}" sibTransId="{30802BF1-C82D-41F3-BC36-96539C63ACBA}"/>
    <dgm:cxn modelId="{C4200A1D-61EB-4554-896C-23974E95A862}" srcId="{EB436FBC-8E5F-4E9A-B3B0-C607671591BC}" destId="{88976E05-7F88-4B48-AA6B-F30CE49990B3}" srcOrd="1" destOrd="0" parTransId="{358AA1E4-3B80-4F94-8B0E-6286B0162ACE}" sibTransId="{8E888B1F-172D-4C81-9AA1-AD645A23FF54}"/>
    <dgm:cxn modelId="{D018956A-EF46-40E4-9A2C-7FFDFFB1AB34}" type="presOf" srcId="{7DA41AA6-33EE-43C5-BBAB-39C38F5F9490}" destId="{F0DF5816-BCC9-4920-A9D2-99903FA24D55}" srcOrd="0" destOrd="0" presId="urn:microsoft.com/office/officeart/2005/8/layout/vList2"/>
    <dgm:cxn modelId="{D4956E52-FEF9-4954-88DB-0D51645EBA4C}" type="presOf" srcId="{EB436FBC-8E5F-4E9A-B3B0-C607671591BC}" destId="{59F1404C-8FDF-44C8-AB4F-D8E0E787376C}" srcOrd="0" destOrd="0" presId="urn:microsoft.com/office/officeart/2005/8/layout/vList2"/>
    <dgm:cxn modelId="{52AF4555-9CCF-46D6-BAC0-9D31CC2604F9}" type="presOf" srcId="{114A2380-2CF2-4338-8C2B-D64BBBE31E79}" destId="{E14F0CB8-4387-471B-B208-020E5B3F4FF1}" srcOrd="0" destOrd="0" presId="urn:microsoft.com/office/officeart/2005/8/layout/vList2"/>
    <dgm:cxn modelId="{3B00307D-5A07-4C40-93B7-917CF4FCB00A}" type="presOf" srcId="{88976E05-7F88-4B48-AA6B-F30CE49990B3}" destId="{D07CAEF8-C454-40CE-B10A-9A9D85A64256}" srcOrd="0" destOrd="0" presId="urn:microsoft.com/office/officeart/2005/8/layout/vList2"/>
    <dgm:cxn modelId="{F918E198-BAA0-4080-A836-78511F4163B4}" srcId="{EB436FBC-8E5F-4E9A-B3B0-C607671591BC}" destId="{114A2380-2CF2-4338-8C2B-D64BBBE31E79}" srcOrd="0" destOrd="0" parTransId="{D8537300-5F29-4F81-B989-687931F73C27}" sibTransId="{E31C4B0F-B3B7-488D-99F6-5013D3D086A1}"/>
    <dgm:cxn modelId="{547816A6-43C1-463A-B4A0-2A4B2F68F628}" type="presOf" srcId="{BB85629E-4E66-4032-9C6D-7178647CA7EF}" destId="{F29742EA-BB4B-4AD5-A0E1-BCF9C1A3F2A8}" srcOrd="0" destOrd="0" presId="urn:microsoft.com/office/officeart/2005/8/layout/vList2"/>
    <dgm:cxn modelId="{57C637C6-A347-4A20-B2AB-A62FF843FBD2}" srcId="{EB436FBC-8E5F-4E9A-B3B0-C607671591BC}" destId="{BB85629E-4E66-4032-9C6D-7178647CA7EF}" srcOrd="3" destOrd="0" parTransId="{69BBD1C8-DC7B-4D5A-86ED-8356E1A95DA6}" sibTransId="{F580FF74-1E06-42C5-9722-B6D13BA48946}"/>
    <dgm:cxn modelId="{3FECE079-C0AA-4069-827A-C4C0783F1D35}" type="presParOf" srcId="{59F1404C-8FDF-44C8-AB4F-D8E0E787376C}" destId="{E14F0CB8-4387-471B-B208-020E5B3F4FF1}" srcOrd="0" destOrd="0" presId="urn:microsoft.com/office/officeart/2005/8/layout/vList2"/>
    <dgm:cxn modelId="{17DA36F7-6AB7-489D-AA9A-9D23D6040289}" type="presParOf" srcId="{59F1404C-8FDF-44C8-AB4F-D8E0E787376C}" destId="{35205B5D-20EE-47DA-938A-DAD493799C3F}" srcOrd="1" destOrd="0" presId="urn:microsoft.com/office/officeart/2005/8/layout/vList2"/>
    <dgm:cxn modelId="{15756DD7-BAF8-4F68-922B-A0773499B778}" type="presParOf" srcId="{59F1404C-8FDF-44C8-AB4F-D8E0E787376C}" destId="{D07CAEF8-C454-40CE-B10A-9A9D85A64256}" srcOrd="2" destOrd="0" presId="urn:microsoft.com/office/officeart/2005/8/layout/vList2"/>
    <dgm:cxn modelId="{156BEF32-2661-40C1-88B8-9C7697E2A287}" type="presParOf" srcId="{59F1404C-8FDF-44C8-AB4F-D8E0E787376C}" destId="{19941BDB-4C94-42E9-BF49-05EF5F52A53B}" srcOrd="3" destOrd="0" presId="urn:microsoft.com/office/officeart/2005/8/layout/vList2"/>
    <dgm:cxn modelId="{6D68CAD5-55C2-4587-A16A-2DF2F3F626A5}" type="presParOf" srcId="{59F1404C-8FDF-44C8-AB4F-D8E0E787376C}" destId="{F0DF5816-BCC9-4920-A9D2-99903FA24D55}" srcOrd="4" destOrd="0" presId="urn:microsoft.com/office/officeart/2005/8/layout/vList2"/>
    <dgm:cxn modelId="{450A4F6B-47DB-4748-BB01-5532BB82F5A5}" type="presParOf" srcId="{59F1404C-8FDF-44C8-AB4F-D8E0E787376C}" destId="{C4A13454-0CA4-483E-9907-3FDCBC1A3F77}" srcOrd="5" destOrd="0" presId="urn:microsoft.com/office/officeart/2005/8/layout/vList2"/>
    <dgm:cxn modelId="{74046D48-2274-4868-8A0F-0EDE74208C46}" type="presParOf" srcId="{59F1404C-8FDF-44C8-AB4F-D8E0E787376C}" destId="{F29742EA-BB4B-4AD5-A0E1-BCF9C1A3F2A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98420853-6501-45A8-912A-FA92D07156E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FD6C012-7C59-40DD-8AFA-855651C29853}">
      <dgm:prSet/>
      <dgm:spPr/>
      <dgm:t>
        <a:bodyPr/>
        <a:lstStyle/>
        <a:p>
          <a:r>
            <a:rPr lang="en-US"/>
            <a:t>When the patient returns the pack to the physician, the physician uploads the images and can both view them directly and utilize Given’s computer software, which employs algorithms that examine the pixels in the images to identify possible locations of bleeding.</a:t>
          </a:r>
        </a:p>
      </dgm:t>
    </dgm:pt>
    <dgm:pt modelId="{5FAAF174-03CC-4DFF-87C2-2044E6CFE942}" type="parTrans" cxnId="{9BD46C4B-CE5E-4BA9-93D0-5DFD535A0F63}">
      <dgm:prSet/>
      <dgm:spPr/>
      <dgm:t>
        <a:bodyPr/>
        <a:lstStyle/>
        <a:p>
          <a:endParaRPr lang="en-US"/>
        </a:p>
      </dgm:t>
    </dgm:pt>
    <dgm:pt modelId="{B614E5F4-0D4B-48F0-AF51-69FBB3906312}" type="sibTrans" cxnId="{9BD46C4B-CE5E-4BA9-93D0-5DFD535A0F63}">
      <dgm:prSet/>
      <dgm:spPr/>
      <dgm:t>
        <a:bodyPr/>
        <a:lstStyle/>
        <a:p>
          <a:endParaRPr lang="en-US"/>
        </a:p>
      </dgm:t>
    </dgm:pt>
    <dgm:pt modelId="{EBBAD83B-638C-483B-9D8F-43476BD9BF5F}">
      <dgm:prSet/>
      <dgm:spPr/>
      <dgm:t>
        <a:bodyPr/>
        <a:lstStyle/>
        <a:p>
          <a:r>
            <a:rPr lang="en-US"/>
            <a:t>The PillCam exits the patient naturally. By February of 2006, more than 300,000 patients had utilized the system worldwide, and many insurers provided coverage for the treatment.</a:t>
          </a:r>
        </a:p>
      </dgm:t>
    </dgm:pt>
    <dgm:pt modelId="{C2967AD2-8B34-4352-87B3-922BCEFB78F7}" type="parTrans" cxnId="{F6C5D381-E2E1-41E5-AD54-2A569FE34883}">
      <dgm:prSet/>
      <dgm:spPr/>
      <dgm:t>
        <a:bodyPr/>
        <a:lstStyle/>
        <a:p>
          <a:endParaRPr lang="en-US"/>
        </a:p>
      </dgm:t>
    </dgm:pt>
    <dgm:pt modelId="{C32AB037-B8F9-4777-A770-8ADE5A6D7BC7}" type="sibTrans" cxnId="{F6C5D381-E2E1-41E5-AD54-2A569FE34883}">
      <dgm:prSet/>
      <dgm:spPr/>
      <dgm:t>
        <a:bodyPr/>
        <a:lstStyle/>
        <a:p>
          <a:endParaRPr lang="en-US"/>
        </a:p>
      </dgm:t>
    </dgm:pt>
    <dgm:pt modelId="{3A43B51C-360D-4699-B1D5-F54CC26194FD}">
      <dgm:prSet/>
      <dgm:spPr/>
      <dgm:t>
        <a:bodyPr/>
        <a:lstStyle/>
        <a:p>
          <a:r>
            <a:rPr lang="en-US"/>
            <a:t>Until 2005, Given enjoyed the benefits of offering a medical technology with tremendous advantages over existing alternatives, and having no competitors.</a:t>
          </a:r>
        </a:p>
      </dgm:t>
    </dgm:pt>
    <dgm:pt modelId="{C1DA475A-9177-4178-BCE2-B41EDDC92B7B}" type="parTrans" cxnId="{4EE5C3E7-C96B-4B31-9C52-880FE0D7275A}">
      <dgm:prSet/>
      <dgm:spPr/>
      <dgm:t>
        <a:bodyPr/>
        <a:lstStyle/>
        <a:p>
          <a:endParaRPr lang="en-US"/>
        </a:p>
      </dgm:t>
    </dgm:pt>
    <dgm:pt modelId="{EC389315-3C7B-4800-B11F-FC303D033176}" type="sibTrans" cxnId="{4EE5C3E7-C96B-4B31-9C52-880FE0D7275A}">
      <dgm:prSet/>
      <dgm:spPr/>
      <dgm:t>
        <a:bodyPr/>
        <a:lstStyle/>
        <a:p>
          <a:endParaRPr lang="en-US"/>
        </a:p>
      </dgm:t>
    </dgm:pt>
    <dgm:pt modelId="{E2D07274-D1E0-46F1-ABCC-C02D2C8872C1}" type="pres">
      <dgm:prSet presAssocID="{98420853-6501-45A8-912A-FA92D07156ED}" presName="root" presStyleCnt="0">
        <dgm:presLayoutVars>
          <dgm:dir/>
          <dgm:resizeHandles val="exact"/>
        </dgm:presLayoutVars>
      </dgm:prSet>
      <dgm:spPr/>
    </dgm:pt>
    <dgm:pt modelId="{744661EC-2C72-4A91-9A29-45E223622879}" type="pres">
      <dgm:prSet presAssocID="{0FD6C012-7C59-40DD-8AFA-855651C29853}" presName="compNode" presStyleCnt="0"/>
      <dgm:spPr/>
    </dgm:pt>
    <dgm:pt modelId="{F9FEC03B-281D-458E-A024-BF83BD3267E0}" type="pres">
      <dgm:prSet presAssocID="{0FD6C012-7C59-40DD-8AFA-855651C29853}" presName="bgRect" presStyleLbl="bgShp" presStyleIdx="0" presStyleCnt="3"/>
      <dgm:spPr/>
    </dgm:pt>
    <dgm:pt modelId="{0FC4B6FF-F04B-416F-B423-59D44337BA01}" type="pres">
      <dgm:prSet presAssocID="{0FD6C012-7C59-40DD-8AFA-855651C29853}"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octor"/>
        </a:ext>
      </dgm:extLst>
    </dgm:pt>
    <dgm:pt modelId="{5B7F6901-DA25-4A7B-8E8D-309E8ABF046C}" type="pres">
      <dgm:prSet presAssocID="{0FD6C012-7C59-40DD-8AFA-855651C29853}" presName="spaceRect" presStyleCnt="0"/>
      <dgm:spPr/>
    </dgm:pt>
    <dgm:pt modelId="{58C62295-18FE-43E1-9B45-5C9B9ECD102A}" type="pres">
      <dgm:prSet presAssocID="{0FD6C012-7C59-40DD-8AFA-855651C29853}" presName="parTx" presStyleLbl="revTx" presStyleIdx="0" presStyleCnt="3">
        <dgm:presLayoutVars>
          <dgm:chMax val="0"/>
          <dgm:chPref val="0"/>
        </dgm:presLayoutVars>
      </dgm:prSet>
      <dgm:spPr/>
    </dgm:pt>
    <dgm:pt modelId="{8422B77C-7EDE-4158-B2E0-8568937F5D8A}" type="pres">
      <dgm:prSet presAssocID="{B614E5F4-0D4B-48F0-AF51-69FBB3906312}" presName="sibTrans" presStyleCnt="0"/>
      <dgm:spPr/>
    </dgm:pt>
    <dgm:pt modelId="{253A803C-ED05-407E-9607-9E99E41C811A}" type="pres">
      <dgm:prSet presAssocID="{EBBAD83B-638C-483B-9D8F-43476BD9BF5F}" presName="compNode" presStyleCnt="0"/>
      <dgm:spPr/>
    </dgm:pt>
    <dgm:pt modelId="{442FC718-4C58-46FD-9A6A-1EAACD63A14C}" type="pres">
      <dgm:prSet presAssocID="{EBBAD83B-638C-483B-9D8F-43476BD9BF5F}" presName="bgRect" presStyleLbl="bgShp" presStyleIdx="1" presStyleCnt="3"/>
      <dgm:spPr/>
    </dgm:pt>
    <dgm:pt modelId="{8C93E0AA-E385-4782-AAA1-32FA332BF759}" type="pres">
      <dgm:prSet presAssocID="{EBBAD83B-638C-483B-9D8F-43476BD9BF5F}"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idney"/>
        </a:ext>
      </dgm:extLst>
    </dgm:pt>
    <dgm:pt modelId="{E0C319CA-8DA0-40EC-924E-117B1EDABE14}" type="pres">
      <dgm:prSet presAssocID="{EBBAD83B-638C-483B-9D8F-43476BD9BF5F}" presName="spaceRect" presStyleCnt="0"/>
      <dgm:spPr/>
    </dgm:pt>
    <dgm:pt modelId="{76A67370-8DF1-4EDC-AFF3-DB885CF93C51}" type="pres">
      <dgm:prSet presAssocID="{EBBAD83B-638C-483B-9D8F-43476BD9BF5F}" presName="parTx" presStyleLbl="revTx" presStyleIdx="1" presStyleCnt="3">
        <dgm:presLayoutVars>
          <dgm:chMax val="0"/>
          <dgm:chPref val="0"/>
        </dgm:presLayoutVars>
      </dgm:prSet>
      <dgm:spPr/>
    </dgm:pt>
    <dgm:pt modelId="{0D91F05C-ED52-4108-BAD1-C862D990F485}" type="pres">
      <dgm:prSet presAssocID="{C32AB037-B8F9-4777-A770-8ADE5A6D7BC7}" presName="sibTrans" presStyleCnt="0"/>
      <dgm:spPr/>
    </dgm:pt>
    <dgm:pt modelId="{1E5BFF56-A9AF-48CF-81BF-55664E2874B2}" type="pres">
      <dgm:prSet presAssocID="{3A43B51C-360D-4699-B1D5-F54CC26194FD}" presName="compNode" presStyleCnt="0"/>
      <dgm:spPr/>
    </dgm:pt>
    <dgm:pt modelId="{7C6E9CA1-C9A2-449A-9BC6-0B6CA53EDF12}" type="pres">
      <dgm:prSet presAssocID="{3A43B51C-360D-4699-B1D5-F54CC26194FD}" presName="bgRect" presStyleLbl="bgShp" presStyleIdx="2" presStyleCnt="3"/>
      <dgm:spPr/>
    </dgm:pt>
    <dgm:pt modelId="{CA67C7DB-93BE-4E87-8ADF-A61990CDEE99}" type="pres">
      <dgm:prSet presAssocID="{3A43B51C-360D-4699-B1D5-F54CC26194FD}"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tethoscope"/>
        </a:ext>
      </dgm:extLst>
    </dgm:pt>
    <dgm:pt modelId="{7B77C070-EC93-4BCB-8D69-1429B6150B59}" type="pres">
      <dgm:prSet presAssocID="{3A43B51C-360D-4699-B1D5-F54CC26194FD}" presName="spaceRect" presStyleCnt="0"/>
      <dgm:spPr/>
    </dgm:pt>
    <dgm:pt modelId="{55DA05A6-AFCD-4250-8FF2-DFF9FFF40DD7}" type="pres">
      <dgm:prSet presAssocID="{3A43B51C-360D-4699-B1D5-F54CC26194FD}" presName="parTx" presStyleLbl="revTx" presStyleIdx="2" presStyleCnt="3">
        <dgm:presLayoutVars>
          <dgm:chMax val="0"/>
          <dgm:chPref val="0"/>
        </dgm:presLayoutVars>
      </dgm:prSet>
      <dgm:spPr/>
    </dgm:pt>
  </dgm:ptLst>
  <dgm:cxnLst>
    <dgm:cxn modelId="{A46EEF04-8559-4295-BD8D-054258313525}" type="presOf" srcId="{98420853-6501-45A8-912A-FA92D07156ED}" destId="{E2D07274-D1E0-46F1-ABCC-C02D2C8872C1}" srcOrd="0" destOrd="0" presId="urn:microsoft.com/office/officeart/2018/2/layout/IconVerticalSolidList"/>
    <dgm:cxn modelId="{0ECB8032-92F0-45E7-BBE3-DA97BF56DBB1}" type="presOf" srcId="{3A43B51C-360D-4699-B1D5-F54CC26194FD}" destId="{55DA05A6-AFCD-4250-8FF2-DFF9FFF40DD7}" srcOrd="0" destOrd="0" presId="urn:microsoft.com/office/officeart/2018/2/layout/IconVerticalSolidList"/>
    <dgm:cxn modelId="{A3F84365-DBD7-4E26-A574-F05396AA64FD}" type="presOf" srcId="{EBBAD83B-638C-483B-9D8F-43476BD9BF5F}" destId="{76A67370-8DF1-4EDC-AFF3-DB885CF93C51}" srcOrd="0" destOrd="0" presId="urn:microsoft.com/office/officeart/2018/2/layout/IconVerticalSolidList"/>
    <dgm:cxn modelId="{9BD46C4B-CE5E-4BA9-93D0-5DFD535A0F63}" srcId="{98420853-6501-45A8-912A-FA92D07156ED}" destId="{0FD6C012-7C59-40DD-8AFA-855651C29853}" srcOrd="0" destOrd="0" parTransId="{5FAAF174-03CC-4DFF-87C2-2044E6CFE942}" sibTransId="{B614E5F4-0D4B-48F0-AF51-69FBB3906312}"/>
    <dgm:cxn modelId="{F6C5D381-E2E1-41E5-AD54-2A569FE34883}" srcId="{98420853-6501-45A8-912A-FA92D07156ED}" destId="{EBBAD83B-638C-483B-9D8F-43476BD9BF5F}" srcOrd="1" destOrd="0" parTransId="{C2967AD2-8B34-4352-87B3-922BCEFB78F7}" sibTransId="{C32AB037-B8F9-4777-A770-8ADE5A6D7BC7}"/>
    <dgm:cxn modelId="{8BB65DC6-EBC5-49BE-86A9-D9FAA584D835}" type="presOf" srcId="{0FD6C012-7C59-40DD-8AFA-855651C29853}" destId="{58C62295-18FE-43E1-9B45-5C9B9ECD102A}" srcOrd="0" destOrd="0" presId="urn:microsoft.com/office/officeart/2018/2/layout/IconVerticalSolidList"/>
    <dgm:cxn modelId="{4EE5C3E7-C96B-4B31-9C52-880FE0D7275A}" srcId="{98420853-6501-45A8-912A-FA92D07156ED}" destId="{3A43B51C-360D-4699-B1D5-F54CC26194FD}" srcOrd="2" destOrd="0" parTransId="{C1DA475A-9177-4178-BCE2-B41EDDC92B7B}" sibTransId="{EC389315-3C7B-4800-B11F-FC303D033176}"/>
    <dgm:cxn modelId="{4B3EB99A-4D85-423A-904D-E9BDB7713DCE}" type="presParOf" srcId="{E2D07274-D1E0-46F1-ABCC-C02D2C8872C1}" destId="{744661EC-2C72-4A91-9A29-45E223622879}" srcOrd="0" destOrd="0" presId="urn:microsoft.com/office/officeart/2018/2/layout/IconVerticalSolidList"/>
    <dgm:cxn modelId="{8864AAA4-A7B7-4FF9-924A-CBE68610F345}" type="presParOf" srcId="{744661EC-2C72-4A91-9A29-45E223622879}" destId="{F9FEC03B-281D-458E-A024-BF83BD3267E0}" srcOrd="0" destOrd="0" presId="urn:microsoft.com/office/officeart/2018/2/layout/IconVerticalSolidList"/>
    <dgm:cxn modelId="{D75C7B01-ADA6-4D5D-8EAA-FF53828BD093}" type="presParOf" srcId="{744661EC-2C72-4A91-9A29-45E223622879}" destId="{0FC4B6FF-F04B-416F-B423-59D44337BA01}" srcOrd="1" destOrd="0" presId="urn:microsoft.com/office/officeart/2018/2/layout/IconVerticalSolidList"/>
    <dgm:cxn modelId="{4DC24B88-2C2B-4872-AFE0-01303C859C05}" type="presParOf" srcId="{744661EC-2C72-4A91-9A29-45E223622879}" destId="{5B7F6901-DA25-4A7B-8E8D-309E8ABF046C}" srcOrd="2" destOrd="0" presId="urn:microsoft.com/office/officeart/2018/2/layout/IconVerticalSolidList"/>
    <dgm:cxn modelId="{CA295256-D19D-4E14-A0FB-AA988C35681D}" type="presParOf" srcId="{744661EC-2C72-4A91-9A29-45E223622879}" destId="{58C62295-18FE-43E1-9B45-5C9B9ECD102A}" srcOrd="3" destOrd="0" presId="urn:microsoft.com/office/officeart/2018/2/layout/IconVerticalSolidList"/>
    <dgm:cxn modelId="{92412AD7-1DF1-451F-8D25-F63A984E2CCF}" type="presParOf" srcId="{E2D07274-D1E0-46F1-ABCC-C02D2C8872C1}" destId="{8422B77C-7EDE-4158-B2E0-8568937F5D8A}" srcOrd="1" destOrd="0" presId="urn:microsoft.com/office/officeart/2018/2/layout/IconVerticalSolidList"/>
    <dgm:cxn modelId="{50A8E3FF-5591-40F0-A602-B44B32F4B39D}" type="presParOf" srcId="{E2D07274-D1E0-46F1-ABCC-C02D2C8872C1}" destId="{253A803C-ED05-407E-9607-9E99E41C811A}" srcOrd="2" destOrd="0" presId="urn:microsoft.com/office/officeart/2018/2/layout/IconVerticalSolidList"/>
    <dgm:cxn modelId="{5F22ECDE-EAB7-482E-91F3-588DD05FE974}" type="presParOf" srcId="{253A803C-ED05-407E-9607-9E99E41C811A}" destId="{442FC718-4C58-46FD-9A6A-1EAACD63A14C}" srcOrd="0" destOrd="0" presId="urn:microsoft.com/office/officeart/2018/2/layout/IconVerticalSolidList"/>
    <dgm:cxn modelId="{9B409A59-5E82-4BA3-9D15-B213A4CEDAF5}" type="presParOf" srcId="{253A803C-ED05-407E-9607-9E99E41C811A}" destId="{8C93E0AA-E385-4782-AAA1-32FA332BF759}" srcOrd="1" destOrd="0" presId="urn:microsoft.com/office/officeart/2018/2/layout/IconVerticalSolidList"/>
    <dgm:cxn modelId="{3CB71B25-0E55-4214-8874-31F97720F745}" type="presParOf" srcId="{253A803C-ED05-407E-9607-9E99E41C811A}" destId="{E0C319CA-8DA0-40EC-924E-117B1EDABE14}" srcOrd="2" destOrd="0" presId="urn:microsoft.com/office/officeart/2018/2/layout/IconVerticalSolidList"/>
    <dgm:cxn modelId="{D09AF819-D2BD-464C-A53C-24F8BC0C7B17}" type="presParOf" srcId="{253A803C-ED05-407E-9607-9E99E41C811A}" destId="{76A67370-8DF1-4EDC-AFF3-DB885CF93C51}" srcOrd="3" destOrd="0" presId="urn:microsoft.com/office/officeart/2018/2/layout/IconVerticalSolidList"/>
    <dgm:cxn modelId="{8996DACB-C00D-467F-9DDF-3E70C358BB66}" type="presParOf" srcId="{E2D07274-D1E0-46F1-ABCC-C02D2C8872C1}" destId="{0D91F05C-ED52-4108-BAD1-C862D990F485}" srcOrd="3" destOrd="0" presId="urn:microsoft.com/office/officeart/2018/2/layout/IconVerticalSolidList"/>
    <dgm:cxn modelId="{A3D6A889-373F-4094-92B4-926D37CE2AEC}" type="presParOf" srcId="{E2D07274-D1E0-46F1-ABCC-C02D2C8872C1}" destId="{1E5BFF56-A9AF-48CF-81BF-55664E2874B2}" srcOrd="4" destOrd="0" presId="urn:microsoft.com/office/officeart/2018/2/layout/IconVerticalSolidList"/>
    <dgm:cxn modelId="{855BF273-C2B7-4370-B37E-58FB9046EA44}" type="presParOf" srcId="{1E5BFF56-A9AF-48CF-81BF-55664E2874B2}" destId="{7C6E9CA1-C9A2-449A-9BC6-0B6CA53EDF12}" srcOrd="0" destOrd="0" presId="urn:microsoft.com/office/officeart/2018/2/layout/IconVerticalSolidList"/>
    <dgm:cxn modelId="{92381CEE-4FAB-4C5E-A66D-201CFA13DAE2}" type="presParOf" srcId="{1E5BFF56-A9AF-48CF-81BF-55664E2874B2}" destId="{CA67C7DB-93BE-4E87-8ADF-A61990CDEE99}" srcOrd="1" destOrd="0" presId="urn:microsoft.com/office/officeart/2018/2/layout/IconVerticalSolidList"/>
    <dgm:cxn modelId="{F89FEC33-C606-4F3D-9F5C-E920F69AB4B9}" type="presParOf" srcId="{1E5BFF56-A9AF-48CF-81BF-55664E2874B2}" destId="{7B77C070-EC93-4BCB-8D69-1429B6150B59}" srcOrd="2" destOrd="0" presId="urn:microsoft.com/office/officeart/2018/2/layout/IconVerticalSolidList"/>
    <dgm:cxn modelId="{2580A64B-4338-456C-A206-FAF629C08554}" type="presParOf" srcId="{1E5BFF56-A9AF-48CF-81BF-55664E2874B2}" destId="{55DA05A6-AFCD-4250-8FF2-DFF9FFF40DD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D50A633-1D90-4444-95A1-2608F6921CD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D092A2A-6D69-4041-B03A-D781CEAFB894}">
      <dgm:prSet/>
      <dgm:spPr/>
      <dgm:t>
        <a:bodyPr/>
        <a:lstStyle/>
        <a:p>
          <a:r>
            <a:rPr lang="en-US"/>
            <a:t>However, in 2005, Japanese optics giant Olympus introduced its own camera pill—the “Endocapsule”—into the European market, and received FDA approval to market the drug in the United States in 2007.</a:t>
          </a:r>
        </a:p>
      </dgm:t>
    </dgm:pt>
    <dgm:pt modelId="{C36FD08F-D70E-453C-A1CA-EEA45F28AEBC}" type="parTrans" cxnId="{168658A1-6127-430F-924C-49A8F6737B52}">
      <dgm:prSet/>
      <dgm:spPr/>
      <dgm:t>
        <a:bodyPr/>
        <a:lstStyle/>
        <a:p>
          <a:endParaRPr lang="en-US"/>
        </a:p>
      </dgm:t>
    </dgm:pt>
    <dgm:pt modelId="{1FD201DD-CFBC-47FA-BE4B-51E198B17EAB}" type="sibTrans" cxnId="{168658A1-6127-430F-924C-49A8F6737B52}">
      <dgm:prSet/>
      <dgm:spPr/>
      <dgm:t>
        <a:bodyPr/>
        <a:lstStyle/>
        <a:p>
          <a:endParaRPr lang="en-US"/>
        </a:p>
      </dgm:t>
    </dgm:pt>
    <dgm:pt modelId="{C4097870-6CB6-41A3-8396-2767F7D4722B}">
      <dgm:prSet/>
      <dgm:spPr/>
      <dgm:t>
        <a:bodyPr/>
        <a:lstStyle/>
        <a:p>
          <a:r>
            <a:rPr lang="en-US"/>
            <a:t>In 2008, Philips Research announced that it too had developed a camera pill called the iPill that incorporated a drug delivery system, permitting the pill to release medicine directly to multiple locations within the intestine.</a:t>
          </a:r>
        </a:p>
      </dgm:t>
    </dgm:pt>
    <dgm:pt modelId="{4C7AA7C6-07C4-47D7-8FCD-F7F1B3D23A48}" type="parTrans" cxnId="{DFF27CCF-025F-41BC-AEF5-2533DA6A4FF7}">
      <dgm:prSet/>
      <dgm:spPr/>
      <dgm:t>
        <a:bodyPr/>
        <a:lstStyle/>
        <a:p>
          <a:endParaRPr lang="en-US"/>
        </a:p>
      </dgm:t>
    </dgm:pt>
    <dgm:pt modelId="{DF17F4C5-1428-4106-B2E2-B5BADDE088F6}" type="sibTrans" cxnId="{DFF27CCF-025F-41BC-AEF5-2533DA6A4FF7}">
      <dgm:prSet/>
      <dgm:spPr/>
      <dgm:t>
        <a:bodyPr/>
        <a:lstStyle/>
        <a:p>
          <a:endParaRPr lang="en-US"/>
        </a:p>
      </dgm:t>
    </dgm:pt>
    <dgm:pt modelId="{B52BE8DD-0B3A-49E2-8137-6C846B555C58}">
      <dgm:prSet/>
      <dgm:spPr/>
      <dgm:t>
        <a:bodyPr/>
        <a:lstStyle/>
        <a:p>
          <a:r>
            <a:rPr lang="en-US"/>
            <a:t>Additionally, several teams of scientists around the world were working on developing capsule endoscopes that would incorporate robotic functions such as small legs and clamps that would enable the capsule to move, attach to the wall of the intestine, or remove a small amount of tissue for a biopsy.</a:t>
          </a:r>
        </a:p>
      </dgm:t>
    </dgm:pt>
    <dgm:pt modelId="{15804B06-8FD5-4CC2-B415-FF88C874216F}" type="parTrans" cxnId="{F247A08F-5807-4BAB-9FCA-658DE2726E28}">
      <dgm:prSet/>
      <dgm:spPr/>
      <dgm:t>
        <a:bodyPr/>
        <a:lstStyle/>
        <a:p>
          <a:endParaRPr lang="en-US"/>
        </a:p>
      </dgm:t>
    </dgm:pt>
    <dgm:pt modelId="{B0B964C5-7EE1-4A0E-8F82-652F30515290}" type="sibTrans" cxnId="{F247A08F-5807-4BAB-9FCA-658DE2726E28}">
      <dgm:prSet/>
      <dgm:spPr/>
      <dgm:t>
        <a:bodyPr/>
        <a:lstStyle/>
        <a:p>
          <a:endParaRPr lang="en-US"/>
        </a:p>
      </dgm:t>
    </dgm:pt>
    <dgm:pt modelId="{1210D8A3-82F1-46A5-9FDA-1576DBD90E1C}" type="pres">
      <dgm:prSet presAssocID="{FD50A633-1D90-4444-95A1-2608F6921CDD}" presName="root" presStyleCnt="0">
        <dgm:presLayoutVars>
          <dgm:dir/>
          <dgm:resizeHandles val="exact"/>
        </dgm:presLayoutVars>
      </dgm:prSet>
      <dgm:spPr/>
    </dgm:pt>
    <dgm:pt modelId="{82C0B75E-94DD-4215-B3A8-B8B3B2AED14D}" type="pres">
      <dgm:prSet presAssocID="{3D092A2A-6D69-4041-B03A-D781CEAFB894}" presName="compNode" presStyleCnt="0"/>
      <dgm:spPr/>
    </dgm:pt>
    <dgm:pt modelId="{19CBB912-A547-4FEE-B34F-C7714466BFB4}" type="pres">
      <dgm:prSet presAssocID="{3D092A2A-6D69-4041-B03A-D781CEAFB894}" presName="bgRect" presStyleLbl="bgShp" presStyleIdx="0" presStyleCnt="3"/>
      <dgm:spPr/>
    </dgm:pt>
    <dgm:pt modelId="{EB80E6A7-9CD2-43B1-A2A9-DE1452404155}" type="pres">
      <dgm:prSet presAssocID="{3D092A2A-6D69-4041-B03A-D781CEAFB894}"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Virtual RealityHeadset"/>
        </a:ext>
      </dgm:extLst>
    </dgm:pt>
    <dgm:pt modelId="{A692B5F7-065B-40F2-BA19-8F82A97149ED}" type="pres">
      <dgm:prSet presAssocID="{3D092A2A-6D69-4041-B03A-D781CEAFB894}" presName="spaceRect" presStyleCnt="0"/>
      <dgm:spPr/>
    </dgm:pt>
    <dgm:pt modelId="{137C223D-DB4F-4003-8E3B-B116CE4E2B5D}" type="pres">
      <dgm:prSet presAssocID="{3D092A2A-6D69-4041-B03A-D781CEAFB894}" presName="parTx" presStyleLbl="revTx" presStyleIdx="0" presStyleCnt="3">
        <dgm:presLayoutVars>
          <dgm:chMax val="0"/>
          <dgm:chPref val="0"/>
        </dgm:presLayoutVars>
      </dgm:prSet>
      <dgm:spPr/>
    </dgm:pt>
    <dgm:pt modelId="{EEAE2A28-6E3D-49E5-B0BA-4D5CDCCF69E1}" type="pres">
      <dgm:prSet presAssocID="{1FD201DD-CFBC-47FA-BE4B-51E198B17EAB}" presName="sibTrans" presStyleCnt="0"/>
      <dgm:spPr/>
    </dgm:pt>
    <dgm:pt modelId="{F6F41CA4-88BF-42F4-A14A-485CB4C14897}" type="pres">
      <dgm:prSet presAssocID="{C4097870-6CB6-41A3-8396-2767F7D4722B}" presName="compNode" presStyleCnt="0"/>
      <dgm:spPr/>
    </dgm:pt>
    <dgm:pt modelId="{BEA9F090-C90F-4553-8A1B-DB65DE1492A7}" type="pres">
      <dgm:prSet presAssocID="{C4097870-6CB6-41A3-8396-2767F7D4722B}" presName="bgRect" presStyleLbl="bgShp" presStyleIdx="1" presStyleCnt="3"/>
      <dgm:spPr/>
    </dgm:pt>
    <dgm:pt modelId="{0DE32CD6-845B-4BB1-A1A4-0779D9FE3790}" type="pres">
      <dgm:prSet presAssocID="{C4097870-6CB6-41A3-8396-2767F7D4722B}"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dicine"/>
        </a:ext>
      </dgm:extLst>
    </dgm:pt>
    <dgm:pt modelId="{3A6173F0-09B9-43C1-9B63-4094C65D0620}" type="pres">
      <dgm:prSet presAssocID="{C4097870-6CB6-41A3-8396-2767F7D4722B}" presName="spaceRect" presStyleCnt="0"/>
      <dgm:spPr/>
    </dgm:pt>
    <dgm:pt modelId="{8F4E5A39-8987-4AF5-B210-724FC6E94A7F}" type="pres">
      <dgm:prSet presAssocID="{C4097870-6CB6-41A3-8396-2767F7D4722B}" presName="parTx" presStyleLbl="revTx" presStyleIdx="1" presStyleCnt="3">
        <dgm:presLayoutVars>
          <dgm:chMax val="0"/>
          <dgm:chPref val="0"/>
        </dgm:presLayoutVars>
      </dgm:prSet>
      <dgm:spPr/>
    </dgm:pt>
    <dgm:pt modelId="{7646B732-04FE-49BB-946D-AC3CD8BAC919}" type="pres">
      <dgm:prSet presAssocID="{DF17F4C5-1428-4106-B2E2-B5BADDE088F6}" presName="sibTrans" presStyleCnt="0"/>
      <dgm:spPr/>
    </dgm:pt>
    <dgm:pt modelId="{DC058EA9-8E10-429F-BFBD-65FB98AC924F}" type="pres">
      <dgm:prSet presAssocID="{B52BE8DD-0B3A-49E2-8137-6C846B555C58}" presName="compNode" presStyleCnt="0"/>
      <dgm:spPr/>
    </dgm:pt>
    <dgm:pt modelId="{2D30736B-0315-4CD8-81AF-2D600936E081}" type="pres">
      <dgm:prSet presAssocID="{B52BE8DD-0B3A-49E2-8137-6C846B555C58}" presName="bgRect" presStyleLbl="bgShp" presStyleIdx="2" presStyleCnt="3"/>
      <dgm:spPr/>
    </dgm:pt>
    <dgm:pt modelId="{6FE780E9-6902-4DD1-AD0C-5C8BDD43FD62}" type="pres">
      <dgm:prSet presAssocID="{B52BE8DD-0B3A-49E2-8137-6C846B555C58}"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icroscope"/>
        </a:ext>
      </dgm:extLst>
    </dgm:pt>
    <dgm:pt modelId="{287F307C-67B4-4AB6-9D7D-C8BDDBA02938}" type="pres">
      <dgm:prSet presAssocID="{B52BE8DD-0B3A-49E2-8137-6C846B555C58}" presName="spaceRect" presStyleCnt="0"/>
      <dgm:spPr/>
    </dgm:pt>
    <dgm:pt modelId="{D548BFB4-15FD-4E06-BDAD-A31C4C36C094}" type="pres">
      <dgm:prSet presAssocID="{B52BE8DD-0B3A-49E2-8137-6C846B555C58}" presName="parTx" presStyleLbl="revTx" presStyleIdx="2" presStyleCnt="3">
        <dgm:presLayoutVars>
          <dgm:chMax val="0"/>
          <dgm:chPref val="0"/>
        </dgm:presLayoutVars>
      </dgm:prSet>
      <dgm:spPr/>
    </dgm:pt>
  </dgm:ptLst>
  <dgm:cxnLst>
    <dgm:cxn modelId="{FD035900-952D-4A67-8070-4728DBF34939}" type="presOf" srcId="{C4097870-6CB6-41A3-8396-2767F7D4722B}" destId="{8F4E5A39-8987-4AF5-B210-724FC6E94A7F}" srcOrd="0" destOrd="0" presId="urn:microsoft.com/office/officeart/2018/2/layout/IconVerticalSolidList"/>
    <dgm:cxn modelId="{F247A08F-5807-4BAB-9FCA-658DE2726E28}" srcId="{FD50A633-1D90-4444-95A1-2608F6921CDD}" destId="{B52BE8DD-0B3A-49E2-8137-6C846B555C58}" srcOrd="2" destOrd="0" parTransId="{15804B06-8FD5-4CC2-B415-FF88C874216F}" sibTransId="{B0B964C5-7EE1-4A0E-8F82-652F30515290}"/>
    <dgm:cxn modelId="{168658A1-6127-430F-924C-49A8F6737B52}" srcId="{FD50A633-1D90-4444-95A1-2608F6921CDD}" destId="{3D092A2A-6D69-4041-B03A-D781CEAFB894}" srcOrd="0" destOrd="0" parTransId="{C36FD08F-D70E-453C-A1CA-EEA45F28AEBC}" sibTransId="{1FD201DD-CFBC-47FA-BE4B-51E198B17EAB}"/>
    <dgm:cxn modelId="{C9E0FCC5-3339-4F28-8F02-A403C1529D2A}" type="presOf" srcId="{FD50A633-1D90-4444-95A1-2608F6921CDD}" destId="{1210D8A3-82F1-46A5-9FDA-1576DBD90E1C}" srcOrd="0" destOrd="0" presId="urn:microsoft.com/office/officeart/2018/2/layout/IconVerticalSolidList"/>
    <dgm:cxn modelId="{AF1366C8-4D6F-469F-899A-F0E7C43B397A}" type="presOf" srcId="{B52BE8DD-0B3A-49E2-8137-6C846B555C58}" destId="{D548BFB4-15FD-4E06-BDAD-A31C4C36C094}" srcOrd="0" destOrd="0" presId="urn:microsoft.com/office/officeart/2018/2/layout/IconVerticalSolidList"/>
    <dgm:cxn modelId="{DFF27CCF-025F-41BC-AEF5-2533DA6A4FF7}" srcId="{FD50A633-1D90-4444-95A1-2608F6921CDD}" destId="{C4097870-6CB6-41A3-8396-2767F7D4722B}" srcOrd="1" destOrd="0" parTransId="{4C7AA7C6-07C4-47D7-8FCD-F7F1B3D23A48}" sibTransId="{DF17F4C5-1428-4106-B2E2-B5BADDE088F6}"/>
    <dgm:cxn modelId="{1814D2E7-997F-493D-94CF-E467A78B5B1D}" type="presOf" srcId="{3D092A2A-6D69-4041-B03A-D781CEAFB894}" destId="{137C223D-DB4F-4003-8E3B-B116CE4E2B5D}" srcOrd="0" destOrd="0" presId="urn:microsoft.com/office/officeart/2018/2/layout/IconVerticalSolidList"/>
    <dgm:cxn modelId="{A7EE4530-ECB3-4843-AD27-0F6F9BE0C7C4}" type="presParOf" srcId="{1210D8A3-82F1-46A5-9FDA-1576DBD90E1C}" destId="{82C0B75E-94DD-4215-B3A8-B8B3B2AED14D}" srcOrd="0" destOrd="0" presId="urn:microsoft.com/office/officeart/2018/2/layout/IconVerticalSolidList"/>
    <dgm:cxn modelId="{58CFAFEF-6996-443E-91B1-51DFD16FE94E}" type="presParOf" srcId="{82C0B75E-94DD-4215-B3A8-B8B3B2AED14D}" destId="{19CBB912-A547-4FEE-B34F-C7714466BFB4}" srcOrd="0" destOrd="0" presId="urn:microsoft.com/office/officeart/2018/2/layout/IconVerticalSolidList"/>
    <dgm:cxn modelId="{60CFF926-4B91-4EC1-B8BB-573BE183434C}" type="presParOf" srcId="{82C0B75E-94DD-4215-B3A8-B8B3B2AED14D}" destId="{EB80E6A7-9CD2-43B1-A2A9-DE1452404155}" srcOrd="1" destOrd="0" presId="urn:microsoft.com/office/officeart/2018/2/layout/IconVerticalSolidList"/>
    <dgm:cxn modelId="{C5E6FEEA-B138-4FAD-A031-368B62B3CC90}" type="presParOf" srcId="{82C0B75E-94DD-4215-B3A8-B8B3B2AED14D}" destId="{A692B5F7-065B-40F2-BA19-8F82A97149ED}" srcOrd="2" destOrd="0" presId="urn:microsoft.com/office/officeart/2018/2/layout/IconVerticalSolidList"/>
    <dgm:cxn modelId="{2CF56741-203F-4794-9F3E-2EAE65CF6555}" type="presParOf" srcId="{82C0B75E-94DD-4215-B3A8-B8B3B2AED14D}" destId="{137C223D-DB4F-4003-8E3B-B116CE4E2B5D}" srcOrd="3" destOrd="0" presId="urn:microsoft.com/office/officeart/2018/2/layout/IconVerticalSolidList"/>
    <dgm:cxn modelId="{7D7F2A4E-1761-46A8-814D-1EC05E96B9BA}" type="presParOf" srcId="{1210D8A3-82F1-46A5-9FDA-1576DBD90E1C}" destId="{EEAE2A28-6E3D-49E5-B0BA-4D5CDCCF69E1}" srcOrd="1" destOrd="0" presId="urn:microsoft.com/office/officeart/2018/2/layout/IconVerticalSolidList"/>
    <dgm:cxn modelId="{3C010051-6901-4588-862F-36009ED5905C}" type="presParOf" srcId="{1210D8A3-82F1-46A5-9FDA-1576DBD90E1C}" destId="{F6F41CA4-88BF-42F4-A14A-485CB4C14897}" srcOrd="2" destOrd="0" presId="urn:microsoft.com/office/officeart/2018/2/layout/IconVerticalSolidList"/>
    <dgm:cxn modelId="{F6A1474D-D649-4241-A96A-6E3FA5AFEE57}" type="presParOf" srcId="{F6F41CA4-88BF-42F4-A14A-485CB4C14897}" destId="{BEA9F090-C90F-4553-8A1B-DB65DE1492A7}" srcOrd="0" destOrd="0" presId="urn:microsoft.com/office/officeart/2018/2/layout/IconVerticalSolidList"/>
    <dgm:cxn modelId="{57923B6F-CFB1-45D3-8871-D950F5B7A73F}" type="presParOf" srcId="{F6F41CA4-88BF-42F4-A14A-485CB4C14897}" destId="{0DE32CD6-845B-4BB1-A1A4-0779D9FE3790}" srcOrd="1" destOrd="0" presId="urn:microsoft.com/office/officeart/2018/2/layout/IconVerticalSolidList"/>
    <dgm:cxn modelId="{A8C9EA38-1DE4-4972-B83D-E012187B07F0}" type="presParOf" srcId="{F6F41CA4-88BF-42F4-A14A-485CB4C14897}" destId="{3A6173F0-09B9-43C1-9B63-4094C65D0620}" srcOrd="2" destOrd="0" presId="urn:microsoft.com/office/officeart/2018/2/layout/IconVerticalSolidList"/>
    <dgm:cxn modelId="{AA188EEC-3664-47C3-9A6E-2932D82A5217}" type="presParOf" srcId="{F6F41CA4-88BF-42F4-A14A-485CB4C14897}" destId="{8F4E5A39-8987-4AF5-B210-724FC6E94A7F}" srcOrd="3" destOrd="0" presId="urn:microsoft.com/office/officeart/2018/2/layout/IconVerticalSolidList"/>
    <dgm:cxn modelId="{DAA7833D-05B3-44D0-8931-5426C624F9E8}" type="presParOf" srcId="{1210D8A3-82F1-46A5-9FDA-1576DBD90E1C}" destId="{7646B732-04FE-49BB-946D-AC3CD8BAC919}" srcOrd="3" destOrd="0" presId="urn:microsoft.com/office/officeart/2018/2/layout/IconVerticalSolidList"/>
    <dgm:cxn modelId="{76999B43-8CA6-4D4A-94C8-57A684DCEDAF}" type="presParOf" srcId="{1210D8A3-82F1-46A5-9FDA-1576DBD90E1C}" destId="{DC058EA9-8E10-429F-BFBD-65FB98AC924F}" srcOrd="4" destOrd="0" presId="urn:microsoft.com/office/officeart/2018/2/layout/IconVerticalSolidList"/>
    <dgm:cxn modelId="{6C31C34E-3672-436A-8002-F53DE2DCC397}" type="presParOf" srcId="{DC058EA9-8E10-429F-BFBD-65FB98AC924F}" destId="{2D30736B-0315-4CD8-81AF-2D600936E081}" srcOrd="0" destOrd="0" presId="urn:microsoft.com/office/officeart/2018/2/layout/IconVerticalSolidList"/>
    <dgm:cxn modelId="{DB7A90DD-6A1E-4640-85EB-C25BCC1DC6E5}" type="presParOf" srcId="{DC058EA9-8E10-429F-BFBD-65FB98AC924F}" destId="{6FE780E9-6902-4DD1-AD0C-5C8BDD43FD62}" srcOrd="1" destOrd="0" presId="urn:microsoft.com/office/officeart/2018/2/layout/IconVerticalSolidList"/>
    <dgm:cxn modelId="{3AA8FF86-8668-4B2C-A4CC-8313F9E6E639}" type="presParOf" srcId="{DC058EA9-8E10-429F-BFBD-65FB98AC924F}" destId="{287F307C-67B4-4AB6-9D7D-C8BDDBA02938}" srcOrd="2" destOrd="0" presId="urn:microsoft.com/office/officeart/2018/2/layout/IconVerticalSolidList"/>
    <dgm:cxn modelId="{40E20EBD-5070-4C80-8E45-A7886586349C}" type="presParOf" srcId="{DC058EA9-8E10-429F-BFBD-65FB98AC924F}" destId="{D548BFB4-15FD-4E06-BDAD-A31C4C36C09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F45FA246-A0AB-4BA2-99D7-0CD061D115B1}" type="doc">
      <dgm:prSet loTypeId="urn:microsoft.com/office/officeart/2005/8/layout/default" loCatId="list" qsTypeId="urn:microsoft.com/office/officeart/2005/8/quickstyle/simple5" qsCatId="simple" csTypeId="urn:microsoft.com/office/officeart/2005/8/colors/accent2_2" csCatId="accent2"/>
      <dgm:spPr/>
      <dgm:t>
        <a:bodyPr/>
        <a:lstStyle/>
        <a:p>
          <a:endParaRPr lang="en-US"/>
        </a:p>
      </dgm:t>
    </dgm:pt>
    <dgm:pt modelId="{AD9C91E1-6895-4CE1-97D2-CCFCB350E596}">
      <dgm:prSet/>
      <dgm:spPr/>
      <dgm:t>
        <a:bodyPr/>
        <a:lstStyle/>
        <a:p>
          <a:r>
            <a:rPr lang="en-US" dirty="0"/>
            <a:t>Given defended its position in the U.S. market by filing for a thicket of patents on the technology, and by trying to rapidly build its installed base of Given workstations in hospitals and clinics.</a:t>
          </a:r>
        </a:p>
      </dgm:t>
    </dgm:pt>
    <dgm:pt modelId="{91424C1F-CA93-40CB-BDD3-CA8666DB751E}" type="parTrans" cxnId="{829C3023-B5F3-4010-A94C-124EE883E5FF}">
      <dgm:prSet/>
      <dgm:spPr/>
      <dgm:t>
        <a:bodyPr/>
        <a:lstStyle/>
        <a:p>
          <a:endParaRPr lang="en-US"/>
        </a:p>
      </dgm:t>
    </dgm:pt>
    <dgm:pt modelId="{4E90FB04-9F8C-4F12-B45F-5827D8BB605E}" type="sibTrans" cxnId="{829C3023-B5F3-4010-A94C-124EE883E5FF}">
      <dgm:prSet/>
      <dgm:spPr/>
      <dgm:t>
        <a:bodyPr/>
        <a:lstStyle/>
        <a:p>
          <a:endParaRPr lang="en-US"/>
        </a:p>
      </dgm:t>
    </dgm:pt>
    <dgm:pt modelId="{BC57D35D-1DA4-4B0D-A6D6-4F89472EF25D}">
      <dgm:prSet/>
      <dgm:spPr/>
      <dgm:t>
        <a:bodyPr/>
        <a:lstStyle/>
        <a:p>
          <a:r>
            <a:rPr lang="en-US" dirty="0"/>
            <a:t>The more Given workstations that were in use, and the more physicians trained in their use, the greater the switching costs would be for a hospital or clinic to adopt a competing technology.</a:t>
          </a:r>
        </a:p>
      </dgm:t>
    </dgm:pt>
    <dgm:pt modelId="{F364325F-48CC-49D4-BEB9-AA1ABA42D95A}" type="parTrans" cxnId="{00308AB0-1B2C-44A6-A288-29CE52305DAB}">
      <dgm:prSet/>
      <dgm:spPr/>
      <dgm:t>
        <a:bodyPr/>
        <a:lstStyle/>
        <a:p>
          <a:endParaRPr lang="en-US"/>
        </a:p>
      </dgm:t>
    </dgm:pt>
    <dgm:pt modelId="{8F1C6394-7955-436C-8937-34407ACD8B6A}" type="sibTrans" cxnId="{00308AB0-1B2C-44A6-A288-29CE52305DAB}">
      <dgm:prSet/>
      <dgm:spPr/>
      <dgm:t>
        <a:bodyPr/>
        <a:lstStyle/>
        <a:p>
          <a:endParaRPr lang="en-US"/>
        </a:p>
      </dgm:t>
    </dgm:pt>
    <dgm:pt modelId="{613219D5-0A07-4DE1-85BB-E20A8B5145BB}">
      <dgm:prSet/>
      <dgm:spPr/>
      <dgm:t>
        <a:bodyPr/>
        <a:lstStyle/>
        <a:p>
          <a:r>
            <a:rPr lang="en-US"/>
            <a:t>It also began work on versions of the camera pill that would target the esophagus and the colon, respectively.</a:t>
          </a:r>
        </a:p>
      </dgm:t>
    </dgm:pt>
    <dgm:pt modelId="{0BB146C0-9DCB-4144-8196-52C78548AEC0}" type="parTrans" cxnId="{AB9C6839-DE1E-405B-B1DB-0D65198A30EC}">
      <dgm:prSet/>
      <dgm:spPr/>
      <dgm:t>
        <a:bodyPr/>
        <a:lstStyle/>
        <a:p>
          <a:endParaRPr lang="en-US"/>
        </a:p>
      </dgm:t>
    </dgm:pt>
    <dgm:pt modelId="{A016DD98-50DF-42C2-9DA1-776C9EDC0FCE}" type="sibTrans" cxnId="{AB9C6839-DE1E-405B-B1DB-0D65198A30EC}">
      <dgm:prSet/>
      <dgm:spPr/>
      <dgm:t>
        <a:bodyPr/>
        <a:lstStyle/>
        <a:p>
          <a:endParaRPr lang="en-US"/>
        </a:p>
      </dgm:t>
    </dgm:pt>
    <dgm:pt modelId="{1BBC642A-D639-4D02-BB49-04E9087BC9B6}">
      <dgm:prSet/>
      <dgm:spPr/>
      <dgm:t>
        <a:bodyPr/>
        <a:lstStyle/>
        <a:p>
          <a:r>
            <a:rPr lang="en-US"/>
            <a:t>By 2011, Given had introduced several generations of PillCam technology, and had grown to $178 million in annual sales.</a:t>
          </a:r>
        </a:p>
      </dgm:t>
    </dgm:pt>
    <dgm:pt modelId="{0E3F7C93-F252-4EDD-8101-72079D81A8F1}" type="parTrans" cxnId="{516AF0F3-A2D5-4EC2-937C-545117CF188C}">
      <dgm:prSet/>
      <dgm:spPr/>
      <dgm:t>
        <a:bodyPr/>
        <a:lstStyle/>
        <a:p>
          <a:endParaRPr lang="en-US"/>
        </a:p>
      </dgm:t>
    </dgm:pt>
    <dgm:pt modelId="{41B25BD7-1B7A-42AE-B8BD-675B4D2DE164}" type="sibTrans" cxnId="{516AF0F3-A2D5-4EC2-937C-545117CF188C}">
      <dgm:prSet/>
      <dgm:spPr/>
      <dgm:t>
        <a:bodyPr/>
        <a:lstStyle/>
        <a:p>
          <a:endParaRPr lang="en-US"/>
        </a:p>
      </dgm:t>
    </dgm:pt>
    <dgm:pt modelId="{E30B87E4-6172-49DF-ABBA-2A6731735E9B}">
      <dgm:prSet/>
      <dgm:spPr/>
      <dgm:t>
        <a:bodyPr/>
        <a:lstStyle/>
        <a:p>
          <a:r>
            <a:rPr lang="en-US"/>
            <a:t>Its products were marketed and sold in over 60 countries, and though it still faced formidable competitors such as Olympus, Given Imaging remained the world leader in capsule endoscopy devices.</a:t>
          </a:r>
        </a:p>
      </dgm:t>
    </dgm:pt>
    <dgm:pt modelId="{4581334F-557D-440F-8C57-006D2A015085}" type="parTrans" cxnId="{43BFC365-D1DF-4CEB-BE07-4BA28FA3014C}">
      <dgm:prSet/>
      <dgm:spPr/>
      <dgm:t>
        <a:bodyPr/>
        <a:lstStyle/>
        <a:p>
          <a:endParaRPr lang="en-US"/>
        </a:p>
      </dgm:t>
    </dgm:pt>
    <dgm:pt modelId="{0428B59B-9F42-447F-AC0D-EEABC5D7EB47}" type="sibTrans" cxnId="{43BFC365-D1DF-4CEB-BE07-4BA28FA3014C}">
      <dgm:prSet/>
      <dgm:spPr/>
      <dgm:t>
        <a:bodyPr/>
        <a:lstStyle/>
        <a:p>
          <a:endParaRPr lang="en-US"/>
        </a:p>
      </dgm:t>
    </dgm:pt>
    <dgm:pt modelId="{55FE4F8A-3D79-4A37-B47F-B4F282551EEE}" type="pres">
      <dgm:prSet presAssocID="{F45FA246-A0AB-4BA2-99D7-0CD061D115B1}" presName="diagram" presStyleCnt="0">
        <dgm:presLayoutVars>
          <dgm:dir/>
          <dgm:resizeHandles val="exact"/>
        </dgm:presLayoutVars>
      </dgm:prSet>
      <dgm:spPr/>
    </dgm:pt>
    <dgm:pt modelId="{16E42F6F-519B-4758-AC7E-D88F5EC0793E}" type="pres">
      <dgm:prSet presAssocID="{AD9C91E1-6895-4CE1-97D2-CCFCB350E596}" presName="node" presStyleLbl="node1" presStyleIdx="0" presStyleCnt="5">
        <dgm:presLayoutVars>
          <dgm:bulletEnabled val="1"/>
        </dgm:presLayoutVars>
      </dgm:prSet>
      <dgm:spPr/>
    </dgm:pt>
    <dgm:pt modelId="{546A4588-54D1-4D00-A5CE-BA567C6AEA9F}" type="pres">
      <dgm:prSet presAssocID="{4E90FB04-9F8C-4F12-B45F-5827D8BB605E}" presName="sibTrans" presStyleCnt="0"/>
      <dgm:spPr/>
    </dgm:pt>
    <dgm:pt modelId="{581963FA-5DA0-4D06-90E0-2ED3FE15636E}" type="pres">
      <dgm:prSet presAssocID="{BC57D35D-1DA4-4B0D-A6D6-4F89472EF25D}" presName="node" presStyleLbl="node1" presStyleIdx="1" presStyleCnt="5">
        <dgm:presLayoutVars>
          <dgm:bulletEnabled val="1"/>
        </dgm:presLayoutVars>
      </dgm:prSet>
      <dgm:spPr/>
    </dgm:pt>
    <dgm:pt modelId="{3CE2DA72-3212-4A30-9BFB-5DAB4D6FA662}" type="pres">
      <dgm:prSet presAssocID="{8F1C6394-7955-436C-8937-34407ACD8B6A}" presName="sibTrans" presStyleCnt="0"/>
      <dgm:spPr/>
    </dgm:pt>
    <dgm:pt modelId="{E5AFF23B-2C2E-484A-8BBC-8B0BA4445F65}" type="pres">
      <dgm:prSet presAssocID="{613219D5-0A07-4DE1-85BB-E20A8B5145BB}" presName="node" presStyleLbl="node1" presStyleIdx="2" presStyleCnt="5">
        <dgm:presLayoutVars>
          <dgm:bulletEnabled val="1"/>
        </dgm:presLayoutVars>
      </dgm:prSet>
      <dgm:spPr/>
    </dgm:pt>
    <dgm:pt modelId="{663B70CB-5E9E-498C-AB4E-3BA37B6D575A}" type="pres">
      <dgm:prSet presAssocID="{A016DD98-50DF-42C2-9DA1-776C9EDC0FCE}" presName="sibTrans" presStyleCnt="0"/>
      <dgm:spPr/>
    </dgm:pt>
    <dgm:pt modelId="{5BA3AA1E-7D2F-48D7-BF1A-E507E9FFF75F}" type="pres">
      <dgm:prSet presAssocID="{1BBC642A-D639-4D02-BB49-04E9087BC9B6}" presName="node" presStyleLbl="node1" presStyleIdx="3" presStyleCnt="5">
        <dgm:presLayoutVars>
          <dgm:bulletEnabled val="1"/>
        </dgm:presLayoutVars>
      </dgm:prSet>
      <dgm:spPr/>
    </dgm:pt>
    <dgm:pt modelId="{A9DE5BFA-1090-44DD-B812-FED2A132C033}" type="pres">
      <dgm:prSet presAssocID="{41B25BD7-1B7A-42AE-B8BD-675B4D2DE164}" presName="sibTrans" presStyleCnt="0"/>
      <dgm:spPr/>
    </dgm:pt>
    <dgm:pt modelId="{943EADBC-72BE-404B-831B-18AC4965A157}" type="pres">
      <dgm:prSet presAssocID="{E30B87E4-6172-49DF-ABBA-2A6731735E9B}" presName="node" presStyleLbl="node1" presStyleIdx="4" presStyleCnt="5">
        <dgm:presLayoutVars>
          <dgm:bulletEnabled val="1"/>
        </dgm:presLayoutVars>
      </dgm:prSet>
      <dgm:spPr/>
    </dgm:pt>
  </dgm:ptLst>
  <dgm:cxnLst>
    <dgm:cxn modelId="{1CB20E08-981E-480D-984F-C5B4CDE504A6}" type="presOf" srcId="{BC57D35D-1DA4-4B0D-A6D6-4F89472EF25D}" destId="{581963FA-5DA0-4D06-90E0-2ED3FE15636E}" srcOrd="0" destOrd="0" presId="urn:microsoft.com/office/officeart/2005/8/layout/default"/>
    <dgm:cxn modelId="{414B271B-6726-43C1-B2C5-30E3E6080B7E}" type="presOf" srcId="{E30B87E4-6172-49DF-ABBA-2A6731735E9B}" destId="{943EADBC-72BE-404B-831B-18AC4965A157}" srcOrd="0" destOrd="0" presId="urn:microsoft.com/office/officeart/2005/8/layout/default"/>
    <dgm:cxn modelId="{829C3023-B5F3-4010-A94C-124EE883E5FF}" srcId="{F45FA246-A0AB-4BA2-99D7-0CD061D115B1}" destId="{AD9C91E1-6895-4CE1-97D2-CCFCB350E596}" srcOrd="0" destOrd="0" parTransId="{91424C1F-CA93-40CB-BDD3-CA8666DB751E}" sibTransId="{4E90FB04-9F8C-4F12-B45F-5827D8BB605E}"/>
    <dgm:cxn modelId="{AB9C6839-DE1E-405B-B1DB-0D65198A30EC}" srcId="{F45FA246-A0AB-4BA2-99D7-0CD061D115B1}" destId="{613219D5-0A07-4DE1-85BB-E20A8B5145BB}" srcOrd="2" destOrd="0" parTransId="{0BB146C0-9DCB-4144-8196-52C78548AEC0}" sibTransId="{A016DD98-50DF-42C2-9DA1-776C9EDC0FCE}"/>
    <dgm:cxn modelId="{43BFC365-D1DF-4CEB-BE07-4BA28FA3014C}" srcId="{F45FA246-A0AB-4BA2-99D7-0CD061D115B1}" destId="{E30B87E4-6172-49DF-ABBA-2A6731735E9B}" srcOrd="4" destOrd="0" parTransId="{4581334F-557D-440F-8C57-006D2A015085}" sibTransId="{0428B59B-9F42-447F-AC0D-EEABC5D7EB47}"/>
    <dgm:cxn modelId="{4296044B-5DE7-47DA-9C32-811D500D6F60}" type="presOf" srcId="{AD9C91E1-6895-4CE1-97D2-CCFCB350E596}" destId="{16E42F6F-519B-4758-AC7E-D88F5EC0793E}" srcOrd="0" destOrd="0" presId="urn:microsoft.com/office/officeart/2005/8/layout/default"/>
    <dgm:cxn modelId="{FE6E779C-236C-4DD5-AC42-9A502C28BDFA}" type="presOf" srcId="{613219D5-0A07-4DE1-85BB-E20A8B5145BB}" destId="{E5AFF23B-2C2E-484A-8BBC-8B0BA4445F65}" srcOrd="0" destOrd="0" presId="urn:microsoft.com/office/officeart/2005/8/layout/default"/>
    <dgm:cxn modelId="{19D789A6-2984-4ABF-A1F5-4BE0BA44C6D6}" type="presOf" srcId="{F45FA246-A0AB-4BA2-99D7-0CD061D115B1}" destId="{55FE4F8A-3D79-4A37-B47F-B4F282551EEE}" srcOrd="0" destOrd="0" presId="urn:microsoft.com/office/officeart/2005/8/layout/default"/>
    <dgm:cxn modelId="{00308AB0-1B2C-44A6-A288-29CE52305DAB}" srcId="{F45FA246-A0AB-4BA2-99D7-0CD061D115B1}" destId="{BC57D35D-1DA4-4B0D-A6D6-4F89472EF25D}" srcOrd="1" destOrd="0" parTransId="{F364325F-48CC-49D4-BEB9-AA1ABA42D95A}" sibTransId="{8F1C6394-7955-436C-8937-34407ACD8B6A}"/>
    <dgm:cxn modelId="{516AF0F3-A2D5-4EC2-937C-545117CF188C}" srcId="{F45FA246-A0AB-4BA2-99D7-0CD061D115B1}" destId="{1BBC642A-D639-4D02-BB49-04E9087BC9B6}" srcOrd="3" destOrd="0" parTransId="{0E3F7C93-F252-4EDD-8101-72079D81A8F1}" sibTransId="{41B25BD7-1B7A-42AE-B8BD-675B4D2DE164}"/>
    <dgm:cxn modelId="{9781EAFB-BD03-42A1-BB6B-5860235D2A31}" type="presOf" srcId="{1BBC642A-D639-4D02-BB49-04E9087BC9B6}" destId="{5BA3AA1E-7D2F-48D7-BF1A-E507E9FFF75F}" srcOrd="0" destOrd="0" presId="urn:microsoft.com/office/officeart/2005/8/layout/default"/>
    <dgm:cxn modelId="{A9E13770-D516-46CC-83C3-514342EC0617}" type="presParOf" srcId="{55FE4F8A-3D79-4A37-B47F-B4F282551EEE}" destId="{16E42F6F-519B-4758-AC7E-D88F5EC0793E}" srcOrd="0" destOrd="0" presId="urn:microsoft.com/office/officeart/2005/8/layout/default"/>
    <dgm:cxn modelId="{06068C89-51C6-46D7-A054-AD8558F645D1}" type="presParOf" srcId="{55FE4F8A-3D79-4A37-B47F-B4F282551EEE}" destId="{546A4588-54D1-4D00-A5CE-BA567C6AEA9F}" srcOrd="1" destOrd="0" presId="urn:microsoft.com/office/officeart/2005/8/layout/default"/>
    <dgm:cxn modelId="{23E715DB-3F5E-4C15-9812-DDFDF19A03D5}" type="presParOf" srcId="{55FE4F8A-3D79-4A37-B47F-B4F282551EEE}" destId="{581963FA-5DA0-4D06-90E0-2ED3FE15636E}" srcOrd="2" destOrd="0" presId="urn:microsoft.com/office/officeart/2005/8/layout/default"/>
    <dgm:cxn modelId="{3220D331-2E3D-494B-ABF8-02891E8B16E9}" type="presParOf" srcId="{55FE4F8A-3D79-4A37-B47F-B4F282551EEE}" destId="{3CE2DA72-3212-4A30-9BFB-5DAB4D6FA662}" srcOrd="3" destOrd="0" presId="urn:microsoft.com/office/officeart/2005/8/layout/default"/>
    <dgm:cxn modelId="{AFC7F582-A862-48A3-A0F3-09D738FEE76B}" type="presParOf" srcId="{55FE4F8A-3D79-4A37-B47F-B4F282551EEE}" destId="{E5AFF23B-2C2E-484A-8BBC-8B0BA4445F65}" srcOrd="4" destOrd="0" presId="urn:microsoft.com/office/officeart/2005/8/layout/default"/>
    <dgm:cxn modelId="{3BB10A26-D910-413A-BFD8-BB9669DD9AF0}" type="presParOf" srcId="{55FE4F8A-3D79-4A37-B47F-B4F282551EEE}" destId="{663B70CB-5E9E-498C-AB4E-3BA37B6D575A}" srcOrd="5" destOrd="0" presId="urn:microsoft.com/office/officeart/2005/8/layout/default"/>
    <dgm:cxn modelId="{546B755F-F923-4DD4-BAEB-6409E68376DB}" type="presParOf" srcId="{55FE4F8A-3D79-4A37-B47F-B4F282551EEE}" destId="{5BA3AA1E-7D2F-48D7-BF1A-E507E9FFF75F}" srcOrd="6" destOrd="0" presId="urn:microsoft.com/office/officeart/2005/8/layout/default"/>
    <dgm:cxn modelId="{97EF3736-067B-4479-AD4F-27CC61F7185B}" type="presParOf" srcId="{55FE4F8A-3D79-4A37-B47F-B4F282551EEE}" destId="{A9DE5BFA-1090-44DD-B812-FED2A132C033}" srcOrd="7" destOrd="0" presId="urn:microsoft.com/office/officeart/2005/8/layout/default"/>
    <dgm:cxn modelId="{7ABB9BAE-B2BC-4F85-BAEA-CD24EE74E93B}" type="presParOf" srcId="{55FE4F8A-3D79-4A37-B47F-B4F282551EEE}" destId="{943EADBC-72BE-404B-831B-18AC4965A157}"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6259AB2C-255B-400D-8131-39359016E822}" type="doc">
      <dgm:prSet loTypeId="urn:microsoft.com/office/officeart/2005/8/layout/hChevron3" loCatId="process" qsTypeId="urn:microsoft.com/office/officeart/2005/8/quickstyle/simple1" qsCatId="simple" csTypeId="urn:microsoft.com/office/officeart/2005/8/colors/colorful1" csCatId="colorful" phldr="1"/>
      <dgm:spPr/>
      <dgm:t>
        <a:bodyPr/>
        <a:lstStyle/>
        <a:p>
          <a:endParaRPr lang="en-US"/>
        </a:p>
      </dgm:t>
    </dgm:pt>
    <dgm:pt modelId="{CFE13EBB-3C5D-43F2-BE28-56B43C15DDD8}">
      <dgm:prSet/>
      <dgm:spPr/>
      <dgm:t>
        <a:bodyPr/>
        <a:lstStyle/>
        <a:p>
          <a:r>
            <a:rPr lang="en-US" b="1"/>
            <a:t>Discussion Questions</a:t>
          </a:r>
          <a:endParaRPr lang="en-US"/>
        </a:p>
      </dgm:t>
    </dgm:pt>
    <dgm:pt modelId="{15F252BF-2C73-4C22-A61E-B5FD7884A8DE}" type="parTrans" cxnId="{29FFE580-38BC-4646-8D7F-89E197E2105A}">
      <dgm:prSet/>
      <dgm:spPr/>
      <dgm:t>
        <a:bodyPr/>
        <a:lstStyle/>
        <a:p>
          <a:endParaRPr lang="en-US"/>
        </a:p>
      </dgm:t>
    </dgm:pt>
    <dgm:pt modelId="{D8F48AF7-605D-45FF-B7BE-562AD1CD1AEA}" type="sibTrans" cxnId="{29FFE580-38BC-4646-8D7F-89E197E2105A}">
      <dgm:prSet/>
      <dgm:spPr/>
      <dgm:t>
        <a:bodyPr/>
        <a:lstStyle/>
        <a:p>
          <a:endParaRPr lang="en-US"/>
        </a:p>
      </dgm:t>
    </dgm:pt>
    <dgm:pt modelId="{7EE37E00-6998-44FE-A9E3-644B7ED43F6F}">
      <dgm:prSet/>
      <dgm:spPr/>
      <dgm:t>
        <a:bodyPr/>
        <a:lstStyle/>
        <a:p>
          <a:r>
            <a:rPr lang="en-US"/>
            <a:t>What factors do you think enabled Iddan, an engineer with no medical background, to pioneer the development of wireless endoscopy?</a:t>
          </a:r>
        </a:p>
      </dgm:t>
    </dgm:pt>
    <dgm:pt modelId="{D5A48CC3-ADDB-4647-A17C-043932FC1974}" type="parTrans" cxnId="{C16D87A7-09BF-49F8-B4A7-486A38459198}">
      <dgm:prSet/>
      <dgm:spPr/>
      <dgm:t>
        <a:bodyPr/>
        <a:lstStyle/>
        <a:p>
          <a:endParaRPr lang="en-US"/>
        </a:p>
      </dgm:t>
    </dgm:pt>
    <dgm:pt modelId="{159A8B54-92F3-4E01-99C2-43082D209779}" type="sibTrans" cxnId="{C16D87A7-09BF-49F8-B4A7-486A38459198}">
      <dgm:prSet/>
      <dgm:spPr/>
      <dgm:t>
        <a:bodyPr/>
        <a:lstStyle/>
        <a:p>
          <a:endParaRPr lang="en-US"/>
        </a:p>
      </dgm:t>
    </dgm:pt>
    <dgm:pt modelId="{C67AE000-C5B4-4F74-A618-BC3A7EB715E6}">
      <dgm:prSet/>
      <dgm:spPr/>
      <dgm:t>
        <a:bodyPr/>
        <a:lstStyle/>
        <a:p>
          <a:r>
            <a:rPr lang="en-US" dirty="0" err="1"/>
            <a:t>Iddan's</a:t>
          </a:r>
          <a:r>
            <a:rPr lang="en-US" dirty="0"/>
            <a:t> engineering expertise, curiosity, and ability to apply imaging, optics, and wireless communication technologies to medicine enabled him to pioneer wireless endoscopy.</a:t>
          </a:r>
        </a:p>
      </dgm:t>
    </dgm:pt>
    <dgm:pt modelId="{D05A7220-E437-4D6A-95E3-E5431B4F4F04}" type="parTrans" cxnId="{5B645B5D-CF05-45AC-B8F5-890A008F600F}">
      <dgm:prSet/>
      <dgm:spPr/>
      <dgm:t>
        <a:bodyPr/>
        <a:lstStyle/>
        <a:p>
          <a:endParaRPr lang="en-US"/>
        </a:p>
      </dgm:t>
    </dgm:pt>
    <dgm:pt modelId="{EADEF3BB-527A-4141-B76E-2BAE1AAA9E49}" type="sibTrans" cxnId="{5B645B5D-CF05-45AC-B8F5-890A008F600F}">
      <dgm:prSet/>
      <dgm:spPr/>
      <dgm:t>
        <a:bodyPr/>
        <a:lstStyle/>
        <a:p>
          <a:endParaRPr lang="en-US"/>
        </a:p>
      </dgm:t>
    </dgm:pt>
    <dgm:pt modelId="{952ABF7B-CB75-4DE4-9CEE-B50BA5F7A744}">
      <dgm:prSet/>
      <dgm:spPr/>
      <dgm:t>
        <a:bodyPr/>
        <a:lstStyle/>
        <a:p>
          <a:r>
            <a:rPr lang="en-US"/>
            <a:t>His collaboration with medical professionals and willingness to solve real healthcare problems helped transform an innovative idea into a groundbreaking medical device.</a:t>
          </a:r>
        </a:p>
      </dgm:t>
    </dgm:pt>
    <dgm:pt modelId="{299189D1-74D2-4B74-90D5-4DA85830049B}" type="parTrans" cxnId="{B55DA7B7-8D64-449F-9BAC-CF7AA16B2912}">
      <dgm:prSet/>
      <dgm:spPr/>
      <dgm:t>
        <a:bodyPr/>
        <a:lstStyle/>
        <a:p>
          <a:endParaRPr lang="en-US"/>
        </a:p>
      </dgm:t>
    </dgm:pt>
    <dgm:pt modelId="{CB24A5D9-42C3-4589-A8B1-97DD29E2A6A2}" type="sibTrans" cxnId="{B55DA7B7-8D64-449F-9BAC-CF7AA16B2912}">
      <dgm:prSet/>
      <dgm:spPr/>
      <dgm:t>
        <a:bodyPr/>
        <a:lstStyle/>
        <a:p>
          <a:endParaRPr lang="en-US"/>
        </a:p>
      </dgm:t>
    </dgm:pt>
    <dgm:pt modelId="{8BF4BDC1-8279-4216-A770-59C9AA0BF4CB}" type="pres">
      <dgm:prSet presAssocID="{6259AB2C-255B-400D-8131-39359016E822}" presName="Name0" presStyleCnt="0">
        <dgm:presLayoutVars>
          <dgm:dir/>
          <dgm:resizeHandles val="exact"/>
        </dgm:presLayoutVars>
      </dgm:prSet>
      <dgm:spPr/>
    </dgm:pt>
    <dgm:pt modelId="{463ED2C6-1A7F-4BD8-9499-5C675CDD802E}" type="pres">
      <dgm:prSet presAssocID="{CFE13EBB-3C5D-43F2-BE28-56B43C15DDD8}" presName="parAndChTx" presStyleLbl="node1" presStyleIdx="0" presStyleCnt="3">
        <dgm:presLayoutVars>
          <dgm:bulletEnabled val="1"/>
        </dgm:presLayoutVars>
      </dgm:prSet>
      <dgm:spPr/>
    </dgm:pt>
    <dgm:pt modelId="{982A1D21-D6FC-4F77-BC2B-7D658FCE5F66}" type="pres">
      <dgm:prSet presAssocID="{D8F48AF7-605D-45FF-B7BE-562AD1CD1AEA}" presName="parAndChSpace" presStyleCnt="0"/>
      <dgm:spPr/>
    </dgm:pt>
    <dgm:pt modelId="{E8AA1EA0-FEB2-473F-A072-D6BFC453E774}" type="pres">
      <dgm:prSet presAssocID="{C67AE000-C5B4-4F74-A618-BC3A7EB715E6}" presName="parAndChTx" presStyleLbl="node1" presStyleIdx="1" presStyleCnt="3">
        <dgm:presLayoutVars>
          <dgm:bulletEnabled val="1"/>
        </dgm:presLayoutVars>
      </dgm:prSet>
      <dgm:spPr/>
    </dgm:pt>
    <dgm:pt modelId="{0CE87510-CEFB-4001-84A8-C83190C7A8E8}" type="pres">
      <dgm:prSet presAssocID="{EADEF3BB-527A-4141-B76E-2BAE1AAA9E49}" presName="parAndChSpace" presStyleCnt="0"/>
      <dgm:spPr/>
    </dgm:pt>
    <dgm:pt modelId="{22642BDE-06E2-4480-867D-AC51F1FA9B9D}" type="pres">
      <dgm:prSet presAssocID="{952ABF7B-CB75-4DE4-9CEE-B50BA5F7A744}" presName="parAndChTx" presStyleLbl="node1" presStyleIdx="2" presStyleCnt="3">
        <dgm:presLayoutVars>
          <dgm:bulletEnabled val="1"/>
        </dgm:presLayoutVars>
      </dgm:prSet>
      <dgm:spPr/>
    </dgm:pt>
  </dgm:ptLst>
  <dgm:cxnLst>
    <dgm:cxn modelId="{6C065D03-2AB1-47A1-89F1-7097437A37E5}" type="presOf" srcId="{CFE13EBB-3C5D-43F2-BE28-56B43C15DDD8}" destId="{463ED2C6-1A7F-4BD8-9499-5C675CDD802E}" srcOrd="0" destOrd="0" presId="urn:microsoft.com/office/officeart/2005/8/layout/hChevron3"/>
    <dgm:cxn modelId="{D7E82A28-5E2D-4B2A-BB37-72CB8EE78CF1}" type="presOf" srcId="{952ABF7B-CB75-4DE4-9CEE-B50BA5F7A744}" destId="{22642BDE-06E2-4480-867D-AC51F1FA9B9D}" srcOrd="0" destOrd="0" presId="urn:microsoft.com/office/officeart/2005/8/layout/hChevron3"/>
    <dgm:cxn modelId="{5B645B5D-CF05-45AC-B8F5-890A008F600F}" srcId="{6259AB2C-255B-400D-8131-39359016E822}" destId="{C67AE000-C5B4-4F74-A618-BC3A7EB715E6}" srcOrd="1" destOrd="0" parTransId="{D05A7220-E437-4D6A-95E3-E5431B4F4F04}" sibTransId="{EADEF3BB-527A-4141-B76E-2BAE1AAA9E49}"/>
    <dgm:cxn modelId="{29FFE580-38BC-4646-8D7F-89E197E2105A}" srcId="{6259AB2C-255B-400D-8131-39359016E822}" destId="{CFE13EBB-3C5D-43F2-BE28-56B43C15DDD8}" srcOrd="0" destOrd="0" parTransId="{15F252BF-2C73-4C22-A61E-B5FD7884A8DE}" sibTransId="{D8F48AF7-605D-45FF-B7BE-562AD1CD1AEA}"/>
    <dgm:cxn modelId="{4C009394-8BF3-46D4-8363-5FD7B7A76DB5}" type="presOf" srcId="{6259AB2C-255B-400D-8131-39359016E822}" destId="{8BF4BDC1-8279-4216-A770-59C9AA0BF4CB}" srcOrd="0" destOrd="0" presId="urn:microsoft.com/office/officeart/2005/8/layout/hChevron3"/>
    <dgm:cxn modelId="{C16D87A7-09BF-49F8-B4A7-486A38459198}" srcId="{CFE13EBB-3C5D-43F2-BE28-56B43C15DDD8}" destId="{7EE37E00-6998-44FE-A9E3-644B7ED43F6F}" srcOrd="0" destOrd="0" parTransId="{D5A48CC3-ADDB-4647-A17C-043932FC1974}" sibTransId="{159A8B54-92F3-4E01-99C2-43082D209779}"/>
    <dgm:cxn modelId="{B55DA7B7-8D64-449F-9BAC-CF7AA16B2912}" srcId="{6259AB2C-255B-400D-8131-39359016E822}" destId="{952ABF7B-CB75-4DE4-9CEE-B50BA5F7A744}" srcOrd="2" destOrd="0" parTransId="{299189D1-74D2-4B74-90D5-4DA85830049B}" sibTransId="{CB24A5D9-42C3-4589-A8B1-97DD29E2A6A2}"/>
    <dgm:cxn modelId="{46BDC2E6-B98C-40A7-BE26-501FBDF59717}" type="presOf" srcId="{C67AE000-C5B4-4F74-A618-BC3A7EB715E6}" destId="{E8AA1EA0-FEB2-473F-A072-D6BFC453E774}" srcOrd="0" destOrd="0" presId="urn:microsoft.com/office/officeart/2005/8/layout/hChevron3"/>
    <dgm:cxn modelId="{EA152FFF-95E2-4CB2-BB61-C7F0C0ED1312}" type="presOf" srcId="{7EE37E00-6998-44FE-A9E3-644B7ED43F6F}" destId="{463ED2C6-1A7F-4BD8-9499-5C675CDD802E}" srcOrd="0" destOrd="1" presId="urn:microsoft.com/office/officeart/2005/8/layout/hChevron3"/>
    <dgm:cxn modelId="{F42D2926-0EE2-4DD5-A30F-293455B8C361}" type="presParOf" srcId="{8BF4BDC1-8279-4216-A770-59C9AA0BF4CB}" destId="{463ED2C6-1A7F-4BD8-9499-5C675CDD802E}" srcOrd="0" destOrd="0" presId="urn:microsoft.com/office/officeart/2005/8/layout/hChevron3"/>
    <dgm:cxn modelId="{63D2F58C-E2EF-43E0-A195-06E3C6891417}" type="presParOf" srcId="{8BF4BDC1-8279-4216-A770-59C9AA0BF4CB}" destId="{982A1D21-D6FC-4F77-BC2B-7D658FCE5F66}" srcOrd="1" destOrd="0" presId="urn:microsoft.com/office/officeart/2005/8/layout/hChevron3"/>
    <dgm:cxn modelId="{55854143-14BB-4447-8508-FAB67BC0100B}" type="presParOf" srcId="{8BF4BDC1-8279-4216-A770-59C9AA0BF4CB}" destId="{E8AA1EA0-FEB2-473F-A072-D6BFC453E774}" srcOrd="2" destOrd="0" presId="urn:microsoft.com/office/officeart/2005/8/layout/hChevron3"/>
    <dgm:cxn modelId="{A37CB7EA-40C5-4E3F-85BF-2366BEE7C765}" type="presParOf" srcId="{8BF4BDC1-8279-4216-A770-59C9AA0BF4CB}" destId="{0CE87510-CEFB-4001-84A8-C83190C7A8E8}" srcOrd="3" destOrd="0" presId="urn:microsoft.com/office/officeart/2005/8/layout/hChevron3"/>
    <dgm:cxn modelId="{DAA399CB-3108-4AEC-AAE8-E79FC4197D27}" type="presParOf" srcId="{8BF4BDC1-8279-4216-A770-59C9AA0BF4CB}" destId="{22642BDE-06E2-4480-867D-AC51F1FA9B9D}" srcOrd="4"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085195-D259-4DB7-A644-882FFC0777D0}">
      <dsp:nvSpPr>
        <dsp:cNvPr id="0" name=""/>
        <dsp:cNvSpPr/>
      </dsp:nvSpPr>
      <dsp:spPr>
        <a:xfrm>
          <a:off x="3080" y="163979"/>
          <a:ext cx="2444055" cy="1466433"/>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Getting an Inside Look: Given Imaging’s Camera Pill</a:t>
          </a:r>
        </a:p>
      </dsp:txBody>
      <dsp:txXfrm>
        <a:off x="3080" y="163979"/>
        <a:ext cx="2444055" cy="1466433"/>
      </dsp:txXfrm>
    </dsp:sp>
    <dsp:sp modelId="{DCF2E9DA-586E-4832-B66C-41EC6BFD9853}">
      <dsp:nvSpPr>
        <dsp:cNvPr id="0" name=""/>
        <dsp:cNvSpPr/>
      </dsp:nvSpPr>
      <dsp:spPr>
        <a:xfrm>
          <a:off x="2691541" y="163979"/>
          <a:ext cx="2444055" cy="1466433"/>
        </a:xfrm>
        <a:prstGeom prst="rect">
          <a:avLst/>
        </a:prstGeom>
        <a:solidFill>
          <a:schemeClr val="accent5">
            <a:hueOff val="-1350239"/>
            <a:satOff val="-92"/>
            <a:lumOff val="21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Overview</a:t>
          </a:r>
        </a:p>
      </dsp:txBody>
      <dsp:txXfrm>
        <a:off x="2691541" y="163979"/>
        <a:ext cx="2444055" cy="1466433"/>
      </dsp:txXfrm>
    </dsp:sp>
    <dsp:sp modelId="{FB31E522-0B16-4339-BCC3-7A22413E3D5E}">
      <dsp:nvSpPr>
        <dsp:cNvPr id="0" name=""/>
        <dsp:cNvSpPr/>
      </dsp:nvSpPr>
      <dsp:spPr>
        <a:xfrm>
          <a:off x="5380002" y="163979"/>
          <a:ext cx="2444055" cy="1466433"/>
        </a:xfrm>
        <a:prstGeom prst="rect">
          <a:avLst/>
        </a:prstGeom>
        <a:solidFill>
          <a:schemeClr val="accent5">
            <a:hueOff val="-2700478"/>
            <a:satOff val="-184"/>
            <a:lumOff val="43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Creativity</a:t>
          </a:r>
        </a:p>
      </dsp:txBody>
      <dsp:txXfrm>
        <a:off x="5380002" y="163979"/>
        <a:ext cx="2444055" cy="1466433"/>
      </dsp:txXfrm>
    </dsp:sp>
    <dsp:sp modelId="{363B460C-9CE9-43D1-BD32-28B0D5C1E851}">
      <dsp:nvSpPr>
        <dsp:cNvPr id="0" name=""/>
        <dsp:cNvSpPr/>
      </dsp:nvSpPr>
      <dsp:spPr>
        <a:xfrm>
          <a:off x="8068463" y="163979"/>
          <a:ext cx="2444055" cy="1466433"/>
        </a:xfrm>
        <a:prstGeom prst="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Individual Creativity</a:t>
          </a:r>
        </a:p>
      </dsp:txBody>
      <dsp:txXfrm>
        <a:off x="8068463" y="163979"/>
        <a:ext cx="2444055" cy="1466433"/>
      </dsp:txXfrm>
    </dsp:sp>
    <dsp:sp modelId="{627EB610-2C3C-4AFC-BE80-30160807F674}">
      <dsp:nvSpPr>
        <dsp:cNvPr id="0" name=""/>
        <dsp:cNvSpPr/>
      </dsp:nvSpPr>
      <dsp:spPr>
        <a:xfrm>
          <a:off x="3080" y="1874817"/>
          <a:ext cx="2444055" cy="1466433"/>
        </a:xfrm>
        <a:prstGeom prst="rect">
          <a:avLst/>
        </a:prstGeom>
        <a:solidFill>
          <a:schemeClr val="accent5">
            <a:hueOff val="-5400955"/>
            <a:satOff val="-367"/>
            <a:lumOff val="87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Organizational Creativity</a:t>
          </a:r>
        </a:p>
      </dsp:txBody>
      <dsp:txXfrm>
        <a:off x="3080" y="1874817"/>
        <a:ext cx="2444055" cy="1466433"/>
      </dsp:txXfrm>
    </dsp:sp>
    <dsp:sp modelId="{BB5432D5-811E-431D-BE5B-5C5A7DBDFE12}">
      <dsp:nvSpPr>
        <dsp:cNvPr id="0" name=""/>
        <dsp:cNvSpPr/>
      </dsp:nvSpPr>
      <dsp:spPr>
        <a:xfrm>
          <a:off x="2691541" y="1874817"/>
          <a:ext cx="2444055" cy="1466433"/>
        </a:xfrm>
        <a:prstGeom prst="rect">
          <a:avLst/>
        </a:prstGeom>
        <a:solidFill>
          <a:schemeClr val="accent5">
            <a:hueOff val="-6751195"/>
            <a:satOff val="-459"/>
            <a:lumOff val="108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Theory in Action: Inspiring Innovation at Google</a:t>
          </a:r>
        </a:p>
      </dsp:txBody>
      <dsp:txXfrm>
        <a:off x="2691541" y="1874817"/>
        <a:ext cx="2444055" cy="1466433"/>
      </dsp:txXfrm>
    </dsp:sp>
    <dsp:sp modelId="{3C5EFBDD-9682-4DAE-ACFC-3B04F5E987CF}">
      <dsp:nvSpPr>
        <dsp:cNvPr id="0" name=""/>
        <dsp:cNvSpPr/>
      </dsp:nvSpPr>
      <dsp:spPr>
        <a:xfrm>
          <a:off x="5380002" y="1874817"/>
          <a:ext cx="2444055" cy="1466433"/>
        </a:xfrm>
        <a:prstGeom prst="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Translating Creativity into Innovation</a:t>
          </a:r>
        </a:p>
      </dsp:txBody>
      <dsp:txXfrm>
        <a:off x="5380002" y="1874817"/>
        <a:ext cx="2444055" cy="1466433"/>
      </dsp:txXfrm>
    </dsp:sp>
    <dsp:sp modelId="{6B73CAE7-DC74-450C-A0E6-191EA5459A23}">
      <dsp:nvSpPr>
        <dsp:cNvPr id="0" name=""/>
        <dsp:cNvSpPr/>
      </dsp:nvSpPr>
      <dsp:spPr>
        <a:xfrm>
          <a:off x="8068463" y="1874817"/>
          <a:ext cx="2444055" cy="1466433"/>
        </a:xfrm>
        <a:prstGeom prst="rect">
          <a:avLst/>
        </a:prstGeom>
        <a:solidFill>
          <a:schemeClr val="accent5">
            <a:hueOff val="-9451672"/>
            <a:satOff val="-642"/>
            <a:lumOff val="152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The Inventor</a:t>
          </a:r>
        </a:p>
      </dsp:txBody>
      <dsp:txXfrm>
        <a:off x="8068463" y="1874817"/>
        <a:ext cx="2444055" cy="1466433"/>
      </dsp:txXfrm>
    </dsp:sp>
    <dsp:sp modelId="{BCDD1B50-1548-4F37-A87B-5EA1E9C5DE19}">
      <dsp:nvSpPr>
        <dsp:cNvPr id="0" name=""/>
        <dsp:cNvSpPr/>
      </dsp:nvSpPr>
      <dsp:spPr>
        <a:xfrm>
          <a:off x="2691541" y="3585656"/>
          <a:ext cx="2444055" cy="1466433"/>
        </a:xfrm>
        <a:prstGeom prst="rect">
          <a:avLst/>
        </a:prstGeom>
        <a:solidFill>
          <a:schemeClr val="accent5">
            <a:hueOff val="-10801911"/>
            <a:satOff val="-734"/>
            <a:lumOff val="174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Theory in Action: Dean Kamen</a:t>
          </a:r>
        </a:p>
      </dsp:txBody>
      <dsp:txXfrm>
        <a:off x="2691541" y="3585656"/>
        <a:ext cx="2444055" cy="1466433"/>
      </dsp:txXfrm>
    </dsp:sp>
    <dsp:sp modelId="{0E6D416A-0B05-4A99-B61F-48C55D7F9010}">
      <dsp:nvSpPr>
        <dsp:cNvPr id="0" name=""/>
        <dsp:cNvSpPr/>
      </dsp:nvSpPr>
      <dsp:spPr>
        <a:xfrm>
          <a:off x="5380002" y="3585656"/>
          <a:ext cx="2444055" cy="1466433"/>
        </a:xfrm>
        <a:prstGeom prst="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Innovation by Users</a:t>
          </a:r>
        </a:p>
      </dsp:txBody>
      <dsp:txXfrm>
        <a:off x="5380002" y="3585656"/>
        <a:ext cx="2444055" cy="14664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F8B459-2A0A-40DE-B79A-71C757CD8F2F}">
      <dsp:nvSpPr>
        <dsp:cNvPr id="0" name=""/>
        <dsp:cNvSpPr/>
      </dsp:nvSpPr>
      <dsp:spPr>
        <a:xfrm>
          <a:off x="1911512" y="1034100"/>
          <a:ext cx="407787" cy="91440"/>
        </a:xfrm>
        <a:custGeom>
          <a:avLst/>
          <a:gdLst/>
          <a:ahLst/>
          <a:cxnLst/>
          <a:rect l="0" t="0" r="0" b="0"/>
          <a:pathLst>
            <a:path>
              <a:moveTo>
                <a:pt x="0" y="45720"/>
              </a:moveTo>
              <a:lnTo>
                <a:pt x="407787"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04446" y="1077628"/>
        <a:ext cx="21919" cy="4383"/>
      </dsp:txXfrm>
    </dsp:sp>
    <dsp:sp modelId="{5DF5176D-894A-44E1-BA10-6D3774119EB4}">
      <dsp:nvSpPr>
        <dsp:cNvPr id="0" name=""/>
        <dsp:cNvSpPr/>
      </dsp:nvSpPr>
      <dsp:spPr>
        <a:xfrm>
          <a:off x="7282" y="508010"/>
          <a:ext cx="1906030" cy="1143618"/>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3397" tIns="98037" rIns="93397" bIns="98037" numCol="1" spcCol="1270" anchor="ctr" anchorCtr="0">
          <a:noAutofit/>
        </a:bodyPr>
        <a:lstStyle/>
        <a:p>
          <a:pPr marL="0" lvl="0" indent="0" algn="ctr" defTabSz="622300">
            <a:lnSpc>
              <a:spcPct val="90000"/>
            </a:lnSpc>
            <a:spcBef>
              <a:spcPct val="0"/>
            </a:spcBef>
            <a:spcAft>
              <a:spcPct val="35000"/>
            </a:spcAft>
            <a:buNone/>
          </a:pPr>
          <a:r>
            <a:rPr lang="en-US" sz="1400" kern="1200"/>
            <a:t>Research and Development by Firms</a:t>
          </a:r>
        </a:p>
      </dsp:txBody>
      <dsp:txXfrm>
        <a:off x="7282" y="508010"/>
        <a:ext cx="1906030" cy="1143618"/>
      </dsp:txXfrm>
    </dsp:sp>
    <dsp:sp modelId="{3F243914-3D86-4EBD-8A84-19E937DE1BF1}">
      <dsp:nvSpPr>
        <dsp:cNvPr id="0" name=""/>
        <dsp:cNvSpPr/>
      </dsp:nvSpPr>
      <dsp:spPr>
        <a:xfrm>
          <a:off x="4255930" y="1034100"/>
          <a:ext cx="407787" cy="91440"/>
        </a:xfrm>
        <a:custGeom>
          <a:avLst/>
          <a:gdLst/>
          <a:ahLst/>
          <a:cxnLst/>
          <a:rect l="0" t="0" r="0" b="0"/>
          <a:pathLst>
            <a:path>
              <a:moveTo>
                <a:pt x="0" y="45720"/>
              </a:moveTo>
              <a:lnTo>
                <a:pt x="407787" y="45720"/>
              </a:lnTo>
            </a:path>
          </a:pathLst>
        </a:custGeom>
        <a:noFill/>
        <a:ln w="12700" cap="flat" cmpd="sng" algn="ctr">
          <a:solidFill>
            <a:schemeClr val="accent5">
              <a:hueOff val="-1104741"/>
              <a:satOff val="-75"/>
              <a:lumOff val="17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48864" y="1077628"/>
        <a:ext cx="21919" cy="4383"/>
      </dsp:txXfrm>
    </dsp:sp>
    <dsp:sp modelId="{4920DC53-0C3E-4D6E-A24C-2D65BF82AECF}">
      <dsp:nvSpPr>
        <dsp:cNvPr id="0" name=""/>
        <dsp:cNvSpPr/>
      </dsp:nvSpPr>
      <dsp:spPr>
        <a:xfrm>
          <a:off x="2351699" y="508010"/>
          <a:ext cx="1906030" cy="1143618"/>
        </a:xfrm>
        <a:prstGeom prst="rect">
          <a:avLst/>
        </a:prstGeom>
        <a:gradFill rotWithShape="0">
          <a:gsLst>
            <a:gs pos="0">
              <a:schemeClr val="accent5">
                <a:hueOff val="-1012679"/>
                <a:satOff val="-69"/>
                <a:lumOff val="163"/>
                <a:alphaOff val="0"/>
                <a:satMod val="103000"/>
                <a:lumMod val="102000"/>
                <a:tint val="94000"/>
              </a:schemeClr>
            </a:gs>
            <a:gs pos="50000">
              <a:schemeClr val="accent5">
                <a:hueOff val="-1012679"/>
                <a:satOff val="-69"/>
                <a:lumOff val="163"/>
                <a:alphaOff val="0"/>
                <a:satMod val="110000"/>
                <a:lumMod val="100000"/>
                <a:shade val="100000"/>
              </a:schemeClr>
            </a:gs>
            <a:gs pos="100000">
              <a:schemeClr val="accent5">
                <a:hueOff val="-1012679"/>
                <a:satOff val="-69"/>
                <a:lumOff val="16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3397" tIns="98037" rIns="93397" bIns="98037" numCol="1" spcCol="1270" anchor="ctr" anchorCtr="0">
          <a:noAutofit/>
        </a:bodyPr>
        <a:lstStyle/>
        <a:p>
          <a:pPr marL="0" lvl="0" indent="0" algn="ctr" defTabSz="622300">
            <a:lnSpc>
              <a:spcPct val="90000"/>
            </a:lnSpc>
            <a:spcBef>
              <a:spcPct val="0"/>
            </a:spcBef>
            <a:spcAft>
              <a:spcPct val="35000"/>
            </a:spcAft>
            <a:buNone/>
          </a:pPr>
          <a:r>
            <a:rPr lang="en-US" sz="1400" kern="1200"/>
            <a:t>Theory in Action: Birth of the Snowboarding Industry</a:t>
          </a:r>
        </a:p>
      </dsp:txBody>
      <dsp:txXfrm>
        <a:off x="2351699" y="508010"/>
        <a:ext cx="1906030" cy="1143618"/>
      </dsp:txXfrm>
    </dsp:sp>
    <dsp:sp modelId="{E93AC10D-8A35-4985-89D6-7E4E4CF6F2E1}">
      <dsp:nvSpPr>
        <dsp:cNvPr id="0" name=""/>
        <dsp:cNvSpPr/>
      </dsp:nvSpPr>
      <dsp:spPr>
        <a:xfrm>
          <a:off x="6600347" y="1034100"/>
          <a:ext cx="407787" cy="91440"/>
        </a:xfrm>
        <a:custGeom>
          <a:avLst/>
          <a:gdLst/>
          <a:ahLst/>
          <a:cxnLst/>
          <a:rect l="0" t="0" r="0" b="0"/>
          <a:pathLst>
            <a:path>
              <a:moveTo>
                <a:pt x="0" y="45720"/>
              </a:moveTo>
              <a:lnTo>
                <a:pt x="407787" y="45720"/>
              </a:lnTo>
            </a:path>
          </a:pathLst>
        </a:custGeom>
        <a:noFill/>
        <a:ln w="12700" cap="flat" cmpd="sng" algn="ctr">
          <a:solidFill>
            <a:schemeClr val="accent5">
              <a:hueOff val="-2209482"/>
              <a:satOff val="-150"/>
              <a:lumOff val="357"/>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793281" y="1077628"/>
        <a:ext cx="21919" cy="4383"/>
      </dsp:txXfrm>
    </dsp:sp>
    <dsp:sp modelId="{B75F757C-B229-45C1-B562-CAA1253D45BA}">
      <dsp:nvSpPr>
        <dsp:cNvPr id="0" name=""/>
        <dsp:cNvSpPr/>
      </dsp:nvSpPr>
      <dsp:spPr>
        <a:xfrm>
          <a:off x="4696117" y="508010"/>
          <a:ext cx="1906030" cy="1143618"/>
        </a:xfrm>
        <a:prstGeom prst="rect">
          <a:avLst/>
        </a:prstGeom>
        <a:gradFill rotWithShape="0">
          <a:gsLst>
            <a:gs pos="0">
              <a:schemeClr val="accent5">
                <a:hueOff val="-2025358"/>
                <a:satOff val="-138"/>
                <a:lumOff val="327"/>
                <a:alphaOff val="0"/>
                <a:satMod val="103000"/>
                <a:lumMod val="102000"/>
                <a:tint val="94000"/>
              </a:schemeClr>
            </a:gs>
            <a:gs pos="50000">
              <a:schemeClr val="accent5">
                <a:hueOff val="-2025358"/>
                <a:satOff val="-138"/>
                <a:lumOff val="327"/>
                <a:alphaOff val="0"/>
                <a:satMod val="110000"/>
                <a:lumMod val="100000"/>
                <a:shade val="100000"/>
              </a:schemeClr>
            </a:gs>
            <a:gs pos="100000">
              <a:schemeClr val="accent5">
                <a:hueOff val="-2025358"/>
                <a:satOff val="-138"/>
                <a:lumOff val="32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3397" tIns="98037" rIns="93397" bIns="98037" numCol="1" spcCol="1270" anchor="ctr" anchorCtr="0">
          <a:noAutofit/>
        </a:bodyPr>
        <a:lstStyle/>
        <a:p>
          <a:pPr marL="0" lvl="0" indent="0" algn="ctr" defTabSz="622300">
            <a:lnSpc>
              <a:spcPct val="90000"/>
            </a:lnSpc>
            <a:spcBef>
              <a:spcPct val="0"/>
            </a:spcBef>
            <a:spcAft>
              <a:spcPct val="35000"/>
            </a:spcAft>
            <a:buNone/>
          </a:pPr>
          <a:r>
            <a:rPr lang="en-US" sz="1400" kern="1200" dirty="0"/>
            <a:t>Firm Linkages with Customers, Suppliers, Competitors, and Complementors</a:t>
          </a:r>
        </a:p>
      </dsp:txBody>
      <dsp:txXfrm>
        <a:off x="4696117" y="508010"/>
        <a:ext cx="1906030" cy="1143618"/>
      </dsp:txXfrm>
    </dsp:sp>
    <dsp:sp modelId="{792B0C72-B8AA-4523-B34F-4809652A075C}">
      <dsp:nvSpPr>
        <dsp:cNvPr id="0" name=""/>
        <dsp:cNvSpPr/>
      </dsp:nvSpPr>
      <dsp:spPr>
        <a:xfrm>
          <a:off x="8944765" y="1034100"/>
          <a:ext cx="407787" cy="91440"/>
        </a:xfrm>
        <a:custGeom>
          <a:avLst/>
          <a:gdLst/>
          <a:ahLst/>
          <a:cxnLst/>
          <a:rect l="0" t="0" r="0" b="0"/>
          <a:pathLst>
            <a:path>
              <a:moveTo>
                <a:pt x="0" y="45720"/>
              </a:moveTo>
              <a:lnTo>
                <a:pt x="407787" y="45720"/>
              </a:lnTo>
            </a:path>
          </a:pathLst>
        </a:custGeom>
        <a:noFill/>
        <a:ln w="12700" cap="flat" cmpd="sng" algn="ctr">
          <a:solidFill>
            <a:schemeClr val="accent5">
              <a:hueOff val="-3314223"/>
              <a:satOff val="-225"/>
              <a:lumOff val="53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9137699" y="1077628"/>
        <a:ext cx="21919" cy="4383"/>
      </dsp:txXfrm>
    </dsp:sp>
    <dsp:sp modelId="{C9B25A4B-BB96-460B-800E-1EB198387763}">
      <dsp:nvSpPr>
        <dsp:cNvPr id="0" name=""/>
        <dsp:cNvSpPr/>
      </dsp:nvSpPr>
      <dsp:spPr>
        <a:xfrm>
          <a:off x="7040534" y="508010"/>
          <a:ext cx="1906030" cy="1143618"/>
        </a:xfrm>
        <a:prstGeom prst="rect">
          <a:avLst/>
        </a:prstGeom>
        <a:gradFill rotWithShape="0">
          <a:gsLst>
            <a:gs pos="0">
              <a:schemeClr val="accent5">
                <a:hueOff val="-3038037"/>
                <a:satOff val="-207"/>
                <a:lumOff val="490"/>
                <a:alphaOff val="0"/>
                <a:satMod val="103000"/>
                <a:lumMod val="102000"/>
                <a:tint val="94000"/>
              </a:schemeClr>
            </a:gs>
            <a:gs pos="50000">
              <a:schemeClr val="accent5">
                <a:hueOff val="-3038037"/>
                <a:satOff val="-207"/>
                <a:lumOff val="490"/>
                <a:alphaOff val="0"/>
                <a:satMod val="110000"/>
                <a:lumMod val="100000"/>
                <a:shade val="100000"/>
              </a:schemeClr>
            </a:gs>
            <a:gs pos="100000">
              <a:schemeClr val="accent5">
                <a:hueOff val="-3038037"/>
                <a:satOff val="-207"/>
                <a:lumOff val="49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3397" tIns="98037" rIns="93397" bIns="98037" numCol="1" spcCol="1270" anchor="ctr" anchorCtr="0">
          <a:noAutofit/>
        </a:bodyPr>
        <a:lstStyle/>
        <a:p>
          <a:pPr marL="0" lvl="0" indent="0" algn="ctr" defTabSz="622300">
            <a:lnSpc>
              <a:spcPct val="90000"/>
            </a:lnSpc>
            <a:spcBef>
              <a:spcPct val="0"/>
            </a:spcBef>
            <a:spcAft>
              <a:spcPct val="35000"/>
            </a:spcAft>
            <a:buNone/>
          </a:pPr>
          <a:r>
            <a:rPr lang="en-US" sz="1400" kern="1200"/>
            <a:t>Universities and Government-Funded Research</a:t>
          </a:r>
        </a:p>
      </dsp:txBody>
      <dsp:txXfrm>
        <a:off x="7040534" y="508010"/>
        <a:ext cx="1906030" cy="1143618"/>
      </dsp:txXfrm>
    </dsp:sp>
    <dsp:sp modelId="{86EC332E-D245-49C1-B3F2-C32F16AF6DC3}">
      <dsp:nvSpPr>
        <dsp:cNvPr id="0" name=""/>
        <dsp:cNvSpPr/>
      </dsp:nvSpPr>
      <dsp:spPr>
        <a:xfrm>
          <a:off x="960297" y="1649829"/>
          <a:ext cx="9377670" cy="407787"/>
        </a:xfrm>
        <a:custGeom>
          <a:avLst/>
          <a:gdLst/>
          <a:ahLst/>
          <a:cxnLst/>
          <a:rect l="0" t="0" r="0" b="0"/>
          <a:pathLst>
            <a:path>
              <a:moveTo>
                <a:pt x="9377670" y="0"/>
              </a:moveTo>
              <a:lnTo>
                <a:pt x="9377670" y="220993"/>
              </a:lnTo>
              <a:lnTo>
                <a:pt x="0" y="220993"/>
              </a:lnTo>
              <a:lnTo>
                <a:pt x="0" y="407787"/>
              </a:lnTo>
            </a:path>
          </a:pathLst>
        </a:custGeom>
        <a:noFill/>
        <a:ln w="12700" cap="flat" cmpd="sng" algn="ctr">
          <a:solidFill>
            <a:schemeClr val="accent5">
              <a:hueOff val="-4418963"/>
              <a:satOff val="-300"/>
              <a:lumOff val="71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14434" y="1851530"/>
        <a:ext cx="469395" cy="4383"/>
      </dsp:txXfrm>
    </dsp:sp>
    <dsp:sp modelId="{208EDFF5-2F99-4A68-B8EB-9E81A63427D8}">
      <dsp:nvSpPr>
        <dsp:cNvPr id="0" name=""/>
        <dsp:cNvSpPr/>
      </dsp:nvSpPr>
      <dsp:spPr>
        <a:xfrm>
          <a:off x="9384952" y="508010"/>
          <a:ext cx="1906030" cy="1143618"/>
        </a:xfrm>
        <a:prstGeom prst="rect">
          <a:avLst/>
        </a:prstGeom>
        <a:gradFill rotWithShape="0">
          <a:gsLst>
            <a:gs pos="0">
              <a:schemeClr val="accent5">
                <a:hueOff val="-4050717"/>
                <a:satOff val="-275"/>
                <a:lumOff val="654"/>
                <a:alphaOff val="0"/>
                <a:satMod val="103000"/>
                <a:lumMod val="102000"/>
                <a:tint val="94000"/>
              </a:schemeClr>
            </a:gs>
            <a:gs pos="50000">
              <a:schemeClr val="accent5">
                <a:hueOff val="-4050717"/>
                <a:satOff val="-275"/>
                <a:lumOff val="654"/>
                <a:alphaOff val="0"/>
                <a:satMod val="110000"/>
                <a:lumMod val="100000"/>
                <a:shade val="100000"/>
              </a:schemeClr>
            </a:gs>
            <a:gs pos="100000">
              <a:schemeClr val="accent5">
                <a:hueOff val="-4050717"/>
                <a:satOff val="-275"/>
                <a:lumOff val="65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3397" tIns="98037" rIns="93397" bIns="98037" numCol="1" spcCol="1270" anchor="ctr" anchorCtr="0">
          <a:noAutofit/>
        </a:bodyPr>
        <a:lstStyle/>
        <a:p>
          <a:pPr marL="0" lvl="0" indent="0" algn="ctr" defTabSz="622300">
            <a:lnSpc>
              <a:spcPct val="90000"/>
            </a:lnSpc>
            <a:spcBef>
              <a:spcPct val="0"/>
            </a:spcBef>
            <a:spcAft>
              <a:spcPct val="35000"/>
            </a:spcAft>
            <a:buNone/>
          </a:pPr>
          <a:r>
            <a:rPr lang="en-US" sz="1400" kern="1200"/>
            <a:t>Private Nonprofit Organizations</a:t>
          </a:r>
        </a:p>
      </dsp:txBody>
      <dsp:txXfrm>
        <a:off x="9384952" y="508010"/>
        <a:ext cx="1906030" cy="1143618"/>
      </dsp:txXfrm>
    </dsp:sp>
    <dsp:sp modelId="{C3A07203-3452-4D08-ACD1-2466925DBA9B}">
      <dsp:nvSpPr>
        <dsp:cNvPr id="0" name=""/>
        <dsp:cNvSpPr/>
      </dsp:nvSpPr>
      <dsp:spPr>
        <a:xfrm>
          <a:off x="1911512" y="2616105"/>
          <a:ext cx="407787" cy="91440"/>
        </a:xfrm>
        <a:custGeom>
          <a:avLst/>
          <a:gdLst/>
          <a:ahLst/>
          <a:cxnLst/>
          <a:rect l="0" t="0" r="0" b="0"/>
          <a:pathLst>
            <a:path>
              <a:moveTo>
                <a:pt x="0" y="45720"/>
              </a:moveTo>
              <a:lnTo>
                <a:pt x="407787" y="45720"/>
              </a:lnTo>
            </a:path>
          </a:pathLst>
        </a:custGeom>
        <a:noFill/>
        <a:ln w="12700" cap="flat" cmpd="sng" algn="ctr">
          <a:solidFill>
            <a:schemeClr val="accent5">
              <a:hueOff val="-5523705"/>
              <a:satOff val="-375"/>
              <a:lumOff val="89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04446" y="2659633"/>
        <a:ext cx="21919" cy="4383"/>
      </dsp:txXfrm>
    </dsp:sp>
    <dsp:sp modelId="{F62A147E-3EB2-40AE-9FAC-D6313CD08D57}">
      <dsp:nvSpPr>
        <dsp:cNvPr id="0" name=""/>
        <dsp:cNvSpPr/>
      </dsp:nvSpPr>
      <dsp:spPr>
        <a:xfrm>
          <a:off x="7282" y="2090016"/>
          <a:ext cx="1906030" cy="1143618"/>
        </a:xfrm>
        <a:prstGeom prst="rect">
          <a:avLst/>
        </a:prstGeom>
        <a:gradFill rotWithShape="0">
          <a:gsLst>
            <a:gs pos="0">
              <a:schemeClr val="accent5">
                <a:hueOff val="-5063395"/>
                <a:satOff val="-344"/>
                <a:lumOff val="817"/>
                <a:alphaOff val="0"/>
                <a:satMod val="103000"/>
                <a:lumMod val="102000"/>
                <a:tint val="94000"/>
              </a:schemeClr>
            </a:gs>
            <a:gs pos="50000">
              <a:schemeClr val="accent5">
                <a:hueOff val="-5063395"/>
                <a:satOff val="-344"/>
                <a:lumOff val="817"/>
                <a:alphaOff val="0"/>
                <a:satMod val="110000"/>
                <a:lumMod val="100000"/>
                <a:shade val="100000"/>
              </a:schemeClr>
            </a:gs>
            <a:gs pos="100000">
              <a:schemeClr val="accent5">
                <a:hueOff val="-5063395"/>
                <a:satOff val="-344"/>
                <a:lumOff val="81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3397" tIns="98037" rIns="93397" bIns="98037" numCol="1" spcCol="1270" anchor="ctr" anchorCtr="0">
          <a:noAutofit/>
        </a:bodyPr>
        <a:lstStyle/>
        <a:p>
          <a:pPr marL="0" lvl="0" indent="0" algn="ctr" defTabSz="622300">
            <a:lnSpc>
              <a:spcPct val="90000"/>
            </a:lnSpc>
            <a:spcBef>
              <a:spcPct val="0"/>
            </a:spcBef>
            <a:spcAft>
              <a:spcPct val="35000"/>
            </a:spcAft>
            <a:buNone/>
          </a:pPr>
          <a:r>
            <a:rPr lang="en-US" sz="1400" kern="1200"/>
            <a:t>Innovation in Collaborative Networks</a:t>
          </a:r>
        </a:p>
      </dsp:txBody>
      <dsp:txXfrm>
        <a:off x="7282" y="2090016"/>
        <a:ext cx="1906030" cy="1143618"/>
      </dsp:txXfrm>
    </dsp:sp>
    <dsp:sp modelId="{663A5984-6BE2-4DC8-B58A-574996466A0E}">
      <dsp:nvSpPr>
        <dsp:cNvPr id="0" name=""/>
        <dsp:cNvSpPr/>
      </dsp:nvSpPr>
      <dsp:spPr>
        <a:xfrm>
          <a:off x="4255930" y="2616105"/>
          <a:ext cx="407787" cy="91440"/>
        </a:xfrm>
        <a:custGeom>
          <a:avLst/>
          <a:gdLst/>
          <a:ahLst/>
          <a:cxnLst/>
          <a:rect l="0" t="0" r="0" b="0"/>
          <a:pathLst>
            <a:path>
              <a:moveTo>
                <a:pt x="0" y="45720"/>
              </a:moveTo>
              <a:lnTo>
                <a:pt x="407787" y="45720"/>
              </a:lnTo>
            </a:path>
          </a:pathLst>
        </a:custGeom>
        <a:noFill/>
        <a:ln w="12700" cap="flat" cmpd="sng" algn="ctr">
          <a:solidFill>
            <a:schemeClr val="accent5">
              <a:hueOff val="-6628445"/>
              <a:satOff val="-451"/>
              <a:lumOff val="107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48864" y="2659633"/>
        <a:ext cx="21919" cy="4383"/>
      </dsp:txXfrm>
    </dsp:sp>
    <dsp:sp modelId="{7F98B539-509B-44A2-9361-5AC3A425A16A}">
      <dsp:nvSpPr>
        <dsp:cNvPr id="0" name=""/>
        <dsp:cNvSpPr/>
      </dsp:nvSpPr>
      <dsp:spPr>
        <a:xfrm>
          <a:off x="2351699" y="2090016"/>
          <a:ext cx="1906030" cy="1143618"/>
        </a:xfrm>
        <a:prstGeom prst="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3397" tIns="98037" rIns="93397" bIns="98037" numCol="1" spcCol="1270" anchor="ctr" anchorCtr="0">
          <a:noAutofit/>
        </a:bodyPr>
        <a:lstStyle/>
        <a:p>
          <a:pPr marL="0" lvl="0" indent="0" algn="ctr" defTabSz="622300">
            <a:lnSpc>
              <a:spcPct val="90000"/>
            </a:lnSpc>
            <a:spcBef>
              <a:spcPct val="0"/>
            </a:spcBef>
            <a:spcAft>
              <a:spcPct val="35000"/>
            </a:spcAft>
            <a:buNone/>
          </a:pPr>
          <a:r>
            <a:rPr lang="en-US" sz="1400" kern="1200"/>
            <a:t>Technology Clusters</a:t>
          </a:r>
        </a:p>
      </dsp:txBody>
      <dsp:txXfrm>
        <a:off x="2351699" y="2090016"/>
        <a:ext cx="1906030" cy="1143618"/>
      </dsp:txXfrm>
    </dsp:sp>
    <dsp:sp modelId="{59FE1697-1611-4831-BCBA-1822077F2E52}">
      <dsp:nvSpPr>
        <dsp:cNvPr id="0" name=""/>
        <dsp:cNvSpPr/>
      </dsp:nvSpPr>
      <dsp:spPr>
        <a:xfrm>
          <a:off x="6600347" y="2616105"/>
          <a:ext cx="407787" cy="91440"/>
        </a:xfrm>
        <a:custGeom>
          <a:avLst/>
          <a:gdLst/>
          <a:ahLst/>
          <a:cxnLst/>
          <a:rect l="0" t="0" r="0" b="0"/>
          <a:pathLst>
            <a:path>
              <a:moveTo>
                <a:pt x="0" y="45720"/>
              </a:moveTo>
              <a:lnTo>
                <a:pt x="407787" y="45720"/>
              </a:lnTo>
            </a:path>
          </a:pathLst>
        </a:custGeom>
        <a:noFill/>
        <a:ln w="12700" cap="flat" cmpd="sng" algn="ctr">
          <a:solidFill>
            <a:schemeClr val="accent5">
              <a:hueOff val="-7733186"/>
              <a:satOff val="-526"/>
              <a:lumOff val="124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793281" y="2659633"/>
        <a:ext cx="21919" cy="4383"/>
      </dsp:txXfrm>
    </dsp:sp>
    <dsp:sp modelId="{DB332A6F-2226-4249-AD13-2315BED151A7}">
      <dsp:nvSpPr>
        <dsp:cNvPr id="0" name=""/>
        <dsp:cNvSpPr/>
      </dsp:nvSpPr>
      <dsp:spPr>
        <a:xfrm>
          <a:off x="4696117" y="2090016"/>
          <a:ext cx="1906030" cy="1143618"/>
        </a:xfrm>
        <a:prstGeom prst="rect">
          <a:avLst/>
        </a:prstGeom>
        <a:gradFill rotWithShape="0">
          <a:gsLst>
            <a:gs pos="0">
              <a:schemeClr val="accent5">
                <a:hueOff val="-7088754"/>
                <a:satOff val="-482"/>
                <a:lumOff val="1144"/>
                <a:alphaOff val="0"/>
                <a:satMod val="103000"/>
                <a:lumMod val="102000"/>
                <a:tint val="94000"/>
              </a:schemeClr>
            </a:gs>
            <a:gs pos="50000">
              <a:schemeClr val="accent5">
                <a:hueOff val="-7088754"/>
                <a:satOff val="-482"/>
                <a:lumOff val="1144"/>
                <a:alphaOff val="0"/>
                <a:satMod val="110000"/>
                <a:lumMod val="100000"/>
                <a:shade val="100000"/>
              </a:schemeClr>
            </a:gs>
            <a:gs pos="100000">
              <a:schemeClr val="accent5">
                <a:hueOff val="-7088754"/>
                <a:satOff val="-482"/>
                <a:lumOff val="114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3397" tIns="98037" rIns="93397" bIns="98037" numCol="1" spcCol="1270" anchor="ctr" anchorCtr="0">
          <a:noAutofit/>
        </a:bodyPr>
        <a:lstStyle/>
        <a:p>
          <a:pPr marL="0" lvl="0" indent="0" algn="ctr" defTabSz="622300">
            <a:lnSpc>
              <a:spcPct val="90000"/>
            </a:lnSpc>
            <a:spcBef>
              <a:spcPct val="0"/>
            </a:spcBef>
            <a:spcAft>
              <a:spcPct val="35000"/>
            </a:spcAft>
            <a:buNone/>
          </a:pPr>
          <a:r>
            <a:rPr lang="en-US" sz="1400" kern="1200"/>
            <a:t>Research Brief: Knowledge Brokers</a:t>
          </a:r>
        </a:p>
      </dsp:txBody>
      <dsp:txXfrm>
        <a:off x="4696117" y="2090016"/>
        <a:ext cx="1906030" cy="1143618"/>
      </dsp:txXfrm>
    </dsp:sp>
    <dsp:sp modelId="{446ECED8-117E-45F8-922A-834749C94777}">
      <dsp:nvSpPr>
        <dsp:cNvPr id="0" name=""/>
        <dsp:cNvSpPr/>
      </dsp:nvSpPr>
      <dsp:spPr>
        <a:xfrm>
          <a:off x="8944765" y="2616105"/>
          <a:ext cx="407787" cy="91440"/>
        </a:xfrm>
        <a:custGeom>
          <a:avLst/>
          <a:gdLst/>
          <a:ahLst/>
          <a:cxnLst/>
          <a:rect l="0" t="0" r="0" b="0"/>
          <a:pathLst>
            <a:path>
              <a:moveTo>
                <a:pt x="0" y="45720"/>
              </a:moveTo>
              <a:lnTo>
                <a:pt x="407787" y="45720"/>
              </a:lnTo>
            </a:path>
          </a:pathLst>
        </a:custGeom>
        <a:noFill/>
        <a:ln w="12700" cap="flat" cmpd="sng" algn="ctr">
          <a:solidFill>
            <a:schemeClr val="accent5">
              <a:hueOff val="-8837927"/>
              <a:satOff val="-601"/>
              <a:lumOff val="142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9137699" y="2659633"/>
        <a:ext cx="21919" cy="4383"/>
      </dsp:txXfrm>
    </dsp:sp>
    <dsp:sp modelId="{A68105D4-C66E-4287-8429-831305CD12E4}">
      <dsp:nvSpPr>
        <dsp:cNvPr id="0" name=""/>
        <dsp:cNvSpPr/>
      </dsp:nvSpPr>
      <dsp:spPr>
        <a:xfrm>
          <a:off x="7040534" y="2090016"/>
          <a:ext cx="1906030" cy="1143618"/>
        </a:xfrm>
        <a:prstGeom prst="rect">
          <a:avLst/>
        </a:prstGeom>
        <a:gradFill rotWithShape="0">
          <a:gsLst>
            <a:gs pos="0">
              <a:schemeClr val="accent5">
                <a:hueOff val="-8101434"/>
                <a:satOff val="-551"/>
                <a:lumOff val="1307"/>
                <a:alphaOff val="0"/>
                <a:satMod val="103000"/>
                <a:lumMod val="102000"/>
                <a:tint val="94000"/>
              </a:schemeClr>
            </a:gs>
            <a:gs pos="50000">
              <a:schemeClr val="accent5">
                <a:hueOff val="-8101434"/>
                <a:satOff val="-551"/>
                <a:lumOff val="1307"/>
                <a:alphaOff val="0"/>
                <a:satMod val="110000"/>
                <a:lumMod val="100000"/>
                <a:shade val="100000"/>
              </a:schemeClr>
            </a:gs>
            <a:gs pos="100000">
              <a:schemeClr val="accent5">
                <a:hueOff val="-8101434"/>
                <a:satOff val="-551"/>
                <a:lumOff val="13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3397" tIns="98037" rIns="93397" bIns="98037" numCol="1" spcCol="1270" anchor="ctr" anchorCtr="0">
          <a:noAutofit/>
        </a:bodyPr>
        <a:lstStyle/>
        <a:p>
          <a:pPr marL="0" lvl="0" indent="0" algn="ctr" defTabSz="622300">
            <a:lnSpc>
              <a:spcPct val="90000"/>
            </a:lnSpc>
            <a:spcBef>
              <a:spcPct val="0"/>
            </a:spcBef>
            <a:spcAft>
              <a:spcPct val="35000"/>
            </a:spcAft>
            <a:buNone/>
          </a:pPr>
          <a:r>
            <a:rPr lang="en-US" sz="1400" kern="1200"/>
            <a:t>Technological Spillovers</a:t>
          </a:r>
        </a:p>
      </dsp:txBody>
      <dsp:txXfrm>
        <a:off x="7040534" y="2090016"/>
        <a:ext cx="1906030" cy="1143618"/>
      </dsp:txXfrm>
    </dsp:sp>
    <dsp:sp modelId="{CE5712D6-ABD1-400C-926A-EADFEF88CFE9}">
      <dsp:nvSpPr>
        <dsp:cNvPr id="0" name=""/>
        <dsp:cNvSpPr/>
      </dsp:nvSpPr>
      <dsp:spPr>
        <a:xfrm>
          <a:off x="960297" y="3231834"/>
          <a:ext cx="9377670" cy="407787"/>
        </a:xfrm>
        <a:custGeom>
          <a:avLst/>
          <a:gdLst/>
          <a:ahLst/>
          <a:cxnLst/>
          <a:rect l="0" t="0" r="0" b="0"/>
          <a:pathLst>
            <a:path>
              <a:moveTo>
                <a:pt x="9377670" y="0"/>
              </a:moveTo>
              <a:lnTo>
                <a:pt x="9377670" y="220993"/>
              </a:lnTo>
              <a:lnTo>
                <a:pt x="0" y="220993"/>
              </a:lnTo>
              <a:lnTo>
                <a:pt x="0" y="407787"/>
              </a:lnTo>
            </a:path>
          </a:pathLst>
        </a:custGeom>
        <a:noFill/>
        <a:ln w="12700" cap="flat" cmpd="sng" algn="ctr">
          <a:solidFill>
            <a:schemeClr val="accent5">
              <a:hueOff val="-9942668"/>
              <a:satOff val="-676"/>
              <a:lumOff val="160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14434" y="3433536"/>
        <a:ext cx="469395" cy="4383"/>
      </dsp:txXfrm>
    </dsp:sp>
    <dsp:sp modelId="{981DB1B7-DF76-4638-B4E0-F7721CE9E8BD}">
      <dsp:nvSpPr>
        <dsp:cNvPr id="0" name=""/>
        <dsp:cNvSpPr/>
      </dsp:nvSpPr>
      <dsp:spPr>
        <a:xfrm>
          <a:off x="9384952" y="2090016"/>
          <a:ext cx="1906030" cy="1143618"/>
        </a:xfrm>
        <a:prstGeom prst="rect">
          <a:avLst/>
        </a:prstGeom>
        <a:gradFill rotWithShape="0">
          <a:gsLst>
            <a:gs pos="0">
              <a:schemeClr val="accent5">
                <a:hueOff val="-9114112"/>
                <a:satOff val="-620"/>
                <a:lumOff val="1471"/>
                <a:alphaOff val="0"/>
                <a:satMod val="103000"/>
                <a:lumMod val="102000"/>
                <a:tint val="94000"/>
              </a:schemeClr>
            </a:gs>
            <a:gs pos="50000">
              <a:schemeClr val="accent5">
                <a:hueOff val="-9114112"/>
                <a:satOff val="-620"/>
                <a:lumOff val="1471"/>
                <a:alphaOff val="0"/>
                <a:satMod val="110000"/>
                <a:lumMod val="100000"/>
                <a:shade val="100000"/>
              </a:schemeClr>
            </a:gs>
            <a:gs pos="100000">
              <a:schemeClr val="accent5">
                <a:hueOff val="-9114112"/>
                <a:satOff val="-620"/>
                <a:lumOff val="147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3397" tIns="98037" rIns="93397" bIns="98037" numCol="1" spcCol="1270" anchor="ctr" anchorCtr="0">
          <a:noAutofit/>
        </a:bodyPr>
        <a:lstStyle/>
        <a:p>
          <a:pPr marL="0" lvl="0" indent="0" algn="ctr" defTabSz="622300">
            <a:lnSpc>
              <a:spcPct val="90000"/>
            </a:lnSpc>
            <a:spcBef>
              <a:spcPct val="0"/>
            </a:spcBef>
            <a:spcAft>
              <a:spcPct val="35000"/>
            </a:spcAft>
            <a:buNone/>
          </a:pPr>
          <a:r>
            <a:rPr lang="en-US" sz="1400" kern="1200"/>
            <a:t>Summary of Chapter </a:t>
          </a:r>
        </a:p>
      </dsp:txBody>
      <dsp:txXfrm>
        <a:off x="9384952" y="2090016"/>
        <a:ext cx="1906030" cy="1143618"/>
      </dsp:txXfrm>
    </dsp:sp>
    <dsp:sp modelId="{8B0E2A3C-00D4-4451-B1E6-FDA9BEF653EB}">
      <dsp:nvSpPr>
        <dsp:cNvPr id="0" name=""/>
        <dsp:cNvSpPr/>
      </dsp:nvSpPr>
      <dsp:spPr>
        <a:xfrm>
          <a:off x="1911512" y="4198110"/>
          <a:ext cx="407787" cy="91440"/>
        </a:xfrm>
        <a:custGeom>
          <a:avLst/>
          <a:gdLst/>
          <a:ahLst/>
          <a:cxnLst/>
          <a:rect l="0" t="0" r="0" b="0"/>
          <a:pathLst>
            <a:path>
              <a:moveTo>
                <a:pt x="0" y="45720"/>
              </a:moveTo>
              <a:lnTo>
                <a:pt x="407787" y="45720"/>
              </a:lnTo>
            </a:path>
          </a:pathLst>
        </a:custGeom>
        <a:noFill/>
        <a:ln w="12700" cap="flat" cmpd="sng" algn="ctr">
          <a:solidFill>
            <a:schemeClr val="accent5">
              <a:hueOff val="-11047409"/>
              <a:satOff val="-751"/>
              <a:lumOff val="178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04446" y="4241638"/>
        <a:ext cx="21919" cy="4383"/>
      </dsp:txXfrm>
    </dsp:sp>
    <dsp:sp modelId="{D4FEC567-C7A5-41CF-9A84-E344CC202962}">
      <dsp:nvSpPr>
        <dsp:cNvPr id="0" name=""/>
        <dsp:cNvSpPr/>
      </dsp:nvSpPr>
      <dsp:spPr>
        <a:xfrm>
          <a:off x="7282" y="3672021"/>
          <a:ext cx="1906030" cy="1143618"/>
        </a:xfrm>
        <a:prstGeom prst="rect">
          <a:avLst/>
        </a:prstGeom>
        <a:gradFill rotWithShape="0">
          <a:gsLst>
            <a:gs pos="0">
              <a:schemeClr val="accent5">
                <a:hueOff val="-10126791"/>
                <a:satOff val="-688"/>
                <a:lumOff val="1634"/>
                <a:alphaOff val="0"/>
                <a:satMod val="103000"/>
                <a:lumMod val="102000"/>
                <a:tint val="94000"/>
              </a:schemeClr>
            </a:gs>
            <a:gs pos="50000">
              <a:schemeClr val="accent5">
                <a:hueOff val="-10126791"/>
                <a:satOff val="-688"/>
                <a:lumOff val="1634"/>
                <a:alphaOff val="0"/>
                <a:satMod val="110000"/>
                <a:lumMod val="100000"/>
                <a:shade val="100000"/>
              </a:schemeClr>
            </a:gs>
            <a:gs pos="100000">
              <a:schemeClr val="accent5">
                <a:hueOff val="-10126791"/>
                <a:satOff val="-688"/>
                <a:lumOff val="163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3397" tIns="98037" rIns="93397" bIns="98037" numCol="1" spcCol="1270" anchor="ctr" anchorCtr="0">
          <a:noAutofit/>
        </a:bodyPr>
        <a:lstStyle/>
        <a:p>
          <a:pPr marL="0" lvl="0" indent="0" algn="ctr" defTabSz="622300">
            <a:lnSpc>
              <a:spcPct val="90000"/>
            </a:lnSpc>
            <a:spcBef>
              <a:spcPct val="0"/>
            </a:spcBef>
            <a:spcAft>
              <a:spcPct val="35000"/>
            </a:spcAft>
            <a:buNone/>
          </a:pPr>
          <a:r>
            <a:rPr lang="en-US" sz="1400" kern="1200"/>
            <a:t>Discussion Questions </a:t>
          </a:r>
        </a:p>
      </dsp:txBody>
      <dsp:txXfrm>
        <a:off x="7282" y="3672021"/>
        <a:ext cx="1906030" cy="1143618"/>
      </dsp:txXfrm>
    </dsp:sp>
    <dsp:sp modelId="{783138D4-2F44-4221-81CB-830BF6635477}">
      <dsp:nvSpPr>
        <dsp:cNvPr id="0" name=""/>
        <dsp:cNvSpPr/>
      </dsp:nvSpPr>
      <dsp:spPr>
        <a:xfrm>
          <a:off x="4255930" y="4198110"/>
          <a:ext cx="407787" cy="91440"/>
        </a:xfrm>
        <a:custGeom>
          <a:avLst/>
          <a:gdLst/>
          <a:ahLst/>
          <a:cxnLst/>
          <a:rect l="0" t="0" r="0" b="0"/>
          <a:pathLst>
            <a:path>
              <a:moveTo>
                <a:pt x="0" y="45720"/>
              </a:moveTo>
              <a:lnTo>
                <a:pt x="407787" y="45720"/>
              </a:lnTo>
            </a:path>
          </a:pathLst>
        </a:custGeom>
        <a:noFill/>
        <a:ln w="12700" cap="flat" cmpd="sng" algn="ctr">
          <a:solidFill>
            <a:schemeClr val="accent5">
              <a:hueOff val="-12152150"/>
              <a:satOff val="-826"/>
              <a:lumOff val="196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48864" y="4241638"/>
        <a:ext cx="21919" cy="4383"/>
      </dsp:txXfrm>
    </dsp:sp>
    <dsp:sp modelId="{C6D4A4E1-86BC-4AD8-B1F9-477A4DCE7C53}">
      <dsp:nvSpPr>
        <dsp:cNvPr id="0" name=""/>
        <dsp:cNvSpPr/>
      </dsp:nvSpPr>
      <dsp:spPr>
        <a:xfrm>
          <a:off x="2351699" y="3672021"/>
          <a:ext cx="1906030" cy="1143618"/>
        </a:xfrm>
        <a:prstGeom prst="rect">
          <a:avLst/>
        </a:prstGeom>
        <a:gradFill rotWithShape="0">
          <a:gsLst>
            <a:gs pos="0">
              <a:schemeClr val="accent5">
                <a:hueOff val="-11139471"/>
                <a:satOff val="-757"/>
                <a:lumOff val="1798"/>
                <a:alphaOff val="0"/>
                <a:satMod val="103000"/>
                <a:lumMod val="102000"/>
                <a:tint val="94000"/>
              </a:schemeClr>
            </a:gs>
            <a:gs pos="50000">
              <a:schemeClr val="accent5">
                <a:hueOff val="-11139471"/>
                <a:satOff val="-757"/>
                <a:lumOff val="1798"/>
                <a:alphaOff val="0"/>
                <a:satMod val="110000"/>
                <a:lumMod val="100000"/>
                <a:shade val="100000"/>
              </a:schemeClr>
            </a:gs>
            <a:gs pos="100000">
              <a:schemeClr val="accent5">
                <a:hueOff val="-11139471"/>
                <a:satOff val="-757"/>
                <a:lumOff val="179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3397" tIns="98037" rIns="93397" bIns="98037" numCol="1" spcCol="1270" anchor="ctr" anchorCtr="0">
          <a:noAutofit/>
        </a:bodyPr>
        <a:lstStyle/>
        <a:p>
          <a:pPr marL="0" lvl="0" indent="0" algn="ctr" defTabSz="622300">
            <a:lnSpc>
              <a:spcPct val="90000"/>
            </a:lnSpc>
            <a:spcBef>
              <a:spcPct val="0"/>
            </a:spcBef>
            <a:spcAft>
              <a:spcPct val="35000"/>
            </a:spcAft>
            <a:buNone/>
          </a:pPr>
          <a:r>
            <a:rPr lang="en-US" sz="1400" kern="1200"/>
            <a:t>Suggested Further Reading </a:t>
          </a:r>
        </a:p>
      </dsp:txBody>
      <dsp:txXfrm>
        <a:off x="2351699" y="3672021"/>
        <a:ext cx="1906030" cy="1143618"/>
      </dsp:txXfrm>
    </dsp:sp>
    <dsp:sp modelId="{039A9970-D8AD-44B8-9CB3-013C217293CB}">
      <dsp:nvSpPr>
        <dsp:cNvPr id="0" name=""/>
        <dsp:cNvSpPr/>
      </dsp:nvSpPr>
      <dsp:spPr>
        <a:xfrm>
          <a:off x="4696117" y="3672021"/>
          <a:ext cx="1906030" cy="1143618"/>
        </a:xfrm>
        <a:prstGeom prst="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3397" tIns="98037" rIns="93397" bIns="98037" numCol="1" spcCol="1270" anchor="ctr" anchorCtr="0">
          <a:noAutofit/>
        </a:bodyPr>
        <a:lstStyle/>
        <a:p>
          <a:pPr marL="0" lvl="0" indent="0" algn="ctr" defTabSz="622300">
            <a:lnSpc>
              <a:spcPct val="90000"/>
            </a:lnSpc>
            <a:spcBef>
              <a:spcPct val="0"/>
            </a:spcBef>
            <a:spcAft>
              <a:spcPct val="35000"/>
            </a:spcAft>
            <a:buNone/>
          </a:pPr>
          <a:r>
            <a:rPr lang="en-US" sz="1400" kern="1200"/>
            <a:t>Endnotes</a:t>
          </a:r>
        </a:p>
      </dsp:txBody>
      <dsp:txXfrm>
        <a:off x="4696117" y="3672021"/>
        <a:ext cx="1906030" cy="11436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35AE7A-DCBC-47D8-9846-5FB7159D41CF}">
      <dsp:nvSpPr>
        <dsp:cNvPr id="0" name=""/>
        <dsp:cNvSpPr/>
      </dsp:nvSpPr>
      <dsp:spPr>
        <a:xfrm>
          <a:off x="0" y="7703"/>
          <a:ext cx="10515600" cy="1174753"/>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Gavriel Iddan was an electro-optical engineer at  Rafael Armament Development Authority, the  authority for development of weapons and military technology.</a:t>
          </a:r>
        </a:p>
      </dsp:txBody>
      <dsp:txXfrm>
        <a:off x="57347" y="65050"/>
        <a:ext cx="10400906" cy="1060059"/>
      </dsp:txXfrm>
    </dsp:sp>
    <dsp:sp modelId="{51A95CBB-A24B-410C-8709-1F76BD590964}">
      <dsp:nvSpPr>
        <dsp:cNvPr id="0" name=""/>
        <dsp:cNvSpPr/>
      </dsp:nvSpPr>
      <dsp:spPr>
        <a:xfrm>
          <a:off x="0" y="1242936"/>
          <a:ext cx="10515600" cy="1174753"/>
        </a:xfrm>
        <a:prstGeom prst="roundRect">
          <a:avLst/>
        </a:prstGeom>
        <a:solidFill>
          <a:schemeClr val="accent5">
            <a:hueOff val="-4050717"/>
            <a:satOff val="-275"/>
            <a:lumOff val="654"/>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One of Iddan’s projects was to develop the “eye” of a guided missile, which leads the missile to its target. In 1981, Iddan traveled to Boston on sabbatical to work for a company that produced X-ray tubes and ultrasonic probes.</a:t>
          </a:r>
        </a:p>
      </dsp:txBody>
      <dsp:txXfrm>
        <a:off x="57347" y="1300283"/>
        <a:ext cx="10400906" cy="1060059"/>
      </dsp:txXfrm>
    </dsp:sp>
    <dsp:sp modelId="{0EC0465E-403F-46BC-8688-9AB21FAA3C29}">
      <dsp:nvSpPr>
        <dsp:cNvPr id="0" name=""/>
        <dsp:cNvSpPr/>
      </dsp:nvSpPr>
      <dsp:spPr>
        <a:xfrm>
          <a:off x="0" y="2478169"/>
          <a:ext cx="10515600" cy="1174753"/>
        </a:xfrm>
        <a:prstGeom prst="roundRect">
          <a:avLst/>
        </a:prstGeom>
        <a:solidFill>
          <a:schemeClr val="accent5">
            <a:hueOff val="-8101434"/>
            <a:satOff val="-551"/>
            <a:lumOff val="1307"/>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While there, he befriended a gastroenterologist (a physician who focuses on digestive diseases) named Eitan Scapa.</a:t>
          </a:r>
        </a:p>
      </dsp:txBody>
      <dsp:txXfrm>
        <a:off x="57347" y="2535516"/>
        <a:ext cx="10400906" cy="1060059"/>
      </dsp:txXfrm>
    </dsp:sp>
    <dsp:sp modelId="{A4BA1B6C-E706-4369-AC54-4F37B1AD1A8A}">
      <dsp:nvSpPr>
        <dsp:cNvPr id="0" name=""/>
        <dsp:cNvSpPr/>
      </dsp:nvSpPr>
      <dsp:spPr>
        <a:xfrm>
          <a:off x="0" y="3713403"/>
          <a:ext cx="10515600" cy="1174753"/>
        </a:xfrm>
        <a:prstGeom prst="roundRect">
          <a:avLst/>
        </a:prstGeom>
        <a:solidFill>
          <a:schemeClr val="accent5">
            <a:hueOff val="-12152150"/>
            <a:satOff val="-826"/>
            <a:lumOff val="1961"/>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During long conversations in which each would discuss his respective field, Scapa taught Iddan about the technologies used to view the interior lining of the digestive system.</a:t>
          </a:r>
        </a:p>
      </dsp:txBody>
      <dsp:txXfrm>
        <a:off x="57347" y="3770750"/>
        <a:ext cx="10400906" cy="10600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7D7423-0C97-44F5-AB57-0304A078BD6D}">
      <dsp:nvSpPr>
        <dsp:cNvPr id="0" name=""/>
        <dsp:cNvSpPr/>
      </dsp:nvSpPr>
      <dsp:spPr>
        <a:xfrm>
          <a:off x="0" y="101640"/>
          <a:ext cx="10515600" cy="9509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Scapa pointed out that the existing technologies had a number of significant limitations, particularly with respect to viewing the small intestine.</a:t>
          </a:r>
        </a:p>
      </dsp:txBody>
      <dsp:txXfrm>
        <a:off x="46424" y="148064"/>
        <a:ext cx="10422752" cy="858142"/>
      </dsp:txXfrm>
    </dsp:sp>
    <dsp:sp modelId="{75A8030F-3C97-4048-AF36-2B9E304186E3}">
      <dsp:nvSpPr>
        <dsp:cNvPr id="0" name=""/>
        <dsp:cNvSpPr/>
      </dsp:nvSpPr>
      <dsp:spPr>
        <a:xfrm>
          <a:off x="0" y="1101591"/>
          <a:ext cx="10515600" cy="9509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The small intestine is the locale of a number of serious disorders.</a:t>
          </a:r>
        </a:p>
      </dsp:txBody>
      <dsp:txXfrm>
        <a:off x="46424" y="1148015"/>
        <a:ext cx="10422752" cy="858142"/>
      </dsp:txXfrm>
    </dsp:sp>
    <dsp:sp modelId="{5148135F-97BB-4F95-BCCE-B0ABF8146D37}">
      <dsp:nvSpPr>
        <dsp:cNvPr id="0" name=""/>
        <dsp:cNvSpPr/>
      </dsp:nvSpPr>
      <dsp:spPr>
        <a:xfrm>
          <a:off x="0" y="2101542"/>
          <a:ext cx="10515600" cy="9509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In the United States alone, approximately 19 million people suffer from disorders in the small intestine (including bleeding, Crohn’s disease, celiac disease, chronic diarrhea, irritable bowel syndrome, and small bowel cancer).</a:t>
          </a:r>
        </a:p>
      </dsp:txBody>
      <dsp:txXfrm>
        <a:off x="46424" y="2147966"/>
        <a:ext cx="10422752" cy="858142"/>
      </dsp:txXfrm>
    </dsp:sp>
    <dsp:sp modelId="{F8EC4A4F-C0F9-4F3D-BDFC-559F5BE7791D}">
      <dsp:nvSpPr>
        <dsp:cNvPr id="0" name=""/>
        <dsp:cNvSpPr/>
      </dsp:nvSpPr>
      <dsp:spPr>
        <a:xfrm>
          <a:off x="0" y="3101492"/>
          <a:ext cx="10515600" cy="9509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Furthermore, the nature of the small intestine makes it a difficult place to diagnose and treat such disorders.</a:t>
          </a:r>
        </a:p>
      </dsp:txBody>
      <dsp:txXfrm>
        <a:off x="46424" y="3147916"/>
        <a:ext cx="10422752" cy="858142"/>
      </dsp:txXfrm>
    </dsp:sp>
    <dsp:sp modelId="{854A6C95-3801-4650-92E7-DC24A5DF78FE}">
      <dsp:nvSpPr>
        <dsp:cNvPr id="0" name=""/>
        <dsp:cNvSpPr/>
      </dsp:nvSpPr>
      <dsp:spPr>
        <a:xfrm>
          <a:off x="0" y="4101443"/>
          <a:ext cx="10515600" cy="9509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The small intestine (or “small bowel”) is about 5 to 6 meters long in a typical person and is full of twists and turns.</a:t>
          </a:r>
        </a:p>
      </dsp:txBody>
      <dsp:txXfrm>
        <a:off x="46424" y="4147867"/>
        <a:ext cx="10422752" cy="85814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D10331-B217-45F7-8229-ED0FBEEEBC34}">
      <dsp:nvSpPr>
        <dsp:cNvPr id="0" name=""/>
        <dsp:cNvSpPr/>
      </dsp:nvSpPr>
      <dsp:spPr>
        <a:xfrm>
          <a:off x="0" y="4127637"/>
          <a:ext cx="10515600" cy="903026"/>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a:t>Ten years later, Iddan visited the United States again, and his old friend Scapa again inquired whether there was a technological solution that would provide a better solution for viewing the small intestine.</a:t>
          </a:r>
        </a:p>
      </dsp:txBody>
      <dsp:txXfrm>
        <a:off x="0" y="4127637"/>
        <a:ext cx="10515600" cy="903026"/>
      </dsp:txXfrm>
    </dsp:sp>
    <dsp:sp modelId="{53D9B4F3-3E67-4959-A8DD-38A406269B4F}">
      <dsp:nvSpPr>
        <dsp:cNvPr id="0" name=""/>
        <dsp:cNvSpPr/>
      </dsp:nvSpPr>
      <dsp:spPr>
        <a:xfrm rot="10800000">
          <a:off x="0" y="2752328"/>
          <a:ext cx="10515600" cy="1388854"/>
        </a:xfrm>
        <a:prstGeom prst="upArrowCallou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a:t>Scapa thus urged Iddan to try to come up with a better way to view the small intestine, but at that time Iddan had no idea how to do it.</a:t>
          </a:r>
        </a:p>
      </dsp:txBody>
      <dsp:txXfrm rot="10800000">
        <a:off x="0" y="2752328"/>
        <a:ext cx="10515600" cy="902436"/>
      </dsp:txXfrm>
    </dsp:sp>
    <dsp:sp modelId="{2B083BC1-9A19-4F74-AD07-8D0F843E328A}">
      <dsp:nvSpPr>
        <dsp:cNvPr id="0" name=""/>
        <dsp:cNvSpPr/>
      </dsp:nvSpPr>
      <dsp:spPr>
        <a:xfrm rot="10800000">
          <a:off x="0" y="1377019"/>
          <a:ext cx="10515600" cy="1388854"/>
        </a:xfrm>
        <a:prstGeom prst="upArrowCallou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a:t>The remaining option, surgery, is very invasive and can be impractical if the physician does not know which part of the small intestine is affected.</a:t>
          </a:r>
        </a:p>
      </dsp:txBody>
      <dsp:txXfrm rot="10800000">
        <a:off x="0" y="1377019"/>
        <a:ext cx="10515600" cy="902436"/>
      </dsp:txXfrm>
    </dsp:sp>
    <dsp:sp modelId="{7E1E12D0-58E4-48CF-B86D-BF36D3EFA7C2}">
      <dsp:nvSpPr>
        <dsp:cNvPr id="0" name=""/>
        <dsp:cNvSpPr/>
      </dsp:nvSpPr>
      <dsp:spPr>
        <a:xfrm rot="10800000">
          <a:off x="0" y="1710"/>
          <a:ext cx="10515600" cy="1388854"/>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a:t>X-rays do not enable the physician to view the lining of the intestine, and endoscopes (small cameras attached to long, thin, flexible poles) can reach only the first third of the small intestine and can be quite uncomfortable for the patient.</a:t>
          </a:r>
        </a:p>
      </dsp:txBody>
      <dsp:txXfrm rot="10800000">
        <a:off x="0" y="1710"/>
        <a:ext cx="10515600" cy="90243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4EC1B-0889-4A25-A348-2FF29A987695}">
      <dsp:nvSpPr>
        <dsp:cNvPr id="0" name=""/>
        <dsp:cNvSpPr/>
      </dsp:nvSpPr>
      <dsp:spPr>
        <a:xfrm>
          <a:off x="0" y="1805"/>
          <a:ext cx="10515600" cy="91531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56940F-9CEB-4786-9C50-DCCF4FF5C85E}">
      <dsp:nvSpPr>
        <dsp:cNvPr id="0" name=""/>
        <dsp:cNvSpPr/>
      </dsp:nvSpPr>
      <dsp:spPr>
        <a:xfrm>
          <a:off x="276881" y="207750"/>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BFF4B8-4BFD-4B6B-A0F9-5A5FB68F4613}">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44550">
            <a:lnSpc>
              <a:spcPct val="90000"/>
            </a:lnSpc>
            <a:spcBef>
              <a:spcPct val="0"/>
            </a:spcBef>
            <a:spcAft>
              <a:spcPct val="35000"/>
            </a:spcAft>
            <a:buNone/>
          </a:pPr>
          <a:r>
            <a:rPr lang="en-US" sz="1900" kern="1200"/>
            <a:t>By this time, very small image sensors— charge-coupled devices (CCDs)—had been developed in the quest to build small video cameras.</a:t>
          </a:r>
        </a:p>
      </dsp:txBody>
      <dsp:txXfrm>
        <a:off x="1057183" y="1805"/>
        <a:ext cx="9458416" cy="915310"/>
      </dsp:txXfrm>
    </dsp:sp>
    <dsp:sp modelId="{F623D99A-9AAA-4BF7-B5DA-595125E53A1A}">
      <dsp:nvSpPr>
        <dsp:cNvPr id="0" name=""/>
        <dsp:cNvSpPr/>
      </dsp:nvSpPr>
      <dsp:spPr>
        <a:xfrm>
          <a:off x="0" y="1145944"/>
          <a:ext cx="10515600" cy="91531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47EB24-3A24-4F1B-B1F5-0FB130830679}">
      <dsp:nvSpPr>
        <dsp:cNvPr id="0" name=""/>
        <dsp:cNvSpPr/>
      </dsp:nvSpPr>
      <dsp:spPr>
        <a:xfrm>
          <a:off x="276881" y="1351889"/>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98EA8D-336E-413F-9C64-540223F3EDAB}">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44550">
            <a:lnSpc>
              <a:spcPct val="90000"/>
            </a:lnSpc>
            <a:spcBef>
              <a:spcPct val="0"/>
            </a:spcBef>
            <a:spcAft>
              <a:spcPct val="35000"/>
            </a:spcAft>
            <a:buNone/>
          </a:pPr>
          <a:r>
            <a:rPr lang="en-US" sz="1900" kern="1200"/>
            <a:t>Iddan wondered if perhaps it would be possible to create a very small missile-like device that could travel through the intestine without a lifeline leading to the outside of the body.</a:t>
          </a:r>
        </a:p>
      </dsp:txBody>
      <dsp:txXfrm>
        <a:off x="1057183" y="1145944"/>
        <a:ext cx="9458416" cy="915310"/>
      </dsp:txXfrm>
    </dsp:sp>
    <dsp:sp modelId="{25A6F9C9-1F27-490F-95D4-ED354BD56ED4}">
      <dsp:nvSpPr>
        <dsp:cNvPr id="0" name=""/>
        <dsp:cNvSpPr/>
      </dsp:nvSpPr>
      <dsp:spPr>
        <a:xfrm>
          <a:off x="0" y="2290082"/>
          <a:ext cx="10515600" cy="91531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12FE12-81E4-43AF-ABBC-639E2584F709}">
      <dsp:nvSpPr>
        <dsp:cNvPr id="0" name=""/>
        <dsp:cNvSpPr/>
      </dsp:nvSpPr>
      <dsp:spPr>
        <a:xfrm>
          <a:off x="276881" y="2496027"/>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223E69-3F8A-434A-9971-42858A933E95}">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44550">
            <a:lnSpc>
              <a:spcPct val="90000"/>
            </a:lnSpc>
            <a:spcBef>
              <a:spcPct val="0"/>
            </a:spcBef>
            <a:spcAft>
              <a:spcPct val="35000"/>
            </a:spcAft>
            <a:buNone/>
          </a:pPr>
          <a:r>
            <a:rPr lang="en-US" sz="1900" kern="1200"/>
            <a:t>Like the missiles Iddan developed at Rafael, this device would have a camera “eye.”</a:t>
          </a:r>
        </a:p>
      </dsp:txBody>
      <dsp:txXfrm>
        <a:off x="1057183" y="2290082"/>
        <a:ext cx="9458416" cy="915310"/>
      </dsp:txXfrm>
    </dsp:sp>
    <dsp:sp modelId="{68EAD979-57C2-4A26-AF0F-0265C21B07E1}">
      <dsp:nvSpPr>
        <dsp:cNvPr id="0" name=""/>
        <dsp:cNvSpPr/>
      </dsp:nvSpPr>
      <dsp:spPr>
        <a:xfrm>
          <a:off x="0" y="3434221"/>
          <a:ext cx="10515600" cy="91531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9A71AF-597B-438C-A6EF-914D2B9E5969}">
      <dsp:nvSpPr>
        <dsp:cNvPr id="0" name=""/>
        <dsp:cNvSpPr/>
      </dsp:nvSpPr>
      <dsp:spPr>
        <a:xfrm>
          <a:off x="276881" y="3640166"/>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B15A61-0D11-451F-B007-A6E2181A02E4}">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44550">
            <a:lnSpc>
              <a:spcPct val="90000"/>
            </a:lnSpc>
            <a:spcBef>
              <a:spcPct val="0"/>
            </a:spcBef>
            <a:spcAft>
              <a:spcPct val="35000"/>
            </a:spcAft>
            <a:buNone/>
          </a:pPr>
          <a:r>
            <a:rPr lang="en-US" sz="1900" kern="1200"/>
            <a:t>If the device were designed well, the body’s natural peristaltic action would propel the camera through the length of the intestine.</a:t>
          </a:r>
        </a:p>
      </dsp:txBody>
      <dsp:txXfrm>
        <a:off x="1057183" y="3434221"/>
        <a:ext cx="9458416" cy="91531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380115-C224-40AC-AB84-14DBDA5BC1DB}">
      <dsp:nvSpPr>
        <dsp:cNvPr id="0" name=""/>
        <dsp:cNvSpPr/>
      </dsp:nvSpPr>
      <dsp:spPr>
        <a:xfrm>
          <a:off x="0" y="28143"/>
          <a:ext cx="10515600" cy="12097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When Iddan returned to Israel he began working on a way to have a very small CCD camera introduced into the digestive system and transmit images wirelessly to a receiver outside of the body.</a:t>
          </a:r>
        </a:p>
      </dsp:txBody>
      <dsp:txXfrm>
        <a:off x="59057" y="87200"/>
        <a:ext cx="10397486" cy="1091666"/>
      </dsp:txXfrm>
    </dsp:sp>
    <dsp:sp modelId="{786200BA-4E76-4D51-A673-FE797E0A71C5}">
      <dsp:nvSpPr>
        <dsp:cNvPr id="0" name=""/>
        <dsp:cNvSpPr/>
      </dsp:nvSpPr>
      <dsp:spPr>
        <a:xfrm>
          <a:off x="0" y="1301283"/>
          <a:ext cx="10515600" cy="12097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Initially unsure whether images could be transmitted through the body wall, he conducted a very rudimentary experiment with a store-bought chicken: he placed a transmitting antenna inside the chicken and a receiving antenna outside the chicken.</a:t>
          </a:r>
        </a:p>
      </dsp:txBody>
      <dsp:txXfrm>
        <a:off x="59057" y="1360340"/>
        <a:ext cx="10397486" cy="1091666"/>
      </dsp:txXfrm>
    </dsp:sp>
    <dsp:sp modelId="{3E984BF2-AF5B-49FB-8A36-1BAA9A8414CC}">
      <dsp:nvSpPr>
        <dsp:cNvPr id="0" name=""/>
        <dsp:cNvSpPr/>
      </dsp:nvSpPr>
      <dsp:spPr>
        <a:xfrm>
          <a:off x="0" y="2574424"/>
          <a:ext cx="10515600" cy="12097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 results indicated that it was possible to transmit a clear video image.</a:t>
          </a:r>
        </a:p>
      </dsp:txBody>
      <dsp:txXfrm>
        <a:off x="59057" y="2633481"/>
        <a:ext cx="10397486" cy="1091666"/>
      </dsp:txXfrm>
    </dsp:sp>
    <dsp:sp modelId="{0D84269C-8EF3-4E75-841E-596CFB06E06C}">
      <dsp:nvSpPr>
        <dsp:cNvPr id="0" name=""/>
        <dsp:cNvSpPr/>
      </dsp:nvSpPr>
      <dsp:spPr>
        <a:xfrm>
          <a:off x="0" y="3847564"/>
          <a:ext cx="10515600" cy="12097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Encouraged by this, he set about overcoming the battery life problem: the small CCD sensors consumed so much energy that their batteries were often depleted within 10 minutes.</a:t>
          </a:r>
        </a:p>
      </dsp:txBody>
      <dsp:txXfrm>
        <a:off x="59057" y="3906621"/>
        <a:ext cx="10397486" cy="109166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C5869A-6E86-4985-8BF1-272ABA334293}">
      <dsp:nvSpPr>
        <dsp:cNvPr id="0" name=""/>
        <dsp:cNvSpPr/>
      </dsp:nvSpPr>
      <dsp:spPr>
        <a:xfrm>
          <a:off x="0" y="1805"/>
          <a:ext cx="10515600" cy="91531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171F8E-C03A-4EB4-856B-54315BE3A088}">
      <dsp:nvSpPr>
        <dsp:cNvPr id="0" name=""/>
        <dsp:cNvSpPr/>
      </dsp:nvSpPr>
      <dsp:spPr>
        <a:xfrm>
          <a:off x="276881" y="207750"/>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43CF98-465F-4A37-9F8D-3136A9541909}">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90000"/>
            </a:lnSpc>
            <a:spcBef>
              <a:spcPct val="0"/>
            </a:spcBef>
            <a:spcAft>
              <a:spcPct val="35000"/>
            </a:spcAft>
            <a:buNone/>
          </a:pPr>
          <a:r>
            <a:rPr lang="en-US" sz="1700" kern="1200"/>
            <a:t>Fortunately, advances in semiconductors promised to replace CCD imagers with a new generation of </a:t>
          </a:r>
          <a:r>
            <a:rPr lang="en-US" sz="1700" i="1" kern="1200"/>
            <a:t>complementary metal oxide semiconductors </a:t>
          </a:r>
          <a:r>
            <a:rPr lang="en-US" sz="1700" kern="1200"/>
            <a:t>(CMOS) that would consume a fraction of the power of CCD imagers.</a:t>
          </a:r>
        </a:p>
      </dsp:txBody>
      <dsp:txXfrm>
        <a:off x="1057183" y="1805"/>
        <a:ext cx="9458416" cy="915310"/>
      </dsp:txXfrm>
    </dsp:sp>
    <dsp:sp modelId="{9FB12BA4-31C0-4D1C-B1DE-D0CC72872CE5}">
      <dsp:nvSpPr>
        <dsp:cNvPr id="0" name=""/>
        <dsp:cNvSpPr/>
      </dsp:nvSpPr>
      <dsp:spPr>
        <a:xfrm>
          <a:off x="0" y="1145944"/>
          <a:ext cx="10515600" cy="91531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4EAE4B-D687-4A5B-B7BF-799A1B85B02E}">
      <dsp:nvSpPr>
        <dsp:cNvPr id="0" name=""/>
        <dsp:cNvSpPr/>
      </dsp:nvSpPr>
      <dsp:spPr>
        <a:xfrm>
          <a:off x="276881" y="1351889"/>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46D8E5-9CEA-4E75-87E0-9BD840535AA4}">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90000"/>
            </a:lnSpc>
            <a:spcBef>
              <a:spcPct val="0"/>
            </a:spcBef>
            <a:spcAft>
              <a:spcPct val="35000"/>
            </a:spcAft>
            <a:buNone/>
          </a:pPr>
          <a:r>
            <a:rPr lang="en-US" sz="1700" kern="1200"/>
            <a:t>Iddan began developing a prototype based on CMOS technology and applied for an initial patent on the device in 1994.</a:t>
          </a:r>
        </a:p>
      </dsp:txBody>
      <dsp:txXfrm>
        <a:off x="1057183" y="1145944"/>
        <a:ext cx="9458416" cy="915310"/>
      </dsp:txXfrm>
    </dsp:sp>
    <dsp:sp modelId="{D2433A6F-DA2D-4B73-80FD-D7CC71C9792D}">
      <dsp:nvSpPr>
        <dsp:cNvPr id="0" name=""/>
        <dsp:cNvSpPr/>
      </dsp:nvSpPr>
      <dsp:spPr>
        <a:xfrm>
          <a:off x="0" y="2290082"/>
          <a:ext cx="10515600" cy="91531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9DE71C-A028-47C9-A08C-CB607CEB47F3}">
      <dsp:nvSpPr>
        <dsp:cNvPr id="0" name=""/>
        <dsp:cNvSpPr/>
      </dsp:nvSpPr>
      <dsp:spPr>
        <a:xfrm>
          <a:off x="276881" y="2496027"/>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F99E53-A626-4868-833A-2B6019D48D5D}">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90000"/>
            </a:lnSpc>
            <a:spcBef>
              <a:spcPct val="0"/>
            </a:spcBef>
            <a:spcAft>
              <a:spcPct val="35000"/>
            </a:spcAft>
            <a:buNone/>
          </a:pPr>
          <a:r>
            <a:rPr lang="en-US" sz="1700" kern="1200"/>
            <a:t>In 1995, he presented his product idea to Gavriel Meron, the CEO of Applitec Ltd., a company that made small endoscopic cameras.</a:t>
          </a:r>
        </a:p>
      </dsp:txBody>
      <dsp:txXfrm>
        <a:off x="1057183" y="2290082"/>
        <a:ext cx="9458416" cy="915310"/>
      </dsp:txXfrm>
    </dsp:sp>
    <dsp:sp modelId="{BFF00F99-6536-4F54-BDCF-905BA7DE6BCE}">
      <dsp:nvSpPr>
        <dsp:cNvPr id="0" name=""/>
        <dsp:cNvSpPr/>
      </dsp:nvSpPr>
      <dsp:spPr>
        <a:xfrm>
          <a:off x="0" y="3434221"/>
          <a:ext cx="10515600" cy="91531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628A84-EC13-4637-A896-7D92DA7519FA}">
      <dsp:nvSpPr>
        <dsp:cNvPr id="0" name=""/>
        <dsp:cNvSpPr/>
      </dsp:nvSpPr>
      <dsp:spPr>
        <a:xfrm>
          <a:off x="276881" y="3640166"/>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867EC2-EB2E-490F-BC3E-05C0BA610F7C}">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90000"/>
            </a:lnSpc>
            <a:spcBef>
              <a:spcPct val="0"/>
            </a:spcBef>
            <a:spcAft>
              <a:spcPct val="35000"/>
            </a:spcAft>
            <a:buNone/>
          </a:pPr>
          <a:r>
            <a:rPr lang="en-US" sz="1700" kern="1200"/>
            <a:t>Meron thought the project was a fascinating idea, and founded Given Imaging (</a:t>
          </a:r>
          <a:r>
            <a:rPr lang="en-US" sz="1700" b="1" kern="1200"/>
            <a:t>GI </a:t>
          </a:r>
          <a:r>
            <a:rPr lang="en-US" sz="1700" kern="1200"/>
            <a:t>for gastrointestinal, </a:t>
          </a:r>
          <a:r>
            <a:rPr lang="en-US" sz="1700" b="1" kern="1200"/>
            <a:t>V </a:t>
          </a:r>
          <a:r>
            <a:rPr lang="en-US" sz="1700" kern="1200"/>
            <a:t>for video, and </a:t>
          </a:r>
          <a:r>
            <a:rPr lang="en-US" sz="1700" b="1" kern="1200"/>
            <a:t>EN </a:t>
          </a:r>
          <a:r>
            <a:rPr lang="en-US" sz="1700" kern="1200"/>
            <a:t>for endoscopy) to develop and market the technology.</a:t>
          </a:r>
        </a:p>
      </dsp:txBody>
      <dsp:txXfrm>
        <a:off x="1057183" y="3434221"/>
        <a:ext cx="9458416" cy="91531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46C0E3-2754-4FDF-985C-025BF2090B6B}">
      <dsp:nvSpPr>
        <dsp:cNvPr id="0" name=""/>
        <dsp:cNvSpPr/>
      </dsp:nvSpPr>
      <dsp:spPr>
        <a:xfrm>
          <a:off x="0" y="3560464"/>
          <a:ext cx="10927829" cy="1168624"/>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They scouted out miniature camera technology at “spy shops” in London that supplied small video cameras and transmitters to private detectives and other users.</a:t>
          </a:r>
        </a:p>
      </dsp:txBody>
      <dsp:txXfrm>
        <a:off x="0" y="3560464"/>
        <a:ext cx="10927829" cy="1168624"/>
      </dsp:txXfrm>
    </dsp:sp>
    <dsp:sp modelId="{F245BC84-A615-4D5F-B771-EB0C10C0AC51}">
      <dsp:nvSpPr>
        <dsp:cNvPr id="0" name=""/>
        <dsp:cNvSpPr/>
      </dsp:nvSpPr>
      <dsp:spPr>
        <a:xfrm rot="10800000">
          <a:off x="0" y="1780650"/>
          <a:ext cx="10927829" cy="1797343"/>
        </a:xfrm>
        <a:prstGeom prst="upArrowCallou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This team included a physician named C. Paul Swain, a bioengineer named Tim Mills, and a doctoral student named Feng Gong. Swain, Mills, and Gong were exploring applications of commercially available miniature video cameras and processors.</a:t>
          </a:r>
        </a:p>
      </dsp:txBody>
      <dsp:txXfrm rot="10800000">
        <a:off x="0" y="1780650"/>
        <a:ext cx="10927829" cy="1167860"/>
      </dsp:txXfrm>
    </dsp:sp>
    <dsp:sp modelId="{642D3712-9183-4B12-956E-A6B752217B65}">
      <dsp:nvSpPr>
        <dsp:cNvPr id="0" name=""/>
        <dsp:cNvSpPr/>
      </dsp:nvSpPr>
      <dsp:spPr>
        <a:xfrm rot="10800000">
          <a:off x="0" y="836"/>
          <a:ext cx="10927829" cy="1797343"/>
        </a:xfrm>
        <a:prstGeom prst="upArrowCallou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Unbeknownst to Iddan or Meron, another team of scientists in the United Kingdom was also working on a method for wireless endoscopy.</a:t>
          </a:r>
        </a:p>
      </dsp:txBody>
      <dsp:txXfrm rot="10800000">
        <a:off x="0" y="836"/>
        <a:ext cx="10927829" cy="116786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64E4D5-A003-4CC6-838D-9FB0D26EA834}">
      <dsp:nvSpPr>
        <dsp:cNvPr id="0" name=""/>
        <dsp:cNvSpPr/>
      </dsp:nvSpPr>
      <dsp:spPr>
        <a:xfrm>
          <a:off x="0" y="93433"/>
          <a:ext cx="10515600" cy="12097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By 1994 they were developing crude devices to see if they could transmit moving images from within the gut using microwave frequencies. By 1996 they had succeeded in their first live animal trial.</a:t>
          </a:r>
        </a:p>
      </dsp:txBody>
      <dsp:txXfrm>
        <a:off x="59057" y="152490"/>
        <a:ext cx="10397486" cy="1091666"/>
      </dsp:txXfrm>
    </dsp:sp>
    <dsp:sp modelId="{9CAC3CFE-54C1-4CA5-934C-9BAF40EAD535}">
      <dsp:nvSpPr>
        <dsp:cNvPr id="0" name=""/>
        <dsp:cNvSpPr/>
      </dsp:nvSpPr>
      <dsp:spPr>
        <a:xfrm>
          <a:off x="0" y="1366573"/>
          <a:ext cx="10515600" cy="12097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They surgically inserted their prototype device into a pig’s stomach, and demonstrated that they could see the pylorus valve of the stomach open and close.</a:t>
          </a:r>
        </a:p>
      </dsp:txBody>
      <dsp:txXfrm>
        <a:off x="59057" y="1425630"/>
        <a:ext cx="10397486" cy="1091666"/>
      </dsp:txXfrm>
    </dsp:sp>
    <dsp:sp modelId="{D593EF32-28C2-4F8A-A1D2-8A1859260863}">
      <dsp:nvSpPr>
        <dsp:cNvPr id="0" name=""/>
        <dsp:cNvSpPr/>
      </dsp:nvSpPr>
      <dsp:spPr>
        <a:xfrm>
          <a:off x="0" y="2639713"/>
          <a:ext cx="10515600" cy="12097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Their next hurdle was to develop a device that could be swallowed instead of surgically inserted.</a:t>
          </a:r>
        </a:p>
      </dsp:txBody>
      <dsp:txXfrm>
        <a:off x="59057" y="2698770"/>
        <a:ext cx="10397486" cy="1091666"/>
      </dsp:txXfrm>
    </dsp:sp>
    <dsp:sp modelId="{DA41ABD5-FDD4-4581-9EE0-4702D55D5C7E}">
      <dsp:nvSpPr>
        <dsp:cNvPr id="0" name=""/>
        <dsp:cNvSpPr/>
      </dsp:nvSpPr>
      <dsp:spPr>
        <a:xfrm>
          <a:off x="0" y="3912853"/>
          <a:ext cx="10515600" cy="12097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In the fall of 1997, Gavriel Meron met Dr. Swain at a conference in Birmingham, England, and they concluded that their progress would be much faster if they joined forces.</a:t>
          </a:r>
        </a:p>
      </dsp:txBody>
      <dsp:txXfrm>
        <a:off x="59057" y="3971910"/>
        <a:ext cx="10397486" cy="109166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2ABF72-9244-4FCE-B2AF-CBCB44D9D0D9}">
      <dsp:nvSpPr>
        <dsp:cNvPr id="0" name=""/>
        <dsp:cNvSpPr/>
      </dsp:nvSpPr>
      <dsp:spPr>
        <a:xfrm>
          <a:off x="0" y="3881553"/>
          <a:ext cx="10927829" cy="84918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a:t>Dr. Swain would be the patient, and Dr. Scapa (whose initial urgings had motivated Iddan to develop the wireless endoscope) would be the surgeon who would oversee the procedure.</a:t>
          </a:r>
        </a:p>
      </dsp:txBody>
      <dsp:txXfrm>
        <a:off x="0" y="3881553"/>
        <a:ext cx="10927829" cy="849188"/>
      </dsp:txXfrm>
    </dsp:sp>
    <dsp:sp modelId="{99A14F70-18B3-4D2A-8928-34510A2142CA}">
      <dsp:nvSpPr>
        <dsp:cNvPr id="0" name=""/>
        <dsp:cNvSpPr/>
      </dsp:nvSpPr>
      <dsp:spPr>
        <a:xfrm rot="10800000">
          <a:off x="0" y="2588238"/>
          <a:ext cx="10927829" cy="1306052"/>
        </a:xfrm>
        <a:prstGeom prst="upArrowCallou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a:t>In 1999, the team got permission from the ethics committee at the Royal London Hospital to conduct their first human trial.</a:t>
          </a:r>
        </a:p>
      </dsp:txBody>
      <dsp:txXfrm rot="10800000">
        <a:off x="0" y="2588238"/>
        <a:ext cx="10927829" cy="848633"/>
      </dsp:txXfrm>
    </dsp:sp>
    <dsp:sp modelId="{5F627982-0B3A-4C2D-9448-759C765B074F}">
      <dsp:nvSpPr>
        <dsp:cNvPr id="0" name=""/>
        <dsp:cNvSpPr/>
      </dsp:nvSpPr>
      <dsp:spPr>
        <a:xfrm rot="10800000">
          <a:off x="0" y="1294923"/>
          <a:ext cx="10927829" cy="1306052"/>
        </a:xfrm>
        <a:prstGeom prst="upArrowCallou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a:t>The teams thus had complementary knowledge that each knew would be crucial to producing a successful capsule endoscope.</a:t>
          </a:r>
        </a:p>
      </dsp:txBody>
      <dsp:txXfrm rot="10800000">
        <a:off x="0" y="1294923"/>
        <a:ext cx="10927829" cy="848633"/>
      </dsp:txXfrm>
    </dsp:sp>
    <dsp:sp modelId="{5C1C5C01-D73C-444D-A2B5-5F6D17DEB79B}">
      <dsp:nvSpPr>
        <dsp:cNvPr id="0" name=""/>
        <dsp:cNvSpPr/>
      </dsp:nvSpPr>
      <dsp:spPr>
        <a:xfrm rot="10800000">
          <a:off x="0" y="1608"/>
          <a:ext cx="10927829" cy="1306052"/>
        </a:xfrm>
        <a:prstGeom prst="upArrowCallou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t>Swain’s team had superior expertise in anatomy and the imaging needs of diagnosing small intestine disorders, while </a:t>
          </a:r>
          <a:r>
            <a:rPr lang="en-US" sz="1700" kern="1200" dirty="0" err="1"/>
            <a:t>Iddan’s</a:t>
          </a:r>
          <a:r>
            <a:rPr lang="en-US" sz="1700" kern="1200" dirty="0"/>
            <a:t> CMOS-based sensors enabled the production of a smaller device with lower power requirements.</a:t>
          </a:r>
        </a:p>
      </dsp:txBody>
      <dsp:txXfrm rot="10800000">
        <a:off x="0" y="1608"/>
        <a:ext cx="10927829" cy="84863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724197-87FE-4644-92EE-75B584D22AE9}">
      <dsp:nvSpPr>
        <dsp:cNvPr id="0" name=""/>
        <dsp:cNvSpPr/>
      </dsp:nvSpPr>
      <dsp:spPr>
        <a:xfrm>
          <a:off x="0" y="42298"/>
          <a:ext cx="11515240" cy="878377"/>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In October of 1999, in Scapa’s clinic, Dr. Swain swallowed the prototype capsule.</a:t>
          </a:r>
        </a:p>
      </dsp:txBody>
      <dsp:txXfrm>
        <a:off x="42879" y="85177"/>
        <a:ext cx="11429482" cy="792619"/>
      </dsp:txXfrm>
    </dsp:sp>
    <dsp:sp modelId="{2A4CD844-CBDF-4F2D-B959-BC7A15833F0D}">
      <dsp:nvSpPr>
        <dsp:cNvPr id="0" name=""/>
        <dsp:cNvSpPr/>
      </dsp:nvSpPr>
      <dsp:spPr>
        <a:xfrm>
          <a:off x="0" y="984036"/>
          <a:ext cx="11515240" cy="878377"/>
        </a:xfrm>
        <a:prstGeom prst="roundRect">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The first images were of poor quality because of the team’s inexperience at holding the receiving antenna in an optimal position.</a:t>
          </a:r>
        </a:p>
      </dsp:txBody>
      <dsp:txXfrm>
        <a:off x="42879" y="1026915"/>
        <a:ext cx="11429482" cy="792619"/>
      </dsp:txXfrm>
    </dsp:sp>
    <dsp:sp modelId="{5C064AC5-582C-4851-AAB6-97003C25AF94}">
      <dsp:nvSpPr>
        <dsp:cNvPr id="0" name=""/>
        <dsp:cNvSpPr/>
      </dsp:nvSpPr>
      <dsp:spPr>
        <a:xfrm>
          <a:off x="0" y="1925773"/>
          <a:ext cx="11515240" cy="878377"/>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 team was not sure how far the capsule had traveled, so they used a radiograph to find the position of the capsule.</a:t>
          </a:r>
        </a:p>
      </dsp:txBody>
      <dsp:txXfrm>
        <a:off x="42879" y="1968652"/>
        <a:ext cx="11429482" cy="792619"/>
      </dsp:txXfrm>
    </dsp:sp>
    <dsp:sp modelId="{E78F14E4-F1B6-43C0-9213-CFE375396D46}">
      <dsp:nvSpPr>
        <dsp:cNvPr id="0" name=""/>
        <dsp:cNvSpPr/>
      </dsp:nvSpPr>
      <dsp:spPr>
        <a:xfrm>
          <a:off x="0" y="2867511"/>
          <a:ext cx="11515240" cy="878377"/>
        </a:xfrm>
        <a:prstGeom prst="roundRect">
          <a:avLst/>
        </a:prstGeom>
        <a:solidFill>
          <a:schemeClr val="accent2">
            <a:hueOff val="4832710"/>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 radiograph revealed that the device had reached Swain’s colon, and thus had successfully traversed the entire length of the small intestine.</a:t>
          </a:r>
        </a:p>
      </dsp:txBody>
      <dsp:txXfrm>
        <a:off x="42879" y="2910390"/>
        <a:ext cx="11429482" cy="792619"/>
      </dsp:txXfrm>
    </dsp:sp>
    <dsp:sp modelId="{4F8D4D0E-99EA-4D32-9E48-D4C5764C71F9}">
      <dsp:nvSpPr>
        <dsp:cNvPr id="0" name=""/>
        <dsp:cNvSpPr/>
      </dsp:nvSpPr>
      <dsp:spPr>
        <a:xfrm>
          <a:off x="0" y="3809248"/>
          <a:ext cx="11515240" cy="878377"/>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 team was thrilled at this victory, and urged Swain to swallow another capsule, which he did the next morning.</a:t>
          </a:r>
        </a:p>
      </dsp:txBody>
      <dsp:txXfrm>
        <a:off x="42879" y="3852127"/>
        <a:ext cx="11429482" cy="79261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0E83EC-F31C-4D93-904F-303A81E05B5E}">
      <dsp:nvSpPr>
        <dsp:cNvPr id="0" name=""/>
        <dsp:cNvSpPr/>
      </dsp:nvSpPr>
      <dsp:spPr>
        <a:xfrm>
          <a:off x="0" y="3879563"/>
          <a:ext cx="10927829" cy="84875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a:t>Over the next few months the team conducted several animal and human trials, and by April of 2000 they had used the device to find a small intestinal bleeding source in three patients with “obscure recurrent gastrointestinal bleeding” (a difficult problem to diagnose and treat).</a:t>
          </a:r>
        </a:p>
      </dsp:txBody>
      <dsp:txXfrm>
        <a:off x="0" y="3879563"/>
        <a:ext cx="10927829" cy="848753"/>
      </dsp:txXfrm>
    </dsp:sp>
    <dsp:sp modelId="{9792A65C-E172-4E16-A5CC-0619A91C6BAA}">
      <dsp:nvSpPr>
        <dsp:cNvPr id="0" name=""/>
        <dsp:cNvSpPr/>
      </dsp:nvSpPr>
      <dsp:spPr>
        <a:xfrm rot="10800000">
          <a:off x="0" y="2586911"/>
          <a:ext cx="10927829" cy="1305383"/>
        </a:xfrm>
        <a:prstGeom prst="upArrowCallou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a:t>Though the first capsule had transmitted for only about 2 hours before its battery life was depleted, the second capsule transmitted for more than 6 hours, and the team knew they had obtained quality images of a substantial length of small intestine.</a:t>
          </a:r>
        </a:p>
      </dsp:txBody>
      <dsp:txXfrm rot="10800000">
        <a:off x="0" y="2586911"/>
        <a:ext cx="10927829" cy="848199"/>
      </dsp:txXfrm>
    </dsp:sp>
    <dsp:sp modelId="{5BFBB8CF-C12B-4F2F-991F-6D669BEB3294}">
      <dsp:nvSpPr>
        <dsp:cNvPr id="0" name=""/>
        <dsp:cNvSpPr/>
      </dsp:nvSpPr>
      <dsp:spPr>
        <a:xfrm rot="10800000">
          <a:off x="0" y="1294259"/>
          <a:ext cx="10927829" cy="1305383"/>
        </a:xfrm>
        <a:prstGeom prst="upArrowCallou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a:t>Swain remarked that he “enjoyed watching the lovely sea view” of his lower intestine.</a:t>
          </a:r>
        </a:p>
      </dsp:txBody>
      <dsp:txXfrm rot="10800000">
        <a:off x="0" y="1294259"/>
        <a:ext cx="10927829" cy="848199"/>
      </dsp:txXfrm>
    </dsp:sp>
    <dsp:sp modelId="{DD3A7428-57ED-4A37-BC92-68C57D75D0C0}">
      <dsp:nvSpPr>
        <dsp:cNvPr id="0" name=""/>
        <dsp:cNvSpPr/>
      </dsp:nvSpPr>
      <dsp:spPr>
        <a:xfrm rot="10800000">
          <a:off x="0" y="1608"/>
          <a:ext cx="10927829" cy="1305383"/>
        </a:xfrm>
        <a:prstGeom prst="upArrowCallou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a:t>Now that the team was more practiced at optimizing the receiving antennas, they achieved much better quality images.</a:t>
          </a:r>
        </a:p>
      </dsp:txBody>
      <dsp:txXfrm rot="10800000">
        <a:off x="0" y="1608"/>
        <a:ext cx="10927829" cy="84819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4F0CB8-4387-471B-B208-020E5B3F4FF1}">
      <dsp:nvSpPr>
        <dsp:cNvPr id="0" name=""/>
        <dsp:cNvSpPr/>
      </dsp:nvSpPr>
      <dsp:spPr>
        <a:xfrm>
          <a:off x="0" y="75998"/>
          <a:ext cx="10515600" cy="115478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An article on the device was published that year in </a:t>
          </a:r>
          <a:r>
            <a:rPr lang="en-US" sz="2100" i="1" kern="1200"/>
            <a:t>Nature </a:t>
          </a:r>
          <a:r>
            <a:rPr lang="en-US" sz="2100" kern="1200"/>
            <a:t>(a prestigious scientific journal), with a header reading “The discomfort of internal endoscopy may soon be a thing of the past.”</a:t>
          </a:r>
        </a:p>
      </dsp:txBody>
      <dsp:txXfrm>
        <a:off x="56372" y="132370"/>
        <a:ext cx="10402856" cy="1042045"/>
      </dsp:txXfrm>
    </dsp:sp>
    <dsp:sp modelId="{D07CAEF8-C454-40CE-B10A-9A9D85A64256}">
      <dsp:nvSpPr>
        <dsp:cNvPr id="0" name=""/>
        <dsp:cNvSpPr/>
      </dsp:nvSpPr>
      <dsp:spPr>
        <a:xfrm>
          <a:off x="0" y="1291268"/>
          <a:ext cx="10515600" cy="115478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By August of 2001 the device had received FDA clearance, and by October of 2001 Given Imaging had gone public, raising $60 million in its initial public offering.</a:t>
          </a:r>
        </a:p>
      </dsp:txBody>
      <dsp:txXfrm>
        <a:off x="56372" y="1347640"/>
        <a:ext cx="10402856" cy="1042045"/>
      </dsp:txXfrm>
    </dsp:sp>
    <dsp:sp modelId="{F0DF5816-BCC9-4920-A9D2-99903FA24D55}">
      <dsp:nvSpPr>
        <dsp:cNvPr id="0" name=""/>
        <dsp:cNvSpPr/>
      </dsp:nvSpPr>
      <dsp:spPr>
        <a:xfrm>
          <a:off x="0" y="2506538"/>
          <a:ext cx="10515600" cy="115478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Given Imaging marketed its device as a system that included a workstation, proprietary software, wearable video recording packs, and the swallowable capsules (called “PillCams”).</a:t>
          </a:r>
        </a:p>
      </dsp:txBody>
      <dsp:txXfrm>
        <a:off x="56372" y="2562910"/>
        <a:ext cx="10402856" cy="1042045"/>
      </dsp:txXfrm>
    </dsp:sp>
    <dsp:sp modelId="{F29742EA-BB4B-4AD5-A0E1-BCF9C1A3F2A8}">
      <dsp:nvSpPr>
        <dsp:cNvPr id="0" name=""/>
        <dsp:cNvSpPr/>
      </dsp:nvSpPr>
      <dsp:spPr>
        <a:xfrm>
          <a:off x="0" y="3721808"/>
          <a:ext cx="10515600" cy="115478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After swallowing the $450 PillCam, the patient goes about the day while the PillCam broadcasts images to a video recording pack the patient wears around the waist.</a:t>
          </a:r>
        </a:p>
      </dsp:txBody>
      <dsp:txXfrm>
        <a:off x="56372" y="3778180"/>
        <a:ext cx="10402856" cy="104204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FEC03B-281D-458E-A024-BF83BD3267E0}">
      <dsp:nvSpPr>
        <dsp:cNvPr id="0" name=""/>
        <dsp:cNvSpPr/>
      </dsp:nvSpPr>
      <dsp:spPr>
        <a:xfrm>
          <a:off x="0" y="559"/>
          <a:ext cx="10506456" cy="130966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C4B6FF-F04B-416F-B423-59D44337BA01}">
      <dsp:nvSpPr>
        <dsp:cNvPr id="0" name=""/>
        <dsp:cNvSpPr/>
      </dsp:nvSpPr>
      <dsp:spPr>
        <a:xfrm>
          <a:off x="396173" y="295234"/>
          <a:ext cx="720315" cy="7203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8C62295-18FE-43E1-9B45-5C9B9ECD102A}">
      <dsp:nvSpPr>
        <dsp:cNvPr id="0" name=""/>
        <dsp:cNvSpPr/>
      </dsp:nvSpPr>
      <dsp:spPr>
        <a:xfrm>
          <a:off x="1512662" y="559"/>
          <a:ext cx="8993793" cy="1309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606" tIns="138606" rIns="138606" bIns="138606" numCol="1" spcCol="1270" anchor="ctr" anchorCtr="0">
          <a:noAutofit/>
        </a:bodyPr>
        <a:lstStyle/>
        <a:p>
          <a:pPr marL="0" lvl="0" indent="0" algn="l" defTabSz="800100">
            <a:lnSpc>
              <a:spcPct val="90000"/>
            </a:lnSpc>
            <a:spcBef>
              <a:spcPct val="0"/>
            </a:spcBef>
            <a:spcAft>
              <a:spcPct val="35000"/>
            </a:spcAft>
            <a:buNone/>
          </a:pPr>
          <a:r>
            <a:rPr lang="en-US" sz="1800" kern="1200"/>
            <a:t>When the patient returns the pack to the physician, the physician uploads the images and can both view them directly and utilize Given’s computer software, which employs algorithms that examine the pixels in the images to identify possible locations of bleeding.</a:t>
          </a:r>
        </a:p>
      </dsp:txBody>
      <dsp:txXfrm>
        <a:off x="1512662" y="559"/>
        <a:ext cx="8993793" cy="1309664"/>
      </dsp:txXfrm>
    </dsp:sp>
    <dsp:sp modelId="{442FC718-4C58-46FD-9A6A-1EAACD63A14C}">
      <dsp:nvSpPr>
        <dsp:cNvPr id="0" name=""/>
        <dsp:cNvSpPr/>
      </dsp:nvSpPr>
      <dsp:spPr>
        <a:xfrm>
          <a:off x="0" y="1637640"/>
          <a:ext cx="10506456" cy="130966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93E0AA-E385-4782-AAA1-32FA332BF759}">
      <dsp:nvSpPr>
        <dsp:cNvPr id="0" name=""/>
        <dsp:cNvSpPr/>
      </dsp:nvSpPr>
      <dsp:spPr>
        <a:xfrm>
          <a:off x="396173" y="1932315"/>
          <a:ext cx="720315" cy="7203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A67370-8DF1-4EDC-AFF3-DB885CF93C51}">
      <dsp:nvSpPr>
        <dsp:cNvPr id="0" name=""/>
        <dsp:cNvSpPr/>
      </dsp:nvSpPr>
      <dsp:spPr>
        <a:xfrm>
          <a:off x="1512662" y="1637640"/>
          <a:ext cx="8993793" cy="1309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606" tIns="138606" rIns="138606" bIns="138606" numCol="1" spcCol="1270" anchor="ctr" anchorCtr="0">
          <a:noAutofit/>
        </a:bodyPr>
        <a:lstStyle/>
        <a:p>
          <a:pPr marL="0" lvl="0" indent="0" algn="l" defTabSz="800100">
            <a:lnSpc>
              <a:spcPct val="90000"/>
            </a:lnSpc>
            <a:spcBef>
              <a:spcPct val="0"/>
            </a:spcBef>
            <a:spcAft>
              <a:spcPct val="35000"/>
            </a:spcAft>
            <a:buNone/>
          </a:pPr>
          <a:r>
            <a:rPr lang="en-US" sz="1800" kern="1200"/>
            <a:t>The PillCam exits the patient naturally. By February of 2006, more than 300,000 patients had utilized the system worldwide, and many insurers provided coverage for the treatment.</a:t>
          </a:r>
        </a:p>
      </dsp:txBody>
      <dsp:txXfrm>
        <a:off x="1512662" y="1637640"/>
        <a:ext cx="8993793" cy="1309664"/>
      </dsp:txXfrm>
    </dsp:sp>
    <dsp:sp modelId="{7C6E9CA1-C9A2-449A-9BC6-0B6CA53EDF12}">
      <dsp:nvSpPr>
        <dsp:cNvPr id="0" name=""/>
        <dsp:cNvSpPr/>
      </dsp:nvSpPr>
      <dsp:spPr>
        <a:xfrm>
          <a:off x="0" y="3274721"/>
          <a:ext cx="10506456" cy="130966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67C7DB-93BE-4E87-8ADF-A61990CDEE99}">
      <dsp:nvSpPr>
        <dsp:cNvPr id="0" name=""/>
        <dsp:cNvSpPr/>
      </dsp:nvSpPr>
      <dsp:spPr>
        <a:xfrm>
          <a:off x="396173" y="3569396"/>
          <a:ext cx="720315" cy="7203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5DA05A6-AFCD-4250-8FF2-DFF9FFF40DD7}">
      <dsp:nvSpPr>
        <dsp:cNvPr id="0" name=""/>
        <dsp:cNvSpPr/>
      </dsp:nvSpPr>
      <dsp:spPr>
        <a:xfrm>
          <a:off x="1512662" y="3274721"/>
          <a:ext cx="8993793" cy="1309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606" tIns="138606" rIns="138606" bIns="138606" numCol="1" spcCol="1270" anchor="ctr" anchorCtr="0">
          <a:noAutofit/>
        </a:bodyPr>
        <a:lstStyle/>
        <a:p>
          <a:pPr marL="0" lvl="0" indent="0" algn="l" defTabSz="800100">
            <a:lnSpc>
              <a:spcPct val="90000"/>
            </a:lnSpc>
            <a:spcBef>
              <a:spcPct val="0"/>
            </a:spcBef>
            <a:spcAft>
              <a:spcPct val="35000"/>
            </a:spcAft>
            <a:buNone/>
          </a:pPr>
          <a:r>
            <a:rPr lang="en-US" sz="1800" kern="1200"/>
            <a:t>Until 2005, Given enjoyed the benefits of offering a medical technology with tremendous advantages over existing alternatives, and having no competitors.</a:t>
          </a:r>
        </a:p>
      </dsp:txBody>
      <dsp:txXfrm>
        <a:off x="1512662" y="3274721"/>
        <a:ext cx="8993793" cy="130966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CBB912-A547-4FEE-B34F-C7714466BFB4}">
      <dsp:nvSpPr>
        <dsp:cNvPr id="0" name=""/>
        <dsp:cNvSpPr/>
      </dsp:nvSpPr>
      <dsp:spPr>
        <a:xfrm>
          <a:off x="0" y="559"/>
          <a:ext cx="10506456" cy="130966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80E6A7-9CD2-43B1-A2A9-DE1452404155}">
      <dsp:nvSpPr>
        <dsp:cNvPr id="0" name=""/>
        <dsp:cNvSpPr/>
      </dsp:nvSpPr>
      <dsp:spPr>
        <a:xfrm>
          <a:off x="396173" y="295234"/>
          <a:ext cx="720315" cy="7203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37C223D-DB4F-4003-8E3B-B116CE4E2B5D}">
      <dsp:nvSpPr>
        <dsp:cNvPr id="0" name=""/>
        <dsp:cNvSpPr/>
      </dsp:nvSpPr>
      <dsp:spPr>
        <a:xfrm>
          <a:off x="1512662" y="559"/>
          <a:ext cx="8993793" cy="1309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606" tIns="138606" rIns="138606" bIns="138606" numCol="1" spcCol="1270" anchor="ctr" anchorCtr="0">
          <a:noAutofit/>
        </a:bodyPr>
        <a:lstStyle/>
        <a:p>
          <a:pPr marL="0" lvl="0" indent="0" algn="l" defTabSz="800100">
            <a:lnSpc>
              <a:spcPct val="90000"/>
            </a:lnSpc>
            <a:spcBef>
              <a:spcPct val="0"/>
            </a:spcBef>
            <a:spcAft>
              <a:spcPct val="35000"/>
            </a:spcAft>
            <a:buNone/>
          </a:pPr>
          <a:r>
            <a:rPr lang="en-US" sz="1800" kern="1200"/>
            <a:t>However, in 2005, Japanese optics giant Olympus introduced its own camera pill—the “Endocapsule”—into the European market, and received FDA approval to market the drug in the United States in 2007.</a:t>
          </a:r>
        </a:p>
      </dsp:txBody>
      <dsp:txXfrm>
        <a:off x="1512662" y="559"/>
        <a:ext cx="8993793" cy="1309664"/>
      </dsp:txXfrm>
    </dsp:sp>
    <dsp:sp modelId="{BEA9F090-C90F-4553-8A1B-DB65DE1492A7}">
      <dsp:nvSpPr>
        <dsp:cNvPr id="0" name=""/>
        <dsp:cNvSpPr/>
      </dsp:nvSpPr>
      <dsp:spPr>
        <a:xfrm>
          <a:off x="0" y="1637640"/>
          <a:ext cx="10506456" cy="130966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E32CD6-845B-4BB1-A1A4-0779D9FE3790}">
      <dsp:nvSpPr>
        <dsp:cNvPr id="0" name=""/>
        <dsp:cNvSpPr/>
      </dsp:nvSpPr>
      <dsp:spPr>
        <a:xfrm>
          <a:off x="396173" y="1932315"/>
          <a:ext cx="720315" cy="7203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4E5A39-8987-4AF5-B210-724FC6E94A7F}">
      <dsp:nvSpPr>
        <dsp:cNvPr id="0" name=""/>
        <dsp:cNvSpPr/>
      </dsp:nvSpPr>
      <dsp:spPr>
        <a:xfrm>
          <a:off x="1512662" y="1637640"/>
          <a:ext cx="8993793" cy="1309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606" tIns="138606" rIns="138606" bIns="138606" numCol="1" spcCol="1270" anchor="ctr" anchorCtr="0">
          <a:noAutofit/>
        </a:bodyPr>
        <a:lstStyle/>
        <a:p>
          <a:pPr marL="0" lvl="0" indent="0" algn="l" defTabSz="800100">
            <a:lnSpc>
              <a:spcPct val="90000"/>
            </a:lnSpc>
            <a:spcBef>
              <a:spcPct val="0"/>
            </a:spcBef>
            <a:spcAft>
              <a:spcPct val="35000"/>
            </a:spcAft>
            <a:buNone/>
          </a:pPr>
          <a:r>
            <a:rPr lang="en-US" sz="1800" kern="1200"/>
            <a:t>In 2008, Philips Research announced that it too had developed a camera pill called the iPill that incorporated a drug delivery system, permitting the pill to release medicine directly to multiple locations within the intestine.</a:t>
          </a:r>
        </a:p>
      </dsp:txBody>
      <dsp:txXfrm>
        <a:off x="1512662" y="1637640"/>
        <a:ext cx="8993793" cy="1309664"/>
      </dsp:txXfrm>
    </dsp:sp>
    <dsp:sp modelId="{2D30736B-0315-4CD8-81AF-2D600936E081}">
      <dsp:nvSpPr>
        <dsp:cNvPr id="0" name=""/>
        <dsp:cNvSpPr/>
      </dsp:nvSpPr>
      <dsp:spPr>
        <a:xfrm>
          <a:off x="0" y="3274721"/>
          <a:ext cx="10506456" cy="130966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E780E9-6902-4DD1-AD0C-5C8BDD43FD62}">
      <dsp:nvSpPr>
        <dsp:cNvPr id="0" name=""/>
        <dsp:cNvSpPr/>
      </dsp:nvSpPr>
      <dsp:spPr>
        <a:xfrm>
          <a:off x="396173" y="3569396"/>
          <a:ext cx="720315" cy="7203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48BFB4-15FD-4E06-BDAD-A31C4C36C094}">
      <dsp:nvSpPr>
        <dsp:cNvPr id="0" name=""/>
        <dsp:cNvSpPr/>
      </dsp:nvSpPr>
      <dsp:spPr>
        <a:xfrm>
          <a:off x="1512662" y="3274721"/>
          <a:ext cx="8993793" cy="1309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606" tIns="138606" rIns="138606" bIns="138606" numCol="1" spcCol="1270" anchor="ctr" anchorCtr="0">
          <a:noAutofit/>
        </a:bodyPr>
        <a:lstStyle/>
        <a:p>
          <a:pPr marL="0" lvl="0" indent="0" algn="l" defTabSz="800100">
            <a:lnSpc>
              <a:spcPct val="90000"/>
            </a:lnSpc>
            <a:spcBef>
              <a:spcPct val="0"/>
            </a:spcBef>
            <a:spcAft>
              <a:spcPct val="35000"/>
            </a:spcAft>
            <a:buNone/>
          </a:pPr>
          <a:r>
            <a:rPr lang="en-US" sz="1800" kern="1200"/>
            <a:t>Additionally, several teams of scientists around the world were working on developing capsule endoscopes that would incorporate robotic functions such as small legs and clamps that would enable the capsule to move, attach to the wall of the intestine, or remove a small amount of tissue for a biopsy.</a:t>
          </a:r>
        </a:p>
      </dsp:txBody>
      <dsp:txXfrm>
        <a:off x="1512662" y="3274721"/>
        <a:ext cx="8993793" cy="130966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E42F6F-519B-4758-AC7E-D88F5EC0793E}">
      <dsp:nvSpPr>
        <dsp:cNvPr id="0" name=""/>
        <dsp:cNvSpPr/>
      </dsp:nvSpPr>
      <dsp:spPr>
        <a:xfrm>
          <a:off x="0" y="369501"/>
          <a:ext cx="3286125" cy="197167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Given defended its position in the U.S. market by filing for a thicket of patents on the technology, and by trying to rapidly build its installed base of Given workstations in hospitals and clinics.</a:t>
          </a:r>
        </a:p>
      </dsp:txBody>
      <dsp:txXfrm>
        <a:off x="0" y="369501"/>
        <a:ext cx="3286125" cy="1971675"/>
      </dsp:txXfrm>
    </dsp:sp>
    <dsp:sp modelId="{581963FA-5DA0-4D06-90E0-2ED3FE15636E}">
      <dsp:nvSpPr>
        <dsp:cNvPr id="0" name=""/>
        <dsp:cNvSpPr/>
      </dsp:nvSpPr>
      <dsp:spPr>
        <a:xfrm>
          <a:off x="3614737" y="369501"/>
          <a:ext cx="3286125" cy="197167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The more Given workstations that were in use, and the more physicians trained in their use, the greater the switching costs would be for a hospital or clinic to adopt a competing technology.</a:t>
          </a:r>
        </a:p>
      </dsp:txBody>
      <dsp:txXfrm>
        <a:off x="3614737" y="369501"/>
        <a:ext cx="3286125" cy="1971675"/>
      </dsp:txXfrm>
    </dsp:sp>
    <dsp:sp modelId="{E5AFF23B-2C2E-484A-8BBC-8B0BA4445F65}">
      <dsp:nvSpPr>
        <dsp:cNvPr id="0" name=""/>
        <dsp:cNvSpPr/>
      </dsp:nvSpPr>
      <dsp:spPr>
        <a:xfrm>
          <a:off x="7229475" y="369501"/>
          <a:ext cx="3286125" cy="197167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It also began work on versions of the camera pill that would target the esophagus and the colon, respectively.</a:t>
          </a:r>
        </a:p>
      </dsp:txBody>
      <dsp:txXfrm>
        <a:off x="7229475" y="369501"/>
        <a:ext cx="3286125" cy="1971675"/>
      </dsp:txXfrm>
    </dsp:sp>
    <dsp:sp modelId="{5BA3AA1E-7D2F-48D7-BF1A-E507E9FFF75F}">
      <dsp:nvSpPr>
        <dsp:cNvPr id="0" name=""/>
        <dsp:cNvSpPr/>
      </dsp:nvSpPr>
      <dsp:spPr>
        <a:xfrm>
          <a:off x="1807368" y="2669788"/>
          <a:ext cx="3286125" cy="197167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By 2011, Given had introduced several generations of PillCam technology, and had grown to $178 million in annual sales.</a:t>
          </a:r>
        </a:p>
      </dsp:txBody>
      <dsp:txXfrm>
        <a:off x="1807368" y="2669788"/>
        <a:ext cx="3286125" cy="1971675"/>
      </dsp:txXfrm>
    </dsp:sp>
    <dsp:sp modelId="{943EADBC-72BE-404B-831B-18AC4965A157}">
      <dsp:nvSpPr>
        <dsp:cNvPr id="0" name=""/>
        <dsp:cNvSpPr/>
      </dsp:nvSpPr>
      <dsp:spPr>
        <a:xfrm>
          <a:off x="5422106" y="2669788"/>
          <a:ext cx="3286125" cy="197167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Its products were marketed and sold in over 60 countries, and though it still faced formidable competitors such as Olympus, Given Imaging remained the world leader in capsule endoscopy devices.</a:t>
          </a:r>
        </a:p>
      </dsp:txBody>
      <dsp:txXfrm>
        <a:off x="5422106" y="2669788"/>
        <a:ext cx="3286125" cy="1971675"/>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3ED2C6-1A7F-4BD8-9499-5C675CDD802E}">
      <dsp:nvSpPr>
        <dsp:cNvPr id="0" name=""/>
        <dsp:cNvSpPr/>
      </dsp:nvSpPr>
      <dsp:spPr>
        <a:xfrm>
          <a:off x="4802" y="685235"/>
          <a:ext cx="4199317" cy="3359453"/>
        </a:xfrm>
        <a:prstGeom prst="homePlate">
          <a:avLst>
            <a:gd name="adj" fmla="val 25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43" tIns="50800" rIns="592570" bIns="50800" numCol="1" spcCol="1270" anchor="t" anchorCtr="0">
          <a:noAutofit/>
        </a:bodyPr>
        <a:lstStyle/>
        <a:p>
          <a:pPr marL="0" lvl="0" indent="0" algn="l" defTabSz="889000">
            <a:lnSpc>
              <a:spcPct val="90000"/>
            </a:lnSpc>
            <a:spcBef>
              <a:spcPct val="0"/>
            </a:spcBef>
            <a:spcAft>
              <a:spcPct val="35000"/>
            </a:spcAft>
            <a:buNone/>
          </a:pPr>
          <a:r>
            <a:rPr lang="en-US" sz="2000" b="1" kern="1200"/>
            <a:t>Discussion Questions</a:t>
          </a:r>
          <a:endParaRPr lang="en-US" sz="2000" kern="1200"/>
        </a:p>
        <a:p>
          <a:pPr marL="171450" lvl="1" indent="-171450" algn="l" defTabSz="711200">
            <a:lnSpc>
              <a:spcPct val="90000"/>
            </a:lnSpc>
            <a:spcBef>
              <a:spcPct val="0"/>
            </a:spcBef>
            <a:spcAft>
              <a:spcPct val="15000"/>
            </a:spcAft>
            <a:buChar char="•"/>
          </a:pPr>
          <a:r>
            <a:rPr lang="en-US" sz="1600" kern="1200"/>
            <a:t>What factors do you think enabled Iddan, an engineer with no medical background, to pioneer the development of wireless endoscopy?</a:t>
          </a:r>
        </a:p>
      </dsp:txBody>
      <dsp:txXfrm>
        <a:off x="4802" y="685235"/>
        <a:ext cx="3779385" cy="3359453"/>
      </dsp:txXfrm>
    </dsp:sp>
    <dsp:sp modelId="{E8AA1EA0-FEB2-473F-A072-D6BFC453E774}">
      <dsp:nvSpPr>
        <dsp:cNvPr id="0" name=""/>
        <dsp:cNvSpPr/>
      </dsp:nvSpPr>
      <dsp:spPr>
        <a:xfrm>
          <a:off x="3364255" y="685235"/>
          <a:ext cx="4199317" cy="3359453"/>
        </a:xfrm>
        <a:prstGeom prst="chevron">
          <a:avLst>
            <a:gd name="adj" fmla="val 25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43" tIns="50800" rIns="148143" bIns="50800" numCol="1" spcCol="1270" anchor="ctr" anchorCtr="0">
          <a:noAutofit/>
        </a:bodyPr>
        <a:lstStyle/>
        <a:p>
          <a:pPr marL="0" lvl="0" indent="0" algn="ctr" defTabSz="889000">
            <a:lnSpc>
              <a:spcPct val="90000"/>
            </a:lnSpc>
            <a:spcBef>
              <a:spcPct val="0"/>
            </a:spcBef>
            <a:spcAft>
              <a:spcPct val="35000"/>
            </a:spcAft>
            <a:buNone/>
          </a:pPr>
          <a:r>
            <a:rPr lang="en-US" sz="2000" kern="1200" dirty="0" err="1"/>
            <a:t>Iddan's</a:t>
          </a:r>
          <a:r>
            <a:rPr lang="en-US" sz="2000" kern="1200" dirty="0"/>
            <a:t> engineering expertise, curiosity, and ability to apply imaging, optics, and wireless communication technologies to medicine enabled him to pioneer wireless endoscopy.</a:t>
          </a:r>
        </a:p>
      </dsp:txBody>
      <dsp:txXfrm>
        <a:off x="4204118" y="685235"/>
        <a:ext cx="2519591" cy="3359453"/>
      </dsp:txXfrm>
    </dsp:sp>
    <dsp:sp modelId="{22642BDE-06E2-4480-867D-AC51F1FA9B9D}">
      <dsp:nvSpPr>
        <dsp:cNvPr id="0" name=""/>
        <dsp:cNvSpPr/>
      </dsp:nvSpPr>
      <dsp:spPr>
        <a:xfrm>
          <a:off x="6723709" y="685235"/>
          <a:ext cx="4199317" cy="3359453"/>
        </a:xfrm>
        <a:prstGeom prst="chevron">
          <a:avLst>
            <a:gd name="adj" fmla="val 25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143" tIns="50800" rIns="148143" bIns="50800" numCol="1" spcCol="1270" anchor="ctr" anchorCtr="0">
          <a:noAutofit/>
        </a:bodyPr>
        <a:lstStyle/>
        <a:p>
          <a:pPr marL="0" lvl="0" indent="0" algn="ctr" defTabSz="889000">
            <a:lnSpc>
              <a:spcPct val="90000"/>
            </a:lnSpc>
            <a:spcBef>
              <a:spcPct val="0"/>
            </a:spcBef>
            <a:spcAft>
              <a:spcPct val="35000"/>
            </a:spcAft>
            <a:buNone/>
          </a:pPr>
          <a:r>
            <a:rPr lang="en-US" sz="2000" kern="1200"/>
            <a:t>His collaboration with medical professionals and willingness to solve real healthcare problems helped transform an innovative idea into a groundbreaking medical device.</a:t>
          </a:r>
        </a:p>
      </dsp:txBody>
      <dsp:txXfrm>
        <a:off x="7563572" y="685235"/>
        <a:ext cx="2519591" cy="335945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913A8F-5DB5-4947-8AC8-1BB290C502CF}" type="datetimeFigureOut">
              <a:rPr lang="en-US" smtClean="0"/>
              <a:t>04-Jul-26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658FAB-C904-45EE-994C-273212EF85E9}" type="slidenum">
              <a:rPr lang="en-US" smtClean="0"/>
              <a:t>‹#›</a:t>
            </a:fld>
            <a:endParaRPr lang="en-US"/>
          </a:p>
        </p:txBody>
      </p:sp>
    </p:spTree>
    <p:extLst>
      <p:ext uri="{BB962C8B-B14F-4D97-AF65-F5344CB8AC3E}">
        <p14:creationId xmlns:p14="http://schemas.microsoft.com/office/powerpoint/2010/main" val="1206866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BCF2E-1856-8696-1ACB-B73F50255A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BFE35F8-A552-B540-A479-E06E8FF0A6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94DB958-7FA5-A302-3FE6-85FCB9DECF63}"/>
              </a:ext>
            </a:extLst>
          </p:cNvPr>
          <p:cNvSpPr>
            <a:spLocks noGrp="1"/>
          </p:cNvSpPr>
          <p:nvPr>
            <p:ph type="dt" sz="half" idx="10"/>
          </p:nvPr>
        </p:nvSpPr>
        <p:spPr/>
        <p:txBody>
          <a:bodyPr/>
          <a:lstStyle/>
          <a:p>
            <a:fld id="{4EB8ECCC-6371-43E2-AA27-EDBE6A2A4A44}" type="datetime1">
              <a:rPr lang="en-US" smtClean="0"/>
              <a:t>04-Jul-26</a:t>
            </a:fld>
            <a:endParaRPr lang="en-US"/>
          </a:p>
        </p:txBody>
      </p:sp>
      <p:sp>
        <p:nvSpPr>
          <p:cNvPr id="5" name="Footer Placeholder 4">
            <a:extLst>
              <a:ext uri="{FF2B5EF4-FFF2-40B4-BE49-F238E27FC236}">
                <a16:creationId xmlns:a16="http://schemas.microsoft.com/office/drawing/2014/main" id="{AD31A72B-ADA2-5885-F48A-CB500E7C32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D272B6-FC39-05C9-16BB-CBE76992ABF5}"/>
              </a:ext>
            </a:extLst>
          </p:cNvPr>
          <p:cNvSpPr>
            <a:spLocks noGrp="1"/>
          </p:cNvSpPr>
          <p:nvPr>
            <p:ph type="sldNum" sz="quarter" idx="12"/>
          </p:nvPr>
        </p:nvSpPr>
        <p:spPr/>
        <p:txBody>
          <a:bodyPr/>
          <a:lstStyle/>
          <a:p>
            <a:fld id="{565C35AA-19CE-4E52-8D60-40876D44CD86}" type="slidenum">
              <a:rPr lang="en-US" smtClean="0"/>
              <a:t>‹#›</a:t>
            </a:fld>
            <a:endParaRPr lang="en-US"/>
          </a:p>
        </p:txBody>
      </p:sp>
    </p:spTree>
    <p:extLst>
      <p:ext uri="{BB962C8B-B14F-4D97-AF65-F5344CB8AC3E}">
        <p14:creationId xmlns:p14="http://schemas.microsoft.com/office/powerpoint/2010/main" val="2597993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9A0EB-F3EF-FB63-9CC6-202164A12A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D8E532-CDBB-D33E-2640-900033BCE1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22271B-4457-7444-9379-6808DD7F0D67}"/>
              </a:ext>
            </a:extLst>
          </p:cNvPr>
          <p:cNvSpPr>
            <a:spLocks noGrp="1"/>
          </p:cNvSpPr>
          <p:nvPr>
            <p:ph type="dt" sz="half" idx="10"/>
          </p:nvPr>
        </p:nvSpPr>
        <p:spPr/>
        <p:txBody>
          <a:bodyPr/>
          <a:lstStyle/>
          <a:p>
            <a:fld id="{83B39AB2-873F-4869-B242-11FEB4C56EED}" type="datetime1">
              <a:rPr lang="en-US" smtClean="0"/>
              <a:t>04-Jul-26</a:t>
            </a:fld>
            <a:endParaRPr lang="en-US"/>
          </a:p>
        </p:txBody>
      </p:sp>
      <p:sp>
        <p:nvSpPr>
          <p:cNvPr id="5" name="Footer Placeholder 4">
            <a:extLst>
              <a:ext uri="{FF2B5EF4-FFF2-40B4-BE49-F238E27FC236}">
                <a16:creationId xmlns:a16="http://schemas.microsoft.com/office/drawing/2014/main" id="{815F62A4-D899-7D82-9A4D-CD270BEA67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C8A4E8-B3C4-42FE-2F17-0FD71339237F}"/>
              </a:ext>
            </a:extLst>
          </p:cNvPr>
          <p:cNvSpPr>
            <a:spLocks noGrp="1"/>
          </p:cNvSpPr>
          <p:nvPr>
            <p:ph type="sldNum" sz="quarter" idx="12"/>
          </p:nvPr>
        </p:nvSpPr>
        <p:spPr/>
        <p:txBody>
          <a:bodyPr/>
          <a:lstStyle/>
          <a:p>
            <a:fld id="{565C35AA-19CE-4E52-8D60-40876D44CD86}" type="slidenum">
              <a:rPr lang="en-US" smtClean="0"/>
              <a:t>‹#›</a:t>
            </a:fld>
            <a:endParaRPr lang="en-US"/>
          </a:p>
        </p:txBody>
      </p:sp>
    </p:spTree>
    <p:extLst>
      <p:ext uri="{BB962C8B-B14F-4D97-AF65-F5344CB8AC3E}">
        <p14:creationId xmlns:p14="http://schemas.microsoft.com/office/powerpoint/2010/main" val="3675976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28395-767A-6E23-A889-DA62563221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948545-3A0F-60F5-5A1B-0C783B5528D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89C9A4-64D4-2B7F-59CE-E292FF89FDC1}"/>
              </a:ext>
            </a:extLst>
          </p:cNvPr>
          <p:cNvSpPr>
            <a:spLocks noGrp="1"/>
          </p:cNvSpPr>
          <p:nvPr>
            <p:ph type="dt" sz="half" idx="10"/>
          </p:nvPr>
        </p:nvSpPr>
        <p:spPr/>
        <p:txBody>
          <a:bodyPr/>
          <a:lstStyle/>
          <a:p>
            <a:fld id="{D6D05AA6-448A-4B4D-9957-85C374784086}" type="datetime1">
              <a:rPr lang="en-US" smtClean="0"/>
              <a:t>04-Jul-26</a:t>
            </a:fld>
            <a:endParaRPr lang="en-US"/>
          </a:p>
        </p:txBody>
      </p:sp>
      <p:sp>
        <p:nvSpPr>
          <p:cNvPr id="5" name="Footer Placeholder 4">
            <a:extLst>
              <a:ext uri="{FF2B5EF4-FFF2-40B4-BE49-F238E27FC236}">
                <a16:creationId xmlns:a16="http://schemas.microsoft.com/office/drawing/2014/main" id="{16BB4419-907D-F011-0ADF-20D1A6CDC1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AF73DF-0EC3-8A97-2576-03C752857881}"/>
              </a:ext>
            </a:extLst>
          </p:cNvPr>
          <p:cNvSpPr>
            <a:spLocks noGrp="1"/>
          </p:cNvSpPr>
          <p:nvPr>
            <p:ph type="sldNum" sz="quarter" idx="12"/>
          </p:nvPr>
        </p:nvSpPr>
        <p:spPr/>
        <p:txBody>
          <a:bodyPr/>
          <a:lstStyle/>
          <a:p>
            <a:fld id="{565C35AA-19CE-4E52-8D60-40876D44CD86}" type="slidenum">
              <a:rPr lang="en-US" smtClean="0"/>
              <a:t>‹#›</a:t>
            </a:fld>
            <a:endParaRPr lang="en-US"/>
          </a:p>
        </p:txBody>
      </p:sp>
    </p:spTree>
    <p:extLst>
      <p:ext uri="{BB962C8B-B14F-4D97-AF65-F5344CB8AC3E}">
        <p14:creationId xmlns:p14="http://schemas.microsoft.com/office/powerpoint/2010/main" val="22170429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150F5-0BDA-FDC2-083F-B7A419F5BC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2970EA-49A8-96CF-C761-C234CA2A6C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36A2D3-46D6-6758-14CB-3A861B88EF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911F40-8B14-45E4-0462-3C004494FCAD}"/>
              </a:ext>
            </a:extLst>
          </p:cNvPr>
          <p:cNvSpPr>
            <a:spLocks noGrp="1"/>
          </p:cNvSpPr>
          <p:nvPr>
            <p:ph type="dt" sz="half" idx="10"/>
          </p:nvPr>
        </p:nvSpPr>
        <p:spPr/>
        <p:txBody>
          <a:bodyPr/>
          <a:lstStyle/>
          <a:p>
            <a:fld id="{2414C8CB-EC9A-4CEA-AD15-BDD5E97E021A}" type="datetime1">
              <a:rPr lang="en-US" smtClean="0"/>
              <a:t>04-Jul-26</a:t>
            </a:fld>
            <a:endParaRPr lang="en-US"/>
          </a:p>
        </p:txBody>
      </p:sp>
      <p:sp>
        <p:nvSpPr>
          <p:cNvPr id="6" name="Footer Placeholder 5">
            <a:extLst>
              <a:ext uri="{FF2B5EF4-FFF2-40B4-BE49-F238E27FC236}">
                <a16:creationId xmlns:a16="http://schemas.microsoft.com/office/drawing/2014/main" id="{07EDB540-2338-3888-B62A-9A6A2641AE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8E10D0-879A-6E4B-C6E3-19EE51568BE7}"/>
              </a:ext>
            </a:extLst>
          </p:cNvPr>
          <p:cNvSpPr>
            <a:spLocks noGrp="1"/>
          </p:cNvSpPr>
          <p:nvPr>
            <p:ph type="sldNum" sz="quarter" idx="12"/>
          </p:nvPr>
        </p:nvSpPr>
        <p:spPr/>
        <p:txBody>
          <a:bodyPr/>
          <a:lstStyle/>
          <a:p>
            <a:fld id="{565C35AA-19CE-4E52-8D60-40876D44CD86}" type="slidenum">
              <a:rPr lang="en-US" smtClean="0"/>
              <a:t>‹#›</a:t>
            </a:fld>
            <a:endParaRPr lang="en-US"/>
          </a:p>
        </p:txBody>
      </p:sp>
    </p:spTree>
    <p:extLst>
      <p:ext uri="{BB962C8B-B14F-4D97-AF65-F5344CB8AC3E}">
        <p14:creationId xmlns:p14="http://schemas.microsoft.com/office/powerpoint/2010/main" val="3533543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B2108-5BB3-5869-E8A3-87C7E24AE0A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26C712-AD48-E173-889B-EDF78AFCC5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4A66E2-05A4-C6CC-7614-B23FA3C48A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5DD1DE-3E7E-858E-23C3-39179CD6EB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DC2012-5604-6C53-1F9B-22BE742512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2ED552-3D0F-21B5-4D53-9031BCB8D439}"/>
              </a:ext>
            </a:extLst>
          </p:cNvPr>
          <p:cNvSpPr>
            <a:spLocks noGrp="1"/>
          </p:cNvSpPr>
          <p:nvPr>
            <p:ph type="dt" sz="half" idx="10"/>
          </p:nvPr>
        </p:nvSpPr>
        <p:spPr/>
        <p:txBody>
          <a:bodyPr/>
          <a:lstStyle/>
          <a:p>
            <a:fld id="{09F385C2-DDE9-4F0F-8B5D-866B8882C2B2}" type="datetime1">
              <a:rPr lang="en-US" smtClean="0"/>
              <a:t>04-Jul-26</a:t>
            </a:fld>
            <a:endParaRPr lang="en-US"/>
          </a:p>
        </p:txBody>
      </p:sp>
      <p:sp>
        <p:nvSpPr>
          <p:cNvPr id="8" name="Footer Placeholder 7">
            <a:extLst>
              <a:ext uri="{FF2B5EF4-FFF2-40B4-BE49-F238E27FC236}">
                <a16:creationId xmlns:a16="http://schemas.microsoft.com/office/drawing/2014/main" id="{743FC8E2-922E-AB34-7E5B-ADF023D6BE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BE5780E-B2AF-70B9-9B97-5156E2CB1520}"/>
              </a:ext>
            </a:extLst>
          </p:cNvPr>
          <p:cNvSpPr>
            <a:spLocks noGrp="1"/>
          </p:cNvSpPr>
          <p:nvPr>
            <p:ph type="sldNum" sz="quarter" idx="12"/>
          </p:nvPr>
        </p:nvSpPr>
        <p:spPr/>
        <p:txBody>
          <a:bodyPr/>
          <a:lstStyle/>
          <a:p>
            <a:fld id="{565C35AA-19CE-4E52-8D60-40876D44CD86}" type="slidenum">
              <a:rPr lang="en-US" smtClean="0"/>
              <a:t>‹#›</a:t>
            </a:fld>
            <a:endParaRPr lang="en-US"/>
          </a:p>
        </p:txBody>
      </p:sp>
    </p:spTree>
    <p:extLst>
      <p:ext uri="{BB962C8B-B14F-4D97-AF65-F5344CB8AC3E}">
        <p14:creationId xmlns:p14="http://schemas.microsoft.com/office/powerpoint/2010/main" val="723737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36923-6B43-B618-7C5A-1B25583C2D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07FB4E-8A0D-3EA0-5684-4D917D8257ED}"/>
              </a:ext>
            </a:extLst>
          </p:cNvPr>
          <p:cNvSpPr>
            <a:spLocks noGrp="1"/>
          </p:cNvSpPr>
          <p:nvPr>
            <p:ph type="dt" sz="half" idx="10"/>
          </p:nvPr>
        </p:nvSpPr>
        <p:spPr/>
        <p:txBody>
          <a:bodyPr/>
          <a:lstStyle/>
          <a:p>
            <a:fld id="{03CE5451-91E3-4E5B-B028-0F298BF3F1E9}" type="datetime1">
              <a:rPr lang="en-US" smtClean="0"/>
              <a:t>04-Jul-26</a:t>
            </a:fld>
            <a:endParaRPr lang="en-US"/>
          </a:p>
        </p:txBody>
      </p:sp>
      <p:sp>
        <p:nvSpPr>
          <p:cNvPr id="4" name="Footer Placeholder 3">
            <a:extLst>
              <a:ext uri="{FF2B5EF4-FFF2-40B4-BE49-F238E27FC236}">
                <a16:creationId xmlns:a16="http://schemas.microsoft.com/office/drawing/2014/main" id="{4B3D5C9E-1D3B-A74B-C9A8-53A4E8817E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B4834C2-83F4-DEE3-8CDD-A08CEEDECF88}"/>
              </a:ext>
            </a:extLst>
          </p:cNvPr>
          <p:cNvSpPr>
            <a:spLocks noGrp="1"/>
          </p:cNvSpPr>
          <p:nvPr>
            <p:ph type="sldNum" sz="quarter" idx="12"/>
          </p:nvPr>
        </p:nvSpPr>
        <p:spPr/>
        <p:txBody>
          <a:bodyPr/>
          <a:lstStyle/>
          <a:p>
            <a:fld id="{565C35AA-19CE-4E52-8D60-40876D44CD86}" type="slidenum">
              <a:rPr lang="en-US" smtClean="0"/>
              <a:t>‹#›</a:t>
            </a:fld>
            <a:endParaRPr lang="en-US"/>
          </a:p>
        </p:txBody>
      </p:sp>
    </p:spTree>
    <p:extLst>
      <p:ext uri="{BB962C8B-B14F-4D97-AF65-F5344CB8AC3E}">
        <p14:creationId xmlns:p14="http://schemas.microsoft.com/office/powerpoint/2010/main" val="2085596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66E527-5891-BD00-758A-AED3BB5F5F4B}"/>
              </a:ext>
            </a:extLst>
          </p:cNvPr>
          <p:cNvSpPr>
            <a:spLocks noGrp="1"/>
          </p:cNvSpPr>
          <p:nvPr>
            <p:ph type="dt" sz="half" idx="10"/>
          </p:nvPr>
        </p:nvSpPr>
        <p:spPr/>
        <p:txBody>
          <a:bodyPr/>
          <a:lstStyle/>
          <a:p>
            <a:fld id="{C397E8AB-130D-441E-8E83-938B1EF42E0A}" type="datetime1">
              <a:rPr lang="en-US" smtClean="0"/>
              <a:t>04-Jul-26</a:t>
            </a:fld>
            <a:endParaRPr lang="en-US"/>
          </a:p>
        </p:txBody>
      </p:sp>
      <p:sp>
        <p:nvSpPr>
          <p:cNvPr id="3" name="Footer Placeholder 2">
            <a:extLst>
              <a:ext uri="{FF2B5EF4-FFF2-40B4-BE49-F238E27FC236}">
                <a16:creationId xmlns:a16="http://schemas.microsoft.com/office/drawing/2014/main" id="{BCF8B1A1-F616-A714-9655-1901EC3FC70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8722F3-0EC4-CEF3-2922-33D46FD458A1}"/>
              </a:ext>
            </a:extLst>
          </p:cNvPr>
          <p:cNvSpPr>
            <a:spLocks noGrp="1"/>
          </p:cNvSpPr>
          <p:nvPr>
            <p:ph type="sldNum" sz="quarter" idx="12"/>
          </p:nvPr>
        </p:nvSpPr>
        <p:spPr/>
        <p:txBody>
          <a:bodyPr/>
          <a:lstStyle/>
          <a:p>
            <a:fld id="{565C35AA-19CE-4E52-8D60-40876D44CD86}" type="slidenum">
              <a:rPr lang="en-US" smtClean="0"/>
              <a:t>‹#›</a:t>
            </a:fld>
            <a:endParaRPr lang="en-US"/>
          </a:p>
        </p:txBody>
      </p:sp>
    </p:spTree>
    <p:extLst>
      <p:ext uri="{BB962C8B-B14F-4D97-AF65-F5344CB8AC3E}">
        <p14:creationId xmlns:p14="http://schemas.microsoft.com/office/powerpoint/2010/main" val="3763973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9AB76-F58E-3316-56F6-E3750E3F28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959F1C-FCEE-CECA-A3BA-97E9B49A3A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010071-5D69-587C-4385-AD0F926A1B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FBDE27-0F1E-714F-57D7-55742094523E}"/>
              </a:ext>
            </a:extLst>
          </p:cNvPr>
          <p:cNvSpPr>
            <a:spLocks noGrp="1"/>
          </p:cNvSpPr>
          <p:nvPr>
            <p:ph type="dt" sz="half" idx="10"/>
          </p:nvPr>
        </p:nvSpPr>
        <p:spPr/>
        <p:txBody>
          <a:bodyPr/>
          <a:lstStyle/>
          <a:p>
            <a:fld id="{F5D06727-B864-401F-9CEB-DA7A66643FCD}" type="datetime1">
              <a:rPr lang="en-US" smtClean="0"/>
              <a:t>04-Jul-26</a:t>
            </a:fld>
            <a:endParaRPr lang="en-US"/>
          </a:p>
        </p:txBody>
      </p:sp>
      <p:sp>
        <p:nvSpPr>
          <p:cNvPr id="6" name="Footer Placeholder 5">
            <a:extLst>
              <a:ext uri="{FF2B5EF4-FFF2-40B4-BE49-F238E27FC236}">
                <a16:creationId xmlns:a16="http://schemas.microsoft.com/office/drawing/2014/main" id="{C50A6583-D01C-688A-D101-5D329F1DBB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A52F-DA41-935B-D9A3-4E3920061EB1}"/>
              </a:ext>
            </a:extLst>
          </p:cNvPr>
          <p:cNvSpPr>
            <a:spLocks noGrp="1"/>
          </p:cNvSpPr>
          <p:nvPr>
            <p:ph type="sldNum" sz="quarter" idx="12"/>
          </p:nvPr>
        </p:nvSpPr>
        <p:spPr/>
        <p:txBody>
          <a:bodyPr/>
          <a:lstStyle/>
          <a:p>
            <a:fld id="{565C35AA-19CE-4E52-8D60-40876D44CD86}" type="slidenum">
              <a:rPr lang="en-US" smtClean="0"/>
              <a:t>‹#›</a:t>
            </a:fld>
            <a:endParaRPr lang="en-US"/>
          </a:p>
        </p:txBody>
      </p:sp>
    </p:spTree>
    <p:extLst>
      <p:ext uri="{BB962C8B-B14F-4D97-AF65-F5344CB8AC3E}">
        <p14:creationId xmlns:p14="http://schemas.microsoft.com/office/powerpoint/2010/main" val="1274372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F65DD-96FB-C81D-95E8-D4FDF8850B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617CB34-BE62-EB64-5E5A-F55BA26022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7981C07-5FF2-DC6A-5B0F-98C9A15EDB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28E056-5B71-4588-7220-E7B23B33335B}"/>
              </a:ext>
            </a:extLst>
          </p:cNvPr>
          <p:cNvSpPr>
            <a:spLocks noGrp="1"/>
          </p:cNvSpPr>
          <p:nvPr>
            <p:ph type="dt" sz="half" idx="10"/>
          </p:nvPr>
        </p:nvSpPr>
        <p:spPr/>
        <p:txBody>
          <a:bodyPr/>
          <a:lstStyle/>
          <a:p>
            <a:fld id="{06AD83BC-161E-45C0-910F-CC8913C05EA3}" type="datetime1">
              <a:rPr lang="en-US" smtClean="0"/>
              <a:t>04-Jul-26</a:t>
            </a:fld>
            <a:endParaRPr lang="en-US"/>
          </a:p>
        </p:txBody>
      </p:sp>
      <p:sp>
        <p:nvSpPr>
          <p:cNvPr id="6" name="Footer Placeholder 5">
            <a:extLst>
              <a:ext uri="{FF2B5EF4-FFF2-40B4-BE49-F238E27FC236}">
                <a16:creationId xmlns:a16="http://schemas.microsoft.com/office/drawing/2014/main" id="{B0DEE90D-97AE-2069-1C0C-167AF71DB2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10600E-F90F-DFEC-B1BF-9E83C6191D09}"/>
              </a:ext>
            </a:extLst>
          </p:cNvPr>
          <p:cNvSpPr>
            <a:spLocks noGrp="1"/>
          </p:cNvSpPr>
          <p:nvPr>
            <p:ph type="sldNum" sz="quarter" idx="12"/>
          </p:nvPr>
        </p:nvSpPr>
        <p:spPr/>
        <p:txBody>
          <a:bodyPr/>
          <a:lstStyle/>
          <a:p>
            <a:fld id="{565C35AA-19CE-4E52-8D60-40876D44CD86}" type="slidenum">
              <a:rPr lang="en-US" smtClean="0"/>
              <a:t>‹#›</a:t>
            </a:fld>
            <a:endParaRPr lang="en-US"/>
          </a:p>
        </p:txBody>
      </p:sp>
    </p:spTree>
    <p:extLst>
      <p:ext uri="{BB962C8B-B14F-4D97-AF65-F5344CB8AC3E}">
        <p14:creationId xmlns:p14="http://schemas.microsoft.com/office/powerpoint/2010/main" val="2303098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7C954-3B53-110A-A151-8ADDE14501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85628DF-42C6-86B6-90E7-F52EBBD1A8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498867-FB88-1723-AF5A-87475AAE67DC}"/>
              </a:ext>
            </a:extLst>
          </p:cNvPr>
          <p:cNvSpPr>
            <a:spLocks noGrp="1"/>
          </p:cNvSpPr>
          <p:nvPr>
            <p:ph type="dt" sz="half" idx="10"/>
          </p:nvPr>
        </p:nvSpPr>
        <p:spPr/>
        <p:txBody>
          <a:bodyPr/>
          <a:lstStyle/>
          <a:p>
            <a:fld id="{527447B6-878D-4499-B0F3-428D8A1907B4}" type="datetime1">
              <a:rPr lang="en-US" smtClean="0"/>
              <a:t>04-Jul-26</a:t>
            </a:fld>
            <a:endParaRPr lang="en-US"/>
          </a:p>
        </p:txBody>
      </p:sp>
      <p:sp>
        <p:nvSpPr>
          <p:cNvPr id="5" name="Footer Placeholder 4">
            <a:extLst>
              <a:ext uri="{FF2B5EF4-FFF2-40B4-BE49-F238E27FC236}">
                <a16:creationId xmlns:a16="http://schemas.microsoft.com/office/drawing/2014/main" id="{7FDE85F2-75D4-7DF8-77FB-6358A5F0D0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759A77-2DB1-29E7-A36E-F8A3B9024F5E}"/>
              </a:ext>
            </a:extLst>
          </p:cNvPr>
          <p:cNvSpPr>
            <a:spLocks noGrp="1"/>
          </p:cNvSpPr>
          <p:nvPr>
            <p:ph type="sldNum" sz="quarter" idx="12"/>
          </p:nvPr>
        </p:nvSpPr>
        <p:spPr/>
        <p:txBody>
          <a:bodyPr/>
          <a:lstStyle/>
          <a:p>
            <a:fld id="{565C35AA-19CE-4E52-8D60-40876D44CD86}" type="slidenum">
              <a:rPr lang="en-US" smtClean="0"/>
              <a:t>‹#›</a:t>
            </a:fld>
            <a:endParaRPr lang="en-US"/>
          </a:p>
        </p:txBody>
      </p:sp>
    </p:spTree>
    <p:extLst>
      <p:ext uri="{BB962C8B-B14F-4D97-AF65-F5344CB8AC3E}">
        <p14:creationId xmlns:p14="http://schemas.microsoft.com/office/powerpoint/2010/main" val="1897345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26B93E-6562-361D-1FAB-B49FB2C5FCF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4CA37C-7DAE-4EDE-07BF-D89C2DEBB4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2A9470-C675-6BC0-6585-7D6883A63C95}"/>
              </a:ext>
            </a:extLst>
          </p:cNvPr>
          <p:cNvSpPr>
            <a:spLocks noGrp="1"/>
          </p:cNvSpPr>
          <p:nvPr>
            <p:ph type="dt" sz="half" idx="10"/>
          </p:nvPr>
        </p:nvSpPr>
        <p:spPr/>
        <p:txBody>
          <a:bodyPr/>
          <a:lstStyle/>
          <a:p>
            <a:fld id="{CCAA4815-1589-4F4C-BD64-8786334585CB}" type="datetime1">
              <a:rPr lang="en-US" smtClean="0"/>
              <a:t>04-Jul-26</a:t>
            </a:fld>
            <a:endParaRPr lang="en-US"/>
          </a:p>
        </p:txBody>
      </p:sp>
      <p:sp>
        <p:nvSpPr>
          <p:cNvPr id="5" name="Footer Placeholder 4">
            <a:extLst>
              <a:ext uri="{FF2B5EF4-FFF2-40B4-BE49-F238E27FC236}">
                <a16:creationId xmlns:a16="http://schemas.microsoft.com/office/drawing/2014/main" id="{6176F50F-A555-D910-46DC-E4BA4F0AA4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9840C7-0E67-7F40-E51C-AD082073937E}"/>
              </a:ext>
            </a:extLst>
          </p:cNvPr>
          <p:cNvSpPr>
            <a:spLocks noGrp="1"/>
          </p:cNvSpPr>
          <p:nvPr>
            <p:ph type="sldNum" sz="quarter" idx="12"/>
          </p:nvPr>
        </p:nvSpPr>
        <p:spPr/>
        <p:txBody>
          <a:bodyPr/>
          <a:lstStyle/>
          <a:p>
            <a:fld id="{565C35AA-19CE-4E52-8D60-40876D44CD86}" type="slidenum">
              <a:rPr lang="en-US" smtClean="0"/>
              <a:t>‹#›</a:t>
            </a:fld>
            <a:endParaRPr lang="en-US"/>
          </a:p>
        </p:txBody>
      </p:sp>
    </p:spTree>
    <p:extLst>
      <p:ext uri="{BB962C8B-B14F-4D97-AF65-F5344CB8AC3E}">
        <p14:creationId xmlns:p14="http://schemas.microsoft.com/office/powerpoint/2010/main" val="2173509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3AF704-79EB-DCF8-F6EB-FAEB775ED8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9FA243D-3301-5F74-48A5-2713C3D646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4B1B76-8C63-9D4B-DA73-D0A9DD1270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38CE599-BA36-407A-9AE9-8F76C21FAC36}" type="datetime1">
              <a:rPr lang="en-US" smtClean="0"/>
              <a:t>04-Jul-26</a:t>
            </a:fld>
            <a:endParaRPr lang="en-US"/>
          </a:p>
        </p:txBody>
      </p:sp>
      <p:sp>
        <p:nvSpPr>
          <p:cNvPr id="5" name="Footer Placeholder 4">
            <a:extLst>
              <a:ext uri="{FF2B5EF4-FFF2-40B4-BE49-F238E27FC236}">
                <a16:creationId xmlns:a16="http://schemas.microsoft.com/office/drawing/2014/main" id="{42C0034D-1DF0-B1E4-D4FE-23352E5468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564BA10-37EC-D4D1-504A-FE6BB4187C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5C35AA-19CE-4E52-8D60-40876D44CD86}" type="slidenum">
              <a:rPr lang="en-US" smtClean="0"/>
              <a:t>‹#›</a:t>
            </a:fld>
            <a:endParaRPr lang="en-US"/>
          </a:p>
        </p:txBody>
      </p:sp>
    </p:spTree>
    <p:extLst>
      <p:ext uri="{BB962C8B-B14F-4D97-AF65-F5344CB8AC3E}">
        <p14:creationId xmlns:p14="http://schemas.microsoft.com/office/powerpoint/2010/main" val="12981531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image" Target="../media/image20.jpeg"/><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67CD0C8A-5461-6084-CD8B-006FA4EAAD79}"/>
              </a:ext>
            </a:extLst>
          </p:cNvPr>
          <p:cNvPicPr>
            <a:picLocks noChangeAspect="1"/>
          </p:cNvPicPr>
          <p:nvPr/>
        </p:nvPicPr>
        <p:blipFill>
          <a:blip r:embed="rId2"/>
          <a:srcRect t="19"/>
          <a:stretch>
            <a:fillRect/>
          </a:stretch>
        </p:blipFill>
        <p:spPr>
          <a:xfrm>
            <a:off x="20" y="1282"/>
            <a:ext cx="12191980" cy="6856718"/>
          </a:xfrm>
          <a:prstGeom prst="rect">
            <a:avLst/>
          </a:prstGeom>
        </p:spPr>
      </p:pic>
      <p:sp>
        <p:nvSpPr>
          <p:cNvPr id="6" name="Slide Number Placeholder 5">
            <a:extLst>
              <a:ext uri="{FF2B5EF4-FFF2-40B4-BE49-F238E27FC236}">
                <a16:creationId xmlns:a16="http://schemas.microsoft.com/office/drawing/2014/main" id="{E239227E-F73C-2F30-F366-3106A8E420A4}"/>
              </a:ext>
            </a:extLst>
          </p:cNvPr>
          <p:cNvSpPr>
            <a:spLocks noGrp="1"/>
          </p:cNvSpPr>
          <p:nvPr>
            <p:ph type="sldNum" sz="quarter" idx="12"/>
          </p:nvPr>
        </p:nvSpPr>
        <p:spPr/>
        <p:txBody>
          <a:bodyPr/>
          <a:lstStyle/>
          <a:p>
            <a:fld id="{565C35AA-19CE-4E52-8D60-40876D44CD86}" type="slidenum">
              <a:rPr lang="en-US" smtClean="0"/>
              <a:t>1</a:t>
            </a:fld>
            <a:endParaRPr lang="en-US"/>
          </a:p>
        </p:txBody>
      </p:sp>
    </p:spTree>
    <p:extLst>
      <p:ext uri="{BB962C8B-B14F-4D97-AF65-F5344CB8AC3E}">
        <p14:creationId xmlns:p14="http://schemas.microsoft.com/office/powerpoint/2010/main" val="609884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Slide Number Placeholder 3">
            <a:extLst>
              <a:ext uri="{FF2B5EF4-FFF2-40B4-BE49-F238E27FC236}">
                <a16:creationId xmlns:a16="http://schemas.microsoft.com/office/drawing/2014/main" id="{FDA921E2-0DA3-B413-1635-CB3ABFF50BF9}"/>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65C35AA-19CE-4E52-8D60-40876D44CD86}" type="slidenum">
              <a:rPr lang="en-US">
                <a:solidFill>
                  <a:srgbClr val="FFFFFF"/>
                </a:solidFill>
              </a:rPr>
              <a:pPr>
                <a:spcAft>
                  <a:spcPts val="600"/>
                </a:spcAft>
              </a:pPr>
              <a:t>2</a:t>
            </a:fld>
            <a:endParaRPr lang="en-US">
              <a:solidFill>
                <a:srgbClr val="FFFFFF"/>
              </a:solidFill>
            </a:endParaRPr>
          </a:p>
        </p:txBody>
      </p:sp>
      <p:pic>
        <p:nvPicPr>
          <p:cNvPr id="8" name="Picture 7">
            <a:extLst>
              <a:ext uri="{FF2B5EF4-FFF2-40B4-BE49-F238E27FC236}">
                <a16:creationId xmlns:a16="http://schemas.microsoft.com/office/drawing/2014/main" id="{BD198BF9-A00C-54F4-D54A-E01F59BEC2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0476"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940814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8320351-9FA2-4A26-885B-BB8F3E490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68CD2EFB-78C2-4C6E-A6B9-4ED12FAD5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18" name="Picture 17" descr="Blue painted factory">
            <a:extLst>
              <a:ext uri="{FF2B5EF4-FFF2-40B4-BE49-F238E27FC236}">
                <a16:creationId xmlns:a16="http://schemas.microsoft.com/office/drawing/2014/main" id="{08314FFE-A9A7-D4CE-7909-A7A16B33EE2C}"/>
              </a:ext>
            </a:extLst>
          </p:cNvPr>
          <p:cNvPicPr>
            <a:picLocks noChangeAspect="1"/>
          </p:cNvPicPr>
          <p:nvPr/>
        </p:nvPicPr>
        <p:blipFill>
          <a:blip r:embed="rId2">
            <a:alphaModFix amt="60000"/>
          </a:blip>
          <a:srcRect t="15730"/>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CFA33002-6694-44D0-1B26-167EB96D3D00}"/>
              </a:ext>
            </a:extLst>
          </p:cNvPr>
          <p:cNvSpPr>
            <a:spLocks noGrp="1"/>
          </p:cNvSpPr>
          <p:nvPr>
            <p:ph type="ctrTitle"/>
          </p:nvPr>
        </p:nvSpPr>
        <p:spPr>
          <a:xfrm>
            <a:off x="841248" y="136525"/>
            <a:ext cx="9875520" cy="3798996"/>
          </a:xfrm>
        </p:spPr>
        <p:txBody>
          <a:bodyPr>
            <a:normAutofit/>
          </a:bodyPr>
          <a:lstStyle/>
          <a:p>
            <a:r>
              <a:rPr lang="en-US" sz="4000" dirty="0">
                <a:solidFill>
                  <a:srgbClr val="FFFFFF"/>
                </a:solidFill>
              </a:rPr>
              <a:t>Part </a:t>
            </a:r>
            <a:r>
              <a:rPr lang="en-US" sz="4000" b="1" dirty="0">
                <a:solidFill>
                  <a:srgbClr val="FFFFFF"/>
                </a:solidFill>
              </a:rPr>
              <a:t>One</a:t>
            </a:r>
            <a:br>
              <a:rPr lang="en-US" sz="4000" b="1" dirty="0">
                <a:solidFill>
                  <a:srgbClr val="FFFFFF"/>
                </a:solidFill>
              </a:rPr>
            </a:br>
            <a:r>
              <a:rPr lang="en-US" sz="4000" dirty="0">
                <a:solidFill>
                  <a:srgbClr val="FFFFFF"/>
                </a:solidFill>
              </a:rPr>
              <a:t>Industry Dynamics</a:t>
            </a:r>
            <a:br>
              <a:rPr lang="en-US" sz="4000" dirty="0">
                <a:solidFill>
                  <a:srgbClr val="FFFFFF"/>
                </a:solidFill>
              </a:rPr>
            </a:br>
            <a:r>
              <a:rPr lang="en-US" sz="4000" dirty="0">
                <a:solidFill>
                  <a:srgbClr val="FFFFFF"/>
                </a:solidFill>
              </a:rPr>
              <a:t>of Technological</a:t>
            </a:r>
            <a:br>
              <a:rPr lang="en-US" sz="4000" dirty="0">
                <a:solidFill>
                  <a:srgbClr val="FFFFFF"/>
                </a:solidFill>
              </a:rPr>
            </a:br>
            <a:r>
              <a:rPr lang="en-US" sz="4000" dirty="0">
                <a:solidFill>
                  <a:srgbClr val="FFFFFF"/>
                </a:solidFill>
              </a:rPr>
              <a:t>Innovation </a:t>
            </a:r>
            <a:br>
              <a:rPr lang="en-US" sz="4000" dirty="0">
                <a:solidFill>
                  <a:srgbClr val="FFFFFF"/>
                </a:solidFill>
              </a:rPr>
            </a:br>
            <a:r>
              <a:rPr lang="en-US" sz="4000" dirty="0">
                <a:solidFill>
                  <a:srgbClr val="FFFFFF"/>
                </a:solidFill>
              </a:rPr>
              <a:t>Chapter </a:t>
            </a:r>
            <a:r>
              <a:rPr lang="en-US" sz="4000" b="1" dirty="0">
                <a:solidFill>
                  <a:srgbClr val="FFFFFF"/>
                </a:solidFill>
              </a:rPr>
              <a:t>Two</a:t>
            </a:r>
            <a:br>
              <a:rPr lang="en-US" sz="4000" b="1" dirty="0">
                <a:solidFill>
                  <a:srgbClr val="FFFFFF"/>
                </a:solidFill>
              </a:rPr>
            </a:br>
            <a:r>
              <a:rPr lang="en-US" sz="4000" dirty="0">
                <a:solidFill>
                  <a:srgbClr val="FFFFFF"/>
                </a:solidFill>
              </a:rPr>
              <a:t>Sources of Innovation</a:t>
            </a:r>
          </a:p>
        </p:txBody>
      </p:sp>
      <p:sp>
        <p:nvSpPr>
          <p:cNvPr id="3" name="Subtitle 2">
            <a:extLst>
              <a:ext uri="{FF2B5EF4-FFF2-40B4-BE49-F238E27FC236}">
                <a16:creationId xmlns:a16="http://schemas.microsoft.com/office/drawing/2014/main" id="{FB6910FE-BFBB-7245-E92E-E8217145CD75}"/>
              </a:ext>
            </a:extLst>
          </p:cNvPr>
          <p:cNvSpPr>
            <a:spLocks noGrp="1"/>
          </p:cNvSpPr>
          <p:nvPr>
            <p:ph type="subTitle" idx="1"/>
          </p:nvPr>
        </p:nvSpPr>
        <p:spPr>
          <a:xfrm>
            <a:off x="859536" y="4072045"/>
            <a:ext cx="9875520" cy="1414355"/>
          </a:xfrm>
        </p:spPr>
        <p:txBody>
          <a:bodyPr>
            <a:normAutofit/>
          </a:bodyPr>
          <a:lstStyle/>
          <a:p>
            <a:r>
              <a:rPr lang="en-US" sz="4000" dirty="0">
                <a:solidFill>
                  <a:srgbClr val="FFFFFF"/>
                </a:solidFill>
              </a:rPr>
              <a:t>ENGR HUZAIFA SHAHBAZ</a:t>
            </a:r>
          </a:p>
          <a:p>
            <a:r>
              <a:rPr lang="en-US" sz="4000" dirty="0">
                <a:solidFill>
                  <a:srgbClr val="FFFFFF"/>
                </a:solidFill>
              </a:rPr>
              <a:t>COMPUTER ENGINEER</a:t>
            </a:r>
          </a:p>
          <a:p>
            <a:endParaRPr lang="en-US" sz="4000" dirty="0">
              <a:solidFill>
                <a:srgbClr val="FFFFFF"/>
              </a:solidFill>
            </a:endParaRPr>
          </a:p>
        </p:txBody>
      </p:sp>
      <p:sp>
        <p:nvSpPr>
          <p:cNvPr id="4" name="Slide Number Placeholder 3">
            <a:extLst>
              <a:ext uri="{FF2B5EF4-FFF2-40B4-BE49-F238E27FC236}">
                <a16:creationId xmlns:a16="http://schemas.microsoft.com/office/drawing/2014/main" id="{95474776-FBF0-772B-FF60-898F180B6562}"/>
              </a:ext>
            </a:extLst>
          </p:cNvPr>
          <p:cNvSpPr>
            <a:spLocks noGrp="1"/>
          </p:cNvSpPr>
          <p:nvPr>
            <p:ph type="sldNum" sz="quarter" idx="12"/>
          </p:nvPr>
        </p:nvSpPr>
        <p:spPr>
          <a:xfrm>
            <a:off x="8610600" y="6356350"/>
            <a:ext cx="2743200" cy="365125"/>
          </a:xfrm>
        </p:spPr>
        <p:txBody>
          <a:bodyPr>
            <a:normAutofit/>
          </a:bodyPr>
          <a:lstStyle/>
          <a:p>
            <a:pPr>
              <a:spcAft>
                <a:spcPts val="600"/>
              </a:spcAft>
            </a:pPr>
            <a:fld id="{565C35AA-19CE-4E52-8D60-40876D44CD86}" type="slidenum">
              <a:rPr lang="en-US">
                <a:solidFill>
                  <a:srgbClr val="FFFFFF"/>
                </a:solidFill>
              </a:rPr>
              <a:pPr>
                <a:spcAft>
                  <a:spcPts val="600"/>
                </a:spcAft>
              </a:pPr>
              <a:t>3</a:t>
            </a:fld>
            <a:endParaRPr lang="en-US">
              <a:solidFill>
                <a:srgbClr val="FFFFFF"/>
              </a:solidFill>
            </a:endParaRPr>
          </a:p>
        </p:txBody>
      </p:sp>
    </p:spTree>
    <p:extLst>
      <p:ext uri="{BB962C8B-B14F-4D97-AF65-F5344CB8AC3E}">
        <p14:creationId xmlns:p14="http://schemas.microsoft.com/office/powerpoint/2010/main" val="1378663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56AC34E0-CA44-01C0-475F-48F22421C8FD}"/>
              </a:ext>
            </a:extLst>
          </p:cNvPr>
          <p:cNvPicPr>
            <a:picLocks noChangeAspect="1"/>
          </p:cNvPicPr>
          <p:nvPr/>
        </p:nvPicPr>
        <p:blipFill>
          <a:blip r:embed="rId2">
            <a:alphaModFix amt="35000"/>
          </a:blip>
          <a:srcRect t="9465" b="13743"/>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462FC9FE-08ED-651E-F7AB-3BCFAC83430B}"/>
              </a:ext>
            </a:extLst>
          </p:cNvPr>
          <p:cNvSpPr>
            <a:spLocks noGrp="1"/>
          </p:cNvSpPr>
          <p:nvPr>
            <p:ph type="title"/>
          </p:nvPr>
        </p:nvSpPr>
        <p:spPr>
          <a:xfrm>
            <a:off x="838200" y="365125"/>
            <a:ext cx="10515600" cy="595769"/>
          </a:xfrm>
        </p:spPr>
        <p:txBody>
          <a:bodyPr>
            <a:normAutofit fontScale="90000"/>
          </a:bodyPr>
          <a:lstStyle/>
          <a:p>
            <a:pPr algn="ctr"/>
            <a:r>
              <a:rPr lang="en-US" sz="4000" b="1" dirty="0">
                <a:solidFill>
                  <a:srgbClr val="FFFFFF"/>
                </a:solidFill>
              </a:rPr>
              <a:t>OUTLINES(1/2)</a:t>
            </a:r>
          </a:p>
        </p:txBody>
      </p:sp>
      <p:sp>
        <p:nvSpPr>
          <p:cNvPr id="4" name="Slide Number Placeholder 3">
            <a:extLst>
              <a:ext uri="{FF2B5EF4-FFF2-40B4-BE49-F238E27FC236}">
                <a16:creationId xmlns:a16="http://schemas.microsoft.com/office/drawing/2014/main" id="{AC969FAC-D7A1-4944-0FEA-C9061A82F07C}"/>
              </a:ext>
            </a:extLst>
          </p:cNvPr>
          <p:cNvSpPr>
            <a:spLocks noGrp="1"/>
          </p:cNvSpPr>
          <p:nvPr>
            <p:ph type="sldNum" sz="quarter" idx="12"/>
          </p:nvPr>
        </p:nvSpPr>
        <p:spPr>
          <a:xfrm>
            <a:off x="8610600" y="6356350"/>
            <a:ext cx="2743200" cy="365125"/>
          </a:xfrm>
        </p:spPr>
        <p:txBody>
          <a:bodyPr>
            <a:normAutofit/>
          </a:bodyPr>
          <a:lstStyle/>
          <a:p>
            <a:pPr>
              <a:spcAft>
                <a:spcPts val="600"/>
              </a:spcAft>
            </a:pPr>
            <a:fld id="{565C35AA-19CE-4E52-8D60-40876D44CD86}" type="slidenum">
              <a:rPr lang="en-US">
                <a:solidFill>
                  <a:srgbClr val="FFFFFF"/>
                </a:solidFill>
              </a:rPr>
              <a:pPr>
                <a:spcAft>
                  <a:spcPts val="600"/>
                </a:spcAft>
              </a:pPr>
              <a:t>4</a:t>
            </a:fld>
            <a:endParaRPr lang="en-US">
              <a:solidFill>
                <a:srgbClr val="FFFFFF"/>
              </a:solidFill>
            </a:endParaRPr>
          </a:p>
        </p:txBody>
      </p:sp>
      <p:graphicFrame>
        <p:nvGraphicFramePr>
          <p:cNvPr id="6" name="Content Placeholder 2">
            <a:extLst>
              <a:ext uri="{FF2B5EF4-FFF2-40B4-BE49-F238E27FC236}">
                <a16:creationId xmlns:a16="http://schemas.microsoft.com/office/drawing/2014/main" id="{D5BB4CE3-6E32-C51A-BCF0-2CDD54B9CF4D}"/>
              </a:ext>
            </a:extLst>
          </p:cNvPr>
          <p:cNvGraphicFramePr>
            <a:graphicFrameLocks noGrp="1"/>
          </p:cNvGraphicFramePr>
          <p:nvPr>
            <p:ph idx="1"/>
            <p:extLst>
              <p:ext uri="{D42A27DB-BD31-4B8C-83A1-F6EECF244321}">
                <p14:modId xmlns:p14="http://schemas.microsoft.com/office/powerpoint/2010/main" val="1579551511"/>
              </p:ext>
            </p:extLst>
          </p:nvPr>
        </p:nvGraphicFramePr>
        <p:xfrm>
          <a:off x="838200" y="960894"/>
          <a:ext cx="10515600" cy="52160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13031159"/>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85883A-B149-6057-B902-7EF5B97652C5}"/>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A447D25D-E243-BE87-0845-36C1D6EB9500}"/>
              </a:ext>
            </a:extLst>
          </p:cNvPr>
          <p:cNvPicPr>
            <a:picLocks noChangeAspect="1"/>
          </p:cNvPicPr>
          <p:nvPr/>
        </p:nvPicPr>
        <p:blipFill>
          <a:blip r:embed="rId2">
            <a:duotone>
              <a:schemeClr val="bg2">
                <a:shade val="45000"/>
                <a:satMod val="135000"/>
              </a:schemeClr>
              <a:prstClr val="white"/>
            </a:duotone>
          </a:blip>
          <a:srcRect t="8537"/>
          <a:stretch>
            <a:fillRect/>
          </a:stretch>
        </p:blipFill>
        <p:spPr>
          <a:xfrm>
            <a:off x="20" y="10"/>
            <a:ext cx="12191980" cy="6857990"/>
          </a:xfrm>
          <a:prstGeom prst="rect">
            <a:avLst/>
          </a:prstGeom>
        </p:spPr>
      </p:pic>
      <p:sp>
        <p:nvSpPr>
          <p:cNvPr id="14" name="Rectangle 13">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9D6441-F1C9-A29E-5D4A-19898CB66142}"/>
              </a:ext>
            </a:extLst>
          </p:cNvPr>
          <p:cNvSpPr>
            <a:spLocks noGrp="1"/>
          </p:cNvSpPr>
          <p:nvPr>
            <p:ph type="title"/>
          </p:nvPr>
        </p:nvSpPr>
        <p:spPr>
          <a:xfrm>
            <a:off x="838200" y="136525"/>
            <a:ext cx="10515600" cy="580272"/>
          </a:xfrm>
        </p:spPr>
        <p:txBody>
          <a:bodyPr>
            <a:normAutofit fontScale="90000"/>
          </a:bodyPr>
          <a:lstStyle/>
          <a:p>
            <a:pPr algn="ctr"/>
            <a:r>
              <a:rPr lang="en-US" b="1" dirty="0"/>
              <a:t>OUTLINES(2/2)</a:t>
            </a:r>
          </a:p>
        </p:txBody>
      </p:sp>
      <p:sp>
        <p:nvSpPr>
          <p:cNvPr id="4" name="Slide Number Placeholder 3">
            <a:extLst>
              <a:ext uri="{FF2B5EF4-FFF2-40B4-BE49-F238E27FC236}">
                <a16:creationId xmlns:a16="http://schemas.microsoft.com/office/drawing/2014/main" id="{EB33AC91-0579-F4EA-0022-1499FFB59D37}"/>
              </a:ext>
            </a:extLst>
          </p:cNvPr>
          <p:cNvSpPr>
            <a:spLocks noGrp="1"/>
          </p:cNvSpPr>
          <p:nvPr>
            <p:ph type="sldNum" sz="quarter" idx="12"/>
          </p:nvPr>
        </p:nvSpPr>
        <p:spPr>
          <a:xfrm>
            <a:off x="8610600" y="6356350"/>
            <a:ext cx="2743200" cy="365125"/>
          </a:xfrm>
        </p:spPr>
        <p:txBody>
          <a:bodyPr>
            <a:normAutofit/>
          </a:bodyPr>
          <a:lstStyle/>
          <a:p>
            <a:pPr>
              <a:spcAft>
                <a:spcPts val="600"/>
              </a:spcAft>
            </a:pPr>
            <a:fld id="{565C35AA-19CE-4E52-8D60-40876D44CD86}" type="slidenum">
              <a:rPr lang="en-US" smtClean="0"/>
              <a:pPr>
                <a:spcAft>
                  <a:spcPts val="600"/>
                </a:spcAft>
              </a:pPr>
              <a:t>5</a:t>
            </a:fld>
            <a:endParaRPr lang="en-US"/>
          </a:p>
        </p:txBody>
      </p:sp>
      <p:graphicFrame>
        <p:nvGraphicFramePr>
          <p:cNvPr id="15" name="Content Placeholder 2">
            <a:extLst>
              <a:ext uri="{FF2B5EF4-FFF2-40B4-BE49-F238E27FC236}">
                <a16:creationId xmlns:a16="http://schemas.microsoft.com/office/drawing/2014/main" id="{888B239D-695B-B923-23B0-7BDD7E4447AF}"/>
              </a:ext>
            </a:extLst>
          </p:cNvPr>
          <p:cNvGraphicFramePr>
            <a:graphicFrameLocks noGrp="1"/>
          </p:cNvGraphicFramePr>
          <p:nvPr>
            <p:ph idx="1"/>
            <p:extLst>
              <p:ext uri="{D42A27DB-BD31-4B8C-83A1-F6EECF244321}">
                <p14:modId xmlns:p14="http://schemas.microsoft.com/office/powerpoint/2010/main" val="2500573966"/>
              </p:ext>
            </p:extLst>
          </p:nvPr>
        </p:nvGraphicFramePr>
        <p:xfrm>
          <a:off x="526942" y="853312"/>
          <a:ext cx="11298265" cy="53236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73689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B08BC1A-7EF2-A514-C4BA-E7C22E265ED0}"/>
              </a:ext>
            </a:extLst>
          </p:cNvPr>
          <p:cNvPicPr>
            <a:picLocks noChangeAspect="1"/>
          </p:cNvPicPr>
          <p:nvPr/>
        </p:nvPicPr>
        <p:blipFill>
          <a:blip r:embed="rId2"/>
          <a:srcRect b="25000"/>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445745B-70DE-CEB7-323C-1B78084E920A}"/>
              </a:ext>
            </a:extLst>
          </p:cNvPr>
          <p:cNvSpPr>
            <a:spLocks noGrp="1"/>
          </p:cNvSpPr>
          <p:nvPr>
            <p:ph type="title"/>
          </p:nvPr>
        </p:nvSpPr>
        <p:spPr>
          <a:xfrm>
            <a:off x="838200" y="136525"/>
            <a:ext cx="10515600" cy="1008063"/>
          </a:xfrm>
        </p:spPr>
        <p:txBody>
          <a:bodyPr>
            <a:normAutofit fontScale="90000"/>
          </a:bodyPr>
          <a:lstStyle/>
          <a:p>
            <a:pPr algn="ctr"/>
            <a:r>
              <a:rPr lang="en-US" b="1" dirty="0"/>
              <a:t>Getting an Inside Look: Given Imaging’s Camera Pilla(1/)</a:t>
            </a:r>
            <a:endParaRPr lang="en-US" dirty="0"/>
          </a:p>
        </p:txBody>
      </p:sp>
      <p:sp>
        <p:nvSpPr>
          <p:cNvPr id="4" name="Slide Number Placeholder 3">
            <a:extLst>
              <a:ext uri="{FF2B5EF4-FFF2-40B4-BE49-F238E27FC236}">
                <a16:creationId xmlns:a16="http://schemas.microsoft.com/office/drawing/2014/main" id="{15D6A718-3905-3E07-8301-ED2BE233371C}"/>
              </a:ext>
            </a:extLst>
          </p:cNvPr>
          <p:cNvSpPr>
            <a:spLocks noGrp="1"/>
          </p:cNvSpPr>
          <p:nvPr>
            <p:ph type="sldNum" sz="quarter" idx="12"/>
          </p:nvPr>
        </p:nvSpPr>
        <p:spPr>
          <a:xfrm>
            <a:off x="8610600" y="6356350"/>
            <a:ext cx="2743200" cy="365125"/>
          </a:xfrm>
        </p:spPr>
        <p:txBody>
          <a:bodyPr>
            <a:normAutofit/>
          </a:bodyPr>
          <a:lstStyle/>
          <a:p>
            <a:pPr>
              <a:spcAft>
                <a:spcPts val="600"/>
              </a:spcAft>
            </a:pPr>
            <a:fld id="{565C35AA-19CE-4E52-8D60-40876D44CD86}" type="slidenum">
              <a:rPr lang="en-US">
                <a:solidFill>
                  <a:schemeClr val="tx1">
                    <a:lumMod val="50000"/>
                    <a:lumOff val="50000"/>
                  </a:schemeClr>
                </a:solidFill>
              </a:rPr>
              <a:pPr>
                <a:spcAft>
                  <a:spcPts val="600"/>
                </a:spcAft>
              </a:pPr>
              <a:t>6</a:t>
            </a:fld>
            <a:endParaRPr lang="en-US">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72C1F0F4-3592-43FE-B517-F4DE73D93BB1}"/>
              </a:ext>
            </a:extLst>
          </p:cNvPr>
          <p:cNvGraphicFramePr>
            <a:graphicFrameLocks noGrp="1"/>
          </p:cNvGraphicFramePr>
          <p:nvPr>
            <p:ph idx="1"/>
            <p:extLst>
              <p:ext uri="{D42A27DB-BD31-4B8C-83A1-F6EECF244321}">
                <p14:modId xmlns:p14="http://schemas.microsoft.com/office/powerpoint/2010/main" val="3664964688"/>
              </p:ext>
            </p:extLst>
          </p:nvPr>
        </p:nvGraphicFramePr>
        <p:xfrm>
          <a:off x="838200" y="1281103"/>
          <a:ext cx="10515600" cy="48958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7906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65060-48AF-A72D-6B90-ACF4BEA4DEE3}"/>
              </a:ext>
            </a:extLst>
          </p:cNvPr>
          <p:cNvSpPr>
            <a:spLocks noGrp="1"/>
          </p:cNvSpPr>
          <p:nvPr>
            <p:ph type="title"/>
          </p:nvPr>
        </p:nvSpPr>
        <p:spPr>
          <a:xfrm>
            <a:off x="838200" y="136525"/>
            <a:ext cx="10515600" cy="762377"/>
          </a:xfrm>
        </p:spPr>
        <p:txBody>
          <a:bodyPr>
            <a:normAutofit fontScale="90000"/>
          </a:bodyPr>
          <a:lstStyle/>
          <a:p>
            <a:pPr algn="ctr"/>
            <a:r>
              <a:rPr lang="en-US" sz="4000" b="1" dirty="0"/>
              <a:t>Getting an Inside Look: Given Imaging’s Camera Pilla(2/)</a:t>
            </a:r>
            <a:endParaRPr lang="en-US" sz="4000" dirty="0"/>
          </a:p>
        </p:txBody>
      </p:sp>
      <p:graphicFrame>
        <p:nvGraphicFramePr>
          <p:cNvPr id="6" name="Content Placeholder 2">
            <a:extLst>
              <a:ext uri="{FF2B5EF4-FFF2-40B4-BE49-F238E27FC236}">
                <a16:creationId xmlns:a16="http://schemas.microsoft.com/office/drawing/2014/main" id="{FE5E6893-F2C9-6CC0-7610-FE38A1BE1E05}"/>
              </a:ext>
            </a:extLst>
          </p:cNvPr>
          <p:cNvGraphicFramePr>
            <a:graphicFrameLocks noGrp="1"/>
          </p:cNvGraphicFramePr>
          <p:nvPr>
            <p:ph idx="1"/>
          </p:nvPr>
        </p:nvGraphicFramePr>
        <p:xfrm>
          <a:off x="838200" y="1022888"/>
          <a:ext cx="10515600" cy="51540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D108A472-09AC-283C-3108-01699AF33851}"/>
              </a:ext>
            </a:extLst>
          </p:cNvPr>
          <p:cNvSpPr>
            <a:spLocks noGrp="1"/>
          </p:cNvSpPr>
          <p:nvPr>
            <p:ph type="sldNum" sz="quarter" idx="12"/>
          </p:nvPr>
        </p:nvSpPr>
        <p:spPr/>
        <p:txBody>
          <a:bodyPr/>
          <a:lstStyle/>
          <a:p>
            <a:fld id="{565C35AA-19CE-4E52-8D60-40876D44CD86}" type="slidenum">
              <a:rPr lang="en-US" smtClean="0"/>
              <a:t>7</a:t>
            </a:fld>
            <a:endParaRPr lang="en-US"/>
          </a:p>
        </p:txBody>
      </p:sp>
    </p:spTree>
    <p:extLst>
      <p:ext uri="{BB962C8B-B14F-4D97-AF65-F5344CB8AC3E}">
        <p14:creationId xmlns:p14="http://schemas.microsoft.com/office/powerpoint/2010/main" val="3758464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247C0B3A-A9E1-978A-4A19-1AC0D4C4BEA9}"/>
              </a:ext>
            </a:extLst>
          </p:cNvPr>
          <p:cNvPicPr>
            <a:picLocks noChangeAspect="1"/>
          </p:cNvPicPr>
          <p:nvPr/>
        </p:nvPicPr>
        <p:blipFill>
          <a:blip r:embed="rId2">
            <a:alphaModFix amt="35000"/>
          </a:blip>
          <a:srcRect b="1573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DD9E5E43-7F20-EB23-197C-E18BE9A0B8FE}"/>
              </a:ext>
            </a:extLst>
          </p:cNvPr>
          <p:cNvSpPr>
            <a:spLocks noGrp="1"/>
          </p:cNvSpPr>
          <p:nvPr>
            <p:ph type="title"/>
          </p:nvPr>
        </p:nvSpPr>
        <p:spPr>
          <a:xfrm>
            <a:off x="838200" y="136525"/>
            <a:ext cx="10515600" cy="1008063"/>
          </a:xfrm>
        </p:spPr>
        <p:txBody>
          <a:bodyPr>
            <a:normAutofit fontScale="90000"/>
          </a:bodyPr>
          <a:lstStyle/>
          <a:p>
            <a:pPr algn="ctr"/>
            <a:r>
              <a:rPr lang="en-US" b="1" dirty="0">
                <a:solidFill>
                  <a:srgbClr val="FFFFFF"/>
                </a:solidFill>
              </a:rPr>
              <a:t>Getting an Inside Look: Given Imaging’s Camera Pilla(3/)</a:t>
            </a:r>
            <a:endParaRPr lang="en-US" dirty="0">
              <a:solidFill>
                <a:srgbClr val="FFFFFF"/>
              </a:solidFill>
            </a:endParaRPr>
          </a:p>
        </p:txBody>
      </p:sp>
      <p:sp>
        <p:nvSpPr>
          <p:cNvPr id="4" name="Slide Number Placeholder 3">
            <a:extLst>
              <a:ext uri="{FF2B5EF4-FFF2-40B4-BE49-F238E27FC236}">
                <a16:creationId xmlns:a16="http://schemas.microsoft.com/office/drawing/2014/main" id="{31899695-99AB-EFA3-6127-65AD58895BDF}"/>
              </a:ext>
            </a:extLst>
          </p:cNvPr>
          <p:cNvSpPr>
            <a:spLocks noGrp="1"/>
          </p:cNvSpPr>
          <p:nvPr>
            <p:ph type="sldNum" sz="quarter" idx="12"/>
          </p:nvPr>
        </p:nvSpPr>
        <p:spPr>
          <a:xfrm>
            <a:off x="8610600" y="6356350"/>
            <a:ext cx="2743200" cy="365125"/>
          </a:xfrm>
        </p:spPr>
        <p:txBody>
          <a:bodyPr>
            <a:normAutofit/>
          </a:bodyPr>
          <a:lstStyle/>
          <a:p>
            <a:pPr>
              <a:spcAft>
                <a:spcPts val="600"/>
              </a:spcAft>
            </a:pPr>
            <a:fld id="{565C35AA-19CE-4E52-8D60-40876D44CD86}" type="slidenum">
              <a:rPr lang="en-US">
                <a:solidFill>
                  <a:srgbClr val="FFFFFF"/>
                </a:solidFill>
              </a:rPr>
              <a:pPr>
                <a:spcAft>
                  <a:spcPts val="600"/>
                </a:spcAft>
              </a:pPr>
              <a:t>8</a:t>
            </a:fld>
            <a:endParaRPr lang="en-US">
              <a:solidFill>
                <a:srgbClr val="FFFFFF"/>
              </a:solidFill>
            </a:endParaRPr>
          </a:p>
        </p:txBody>
      </p:sp>
      <p:graphicFrame>
        <p:nvGraphicFramePr>
          <p:cNvPr id="6" name="Content Placeholder 2">
            <a:extLst>
              <a:ext uri="{FF2B5EF4-FFF2-40B4-BE49-F238E27FC236}">
                <a16:creationId xmlns:a16="http://schemas.microsoft.com/office/drawing/2014/main" id="{66C8C653-22AA-5228-AC38-4824E85A8CB6}"/>
              </a:ext>
            </a:extLst>
          </p:cNvPr>
          <p:cNvGraphicFramePr>
            <a:graphicFrameLocks noGrp="1"/>
          </p:cNvGraphicFramePr>
          <p:nvPr>
            <p:ph idx="1"/>
            <p:extLst>
              <p:ext uri="{D42A27DB-BD31-4B8C-83A1-F6EECF244321}">
                <p14:modId xmlns:p14="http://schemas.microsoft.com/office/powerpoint/2010/main" val="1454605294"/>
              </p:ext>
            </p:extLst>
          </p:nvPr>
        </p:nvGraphicFramePr>
        <p:xfrm>
          <a:off x="838200" y="1144588"/>
          <a:ext cx="10515600" cy="50323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22320230"/>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8175088" y="45795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829C337-B66D-3061-1F88-D8EB56F7C80F}"/>
              </a:ext>
            </a:extLst>
          </p:cNvPr>
          <p:cNvSpPr>
            <a:spLocks noGrp="1"/>
          </p:cNvSpPr>
          <p:nvPr>
            <p:ph type="title"/>
          </p:nvPr>
        </p:nvSpPr>
        <p:spPr>
          <a:xfrm>
            <a:off x="838200" y="365125"/>
            <a:ext cx="10515600" cy="1325563"/>
          </a:xfrm>
        </p:spPr>
        <p:txBody>
          <a:bodyPr>
            <a:normAutofit/>
          </a:bodyPr>
          <a:lstStyle/>
          <a:p>
            <a:pPr algn="ctr"/>
            <a:r>
              <a:rPr lang="en-US" b="1" dirty="0"/>
              <a:t>Getting an Inside Look: Given Imaging’s Camera Pilla(4/)</a:t>
            </a:r>
          </a:p>
        </p:txBody>
      </p:sp>
      <p:sp>
        <p:nvSpPr>
          <p:cNvPr id="4" name="Slide Number Placeholder 3">
            <a:extLst>
              <a:ext uri="{FF2B5EF4-FFF2-40B4-BE49-F238E27FC236}">
                <a16:creationId xmlns:a16="http://schemas.microsoft.com/office/drawing/2014/main" id="{5BF585DA-1D1D-E5B0-CAF4-0BFBB5EDC378}"/>
              </a:ext>
            </a:extLst>
          </p:cNvPr>
          <p:cNvSpPr>
            <a:spLocks noGrp="1"/>
          </p:cNvSpPr>
          <p:nvPr>
            <p:ph type="sldNum" sz="quarter" idx="12"/>
          </p:nvPr>
        </p:nvSpPr>
        <p:spPr>
          <a:xfrm>
            <a:off x="8610600" y="6356350"/>
            <a:ext cx="2743200" cy="365125"/>
          </a:xfrm>
        </p:spPr>
        <p:txBody>
          <a:bodyPr>
            <a:normAutofit/>
          </a:bodyPr>
          <a:lstStyle/>
          <a:p>
            <a:pPr>
              <a:spcAft>
                <a:spcPts val="600"/>
              </a:spcAft>
            </a:pPr>
            <a:fld id="{565C35AA-19CE-4E52-8D60-40876D44CD86}" type="slidenum">
              <a:rPr lang="en-US" smtClean="0"/>
              <a:pPr>
                <a:spcAft>
                  <a:spcPts val="600"/>
                </a:spcAft>
              </a:pPr>
              <a:t>9</a:t>
            </a:fld>
            <a:endParaRPr lang="en-US"/>
          </a:p>
        </p:txBody>
      </p:sp>
      <p:graphicFrame>
        <p:nvGraphicFramePr>
          <p:cNvPr id="6" name="Content Placeholder 2">
            <a:extLst>
              <a:ext uri="{FF2B5EF4-FFF2-40B4-BE49-F238E27FC236}">
                <a16:creationId xmlns:a16="http://schemas.microsoft.com/office/drawing/2014/main" id="{EE22C311-9FBB-B56C-18DF-C0D4CC9C00D2}"/>
              </a:ext>
            </a:extLst>
          </p:cNvPr>
          <p:cNvGraphicFramePr>
            <a:graphicFrameLocks noGrp="1"/>
          </p:cNvGraphicFramePr>
          <p:nvPr>
            <p:ph idx="1"/>
            <p:extLst>
              <p:ext uri="{D42A27DB-BD31-4B8C-83A1-F6EECF244321}">
                <p14:modId xmlns:p14="http://schemas.microsoft.com/office/powerpoint/2010/main" val="158241649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70889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49730-5E06-E097-F5F7-5096AC4C8F79}"/>
              </a:ext>
            </a:extLst>
          </p:cNvPr>
          <p:cNvSpPr>
            <a:spLocks noGrp="1"/>
          </p:cNvSpPr>
          <p:nvPr>
            <p:ph type="title"/>
          </p:nvPr>
        </p:nvSpPr>
        <p:spPr>
          <a:xfrm>
            <a:off x="838200" y="136526"/>
            <a:ext cx="10515600" cy="954949"/>
          </a:xfrm>
        </p:spPr>
        <p:txBody>
          <a:bodyPr>
            <a:normAutofit fontScale="90000"/>
          </a:bodyPr>
          <a:lstStyle/>
          <a:p>
            <a:pPr algn="ctr"/>
            <a:r>
              <a:rPr lang="en-US" b="1" dirty="0"/>
              <a:t>Getting an Inside Look: Given Imaging’s Camera Pilla(5/)</a:t>
            </a:r>
            <a:endParaRPr lang="en-US" dirty="0"/>
          </a:p>
        </p:txBody>
      </p:sp>
      <p:graphicFrame>
        <p:nvGraphicFramePr>
          <p:cNvPr id="6" name="Content Placeholder 2">
            <a:extLst>
              <a:ext uri="{FF2B5EF4-FFF2-40B4-BE49-F238E27FC236}">
                <a16:creationId xmlns:a16="http://schemas.microsoft.com/office/drawing/2014/main" id="{2B398B77-4F59-B5B3-97E1-6DDD98C2D19D}"/>
              </a:ext>
            </a:extLst>
          </p:cNvPr>
          <p:cNvGraphicFramePr>
            <a:graphicFrameLocks noGrp="1"/>
          </p:cNvGraphicFramePr>
          <p:nvPr>
            <p:ph idx="1"/>
          </p:nvPr>
        </p:nvGraphicFramePr>
        <p:xfrm>
          <a:off x="838200" y="1091476"/>
          <a:ext cx="10515600" cy="5085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B851F81F-5329-2DE2-8BE3-F02B66475417}"/>
              </a:ext>
            </a:extLst>
          </p:cNvPr>
          <p:cNvSpPr>
            <a:spLocks noGrp="1"/>
          </p:cNvSpPr>
          <p:nvPr>
            <p:ph type="sldNum" sz="quarter" idx="12"/>
          </p:nvPr>
        </p:nvSpPr>
        <p:spPr/>
        <p:txBody>
          <a:bodyPr/>
          <a:lstStyle/>
          <a:p>
            <a:fld id="{565C35AA-19CE-4E52-8D60-40876D44CD86}" type="slidenum">
              <a:rPr lang="en-US" smtClean="0"/>
              <a:t>10</a:t>
            </a:fld>
            <a:endParaRPr lang="en-US"/>
          </a:p>
        </p:txBody>
      </p:sp>
    </p:spTree>
    <p:extLst>
      <p:ext uri="{BB962C8B-B14F-4D97-AF65-F5344CB8AC3E}">
        <p14:creationId xmlns:p14="http://schemas.microsoft.com/office/powerpoint/2010/main" val="2960431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c 14">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8175088" y="45795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733CD1E-4752-56CA-7CA3-D39AF1E5C9F1}"/>
              </a:ext>
            </a:extLst>
          </p:cNvPr>
          <p:cNvSpPr>
            <a:spLocks noGrp="1"/>
          </p:cNvSpPr>
          <p:nvPr>
            <p:ph type="title"/>
          </p:nvPr>
        </p:nvSpPr>
        <p:spPr>
          <a:xfrm>
            <a:off x="838200" y="365125"/>
            <a:ext cx="10515600" cy="1325563"/>
          </a:xfrm>
        </p:spPr>
        <p:txBody>
          <a:bodyPr>
            <a:normAutofit/>
          </a:bodyPr>
          <a:lstStyle/>
          <a:p>
            <a:pPr algn="ctr"/>
            <a:r>
              <a:rPr lang="en-US" b="1"/>
              <a:t>Getting an Inside Look: Given Imaging’s Camera Pilla(6/)</a:t>
            </a:r>
            <a:endParaRPr lang="en-US" dirty="0"/>
          </a:p>
        </p:txBody>
      </p:sp>
      <p:sp>
        <p:nvSpPr>
          <p:cNvPr id="4" name="Slide Number Placeholder 3">
            <a:extLst>
              <a:ext uri="{FF2B5EF4-FFF2-40B4-BE49-F238E27FC236}">
                <a16:creationId xmlns:a16="http://schemas.microsoft.com/office/drawing/2014/main" id="{BF57025E-E37D-4B8B-1DC2-D1BA06F070B0}"/>
              </a:ext>
            </a:extLst>
          </p:cNvPr>
          <p:cNvSpPr>
            <a:spLocks noGrp="1"/>
          </p:cNvSpPr>
          <p:nvPr>
            <p:ph type="sldNum" sz="quarter" idx="12"/>
          </p:nvPr>
        </p:nvSpPr>
        <p:spPr>
          <a:xfrm>
            <a:off x="8610600" y="6356350"/>
            <a:ext cx="2743200" cy="365125"/>
          </a:xfrm>
        </p:spPr>
        <p:txBody>
          <a:bodyPr>
            <a:normAutofit/>
          </a:bodyPr>
          <a:lstStyle/>
          <a:p>
            <a:pPr>
              <a:spcAft>
                <a:spcPts val="600"/>
              </a:spcAft>
            </a:pPr>
            <a:fld id="{565C35AA-19CE-4E52-8D60-40876D44CD86}" type="slidenum">
              <a:rPr lang="en-US" smtClean="0"/>
              <a:pPr>
                <a:spcAft>
                  <a:spcPts val="600"/>
                </a:spcAft>
              </a:pPr>
              <a:t>11</a:t>
            </a:fld>
            <a:endParaRPr lang="en-US"/>
          </a:p>
        </p:txBody>
      </p:sp>
      <p:graphicFrame>
        <p:nvGraphicFramePr>
          <p:cNvPr id="16" name="Content Placeholder 2">
            <a:extLst>
              <a:ext uri="{FF2B5EF4-FFF2-40B4-BE49-F238E27FC236}">
                <a16:creationId xmlns:a16="http://schemas.microsoft.com/office/drawing/2014/main" id="{902A1E40-81B7-11D0-FAE4-02C50CA602E4}"/>
              </a:ext>
            </a:extLst>
          </p:cNvPr>
          <p:cNvGraphicFramePr>
            <a:graphicFrameLocks noGrp="1"/>
          </p:cNvGraphicFramePr>
          <p:nvPr>
            <p:ph idx="1"/>
            <p:extLst>
              <p:ext uri="{D42A27DB-BD31-4B8C-83A1-F6EECF244321}">
                <p14:modId xmlns:p14="http://schemas.microsoft.com/office/powerpoint/2010/main" val="255688146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09260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B23888E-8B66-9FF8-4E8C-7A1D3A50A4E8}"/>
              </a:ext>
            </a:extLst>
          </p:cNvPr>
          <p:cNvSpPr>
            <a:spLocks noGrp="1"/>
          </p:cNvSpPr>
          <p:nvPr>
            <p:ph type="title"/>
          </p:nvPr>
        </p:nvSpPr>
        <p:spPr>
          <a:xfrm>
            <a:off x="1371597" y="348865"/>
            <a:ext cx="10044023" cy="877729"/>
          </a:xfrm>
        </p:spPr>
        <p:txBody>
          <a:bodyPr anchor="ctr">
            <a:normAutofit/>
          </a:bodyPr>
          <a:lstStyle/>
          <a:p>
            <a:r>
              <a:rPr lang="en-US" sz="3100" b="1" dirty="0">
                <a:solidFill>
                  <a:srgbClr val="FFFFFF"/>
                </a:solidFill>
              </a:rPr>
              <a:t>Getting an Inside Look: Given Imaging’s Camera Pilla(7/)</a:t>
            </a:r>
            <a:endParaRPr lang="en-US" sz="3100" dirty="0">
              <a:solidFill>
                <a:srgbClr val="FFFFFF"/>
              </a:solidFill>
            </a:endParaRPr>
          </a:p>
        </p:txBody>
      </p:sp>
      <p:sp>
        <p:nvSpPr>
          <p:cNvPr id="4" name="Slide Number Placeholder 3">
            <a:extLst>
              <a:ext uri="{FF2B5EF4-FFF2-40B4-BE49-F238E27FC236}">
                <a16:creationId xmlns:a16="http://schemas.microsoft.com/office/drawing/2014/main" id="{0465B381-F950-0425-8A15-CFF01F2CF6EF}"/>
              </a:ext>
            </a:extLst>
          </p:cNvPr>
          <p:cNvSpPr>
            <a:spLocks noGrp="1"/>
          </p:cNvSpPr>
          <p:nvPr>
            <p:ph type="sldNum" sz="quarter" idx="12"/>
          </p:nvPr>
        </p:nvSpPr>
        <p:spPr>
          <a:xfrm>
            <a:off x="11704320" y="6455664"/>
            <a:ext cx="448056" cy="365125"/>
          </a:xfrm>
        </p:spPr>
        <p:txBody>
          <a:bodyPr>
            <a:normAutofit/>
          </a:bodyPr>
          <a:lstStyle/>
          <a:p>
            <a:pPr>
              <a:spcAft>
                <a:spcPts val="600"/>
              </a:spcAft>
            </a:pPr>
            <a:fld id="{565C35AA-19CE-4E52-8D60-40876D44CD86}" type="slidenum">
              <a:rPr lang="en-US" sz="1100">
                <a:solidFill>
                  <a:schemeClr val="tx1">
                    <a:lumMod val="50000"/>
                    <a:lumOff val="50000"/>
                  </a:schemeClr>
                </a:solidFill>
              </a:rPr>
              <a:pPr>
                <a:spcAft>
                  <a:spcPts val="600"/>
                </a:spcAft>
              </a:pPr>
              <a:t>12</a:t>
            </a:fld>
            <a:endParaRPr lang="en-US" sz="1100">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3BA1080E-1154-B0CB-504B-1FF9A4B2FB0E}"/>
              </a:ext>
            </a:extLst>
          </p:cNvPr>
          <p:cNvGraphicFramePr>
            <a:graphicFrameLocks noGrp="1"/>
          </p:cNvGraphicFramePr>
          <p:nvPr>
            <p:ph idx="1"/>
            <p:extLst>
              <p:ext uri="{D42A27DB-BD31-4B8C-83A1-F6EECF244321}">
                <p14:modId xmlns:p14="http://schemas.microsoft.com/office/powerpoint/2010/main" val="1746713965"/>
              </p:ext>
            </p:extLst>
          </p:nvPr>
        </p:nvGraphicFramePr>
        <p:xfrm>
          <a:off x="644056" y="1575459"/>
          <a:ext cx="10927829" cy="4729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00941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13885-3127-6C8C-14DD-F484B3C87B2E}"/>
              </a:ext>
            </a:extLst>
          </p:cNvPr>
          <p:cNvSpPr>
            <a:spLocks noGrp="1"/>
          </p:cNvSpPr>
          <p:nvPr>
            <p:ph type="title"/>
          </p:nvPr>
        </p:nvSpPr>
        <p:spPr>
          <a:xfrm>
            <a:off x="838200" y="136526"/>
            <a:ext cx="10515600" cy="824370"/>
          </a:xfrm>
        </p:spPr>
        <p:txBody>
          <a:bodyPr>
            <a:normAutofit fontScale="90000"/>
          </a:bodyPr>
          <a:lstStyle/>
          <a:p>
            <a:pPr algn="ctr"/>
            <a:r>
              <a:rPr lang="en-US" b="1" dirty="0"/>
              <a:t>Getting an Inside Look: Given Imaging’s Camera Pilla(8/)</a:t>
            </a:r>
          </a:p>
        </p:txBody>
      </p:sp>
      <p:graphicFrame>
        <p:nvGraphicFramePr>
          <p:cNvPr id="6" name="Content Placeholder 2">
            <a:extLst>
              <a:ext uri="{FF2B5EF4-FFF2-40B4-BE49-F238E27FC236}">
                <a16:creationId xmlns:a16="http://schemas.microsoft.com/office/drawing/2014/main" id="{F41624B8-FAD7-F0C3-3051-5111A80D67C5}"/>
              </a:ext>
            </a:extLst>
          </p:cNvPr>
          <p:cNvGraphicFramePr>
            <a:graphicFrameLocks noGrp="1"/>
          </p:cNvGraphicFramePr>
          <p:nvPr>
            <p:ph idx="1"/>
          </p:nvPr>
        </p:nvGraphicFramePr>
        <p:xfrm>
          <a:off x="838200" y="960896"/>
          <a:ext cx="10515600" cy="52160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E63A3130-FE9B-243F-E4CF-8F27BBAA767D}"/>
              </a:ext>
            </a:extLst>
          </p:cNvPr>
          <p:cNvSpPr>
            <a:spLocks noGrp="1"/>
          </p:cNvSpPr>
          <p:nvPr>
            <p:ph type="sldNum" sz="quarter" idx="12"/>
          </p:nvPr>
        </p:nvSpPr>
        <p:spPr/>
        <p:txBody>
          <a:bodyPr/>
          <a:lstStyle/>
          <a:p>
            <a:fld id="{565C35AA-19CE-4E52-8D60-40876D44CD86}" type="slidenum">
              <a:rPr lang="en-US" smtClean="0"/>
              <a:t>13</a:t>
            </a:fld>
            <a:endParaRPr lang="en-US"/>
          </a:p>
        </p:txBody>
      </p:sp>
    </p:spTree>
    <p:extLst>
      <p:ext uri="{BB962C8B-B14F-4D97-AF65-F5344CB8AC3E}">
        <p14:creationId xmlns:p14="http://schemas.microsoft.com/office/powerpoint/2010/main" val="2172655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C46DC21-2F20-1086-7999-AB4C25BB4BE3}"/>
              </a:ext>
            </a:extLst>
          </p:cNvPr>
          <p:cNvSpPr>
            <a:spLocks noGrp="1"/>
          </p:cNvSpPr>
          <p:nvPr>
            <p:ph type="title"/>
          </p:nvPr>
        </p:nvSpPr>
        <p:spPr>
          <a:xfrm>
            <a:off x="1371597" y="348865"/>
            <a:ext cx="10044023" cy="877729"/>
          </a:xfrm>
        </p:spPr>
        <p:txBody>
          <a:bodyPr anchor="ctr">
            <a:normAutofit/>
          </a:bodyPr>
          <a:lstStyle/>
          <a:p>
            <a:r>
              <a:rPr lang="en-US" sz="3100" b="1" dirty="0">
                <a:solidFill>
                  <a:srgbClr val="FFFFFF"/>
                </a:solidFill>
              </a:rPr>
              <a:t>Getting an Inside Look: Given Imaging’s Camera Pilla(9/)</a:t>
            </a:r>
            <a:endParaRPr lang="en-US" sz="3100" dirty="0">
              <a:solidFill>
                <a:srgbClr val="FFFFFF"/>
              </a:solidFill>
            </a:endParaRPr>
          </a:p>
        </p:txBody>
      </p:sp>
      <p:sp>
        <p:nvSpPr>
          <p:cNvPr id="4" name="Slide Number Placeholder 3">
            <a:extLst>
              <a:ext uri="{FF2B5EF4-FFF2-40B4-BE49-F238E27FC236}">
                <a16:creationId xmlns:a16="http://schemas.microsoft.com/office/drawing/2014/main" id="{5C98FE03-EF39-E1E4-0BB5-419865F3A193}"/>
              </a:ext>
            </a:extLst>
          </p:cNvPr>
          <p:cNvSpPr>
            <a:spLocks noGrp="1"/>
          </p:cNvSpPr>
          <p:nvPr>
            <p:ph type="sldNum" sz="quarter" idx="12"/>
          </p:nvPr>
        </p:nvSpPr>
        <p:spPr>
          <a:xfrm>
            <a:off x="11704320" y="6455664"/>
            <a:ext cx="448056" cy="365125"/>
          </a:xfrm>
        </p:spPr>
        <p:txBody>
          <a:bodyPr>
            <a:normAutofit/>
          </a:bodyPr>
          <a:lstStyle/>
          <a:p>
            <a:pPr>
              <a:spcAft>
                <a:spcPts val="600"/>
              </a:spcAft>
            </a:pPr>
            <a:fld id="{565C35AA-19CE-4E52-8D60-40876D44CD86}" type="slidenum">
              <a:rPr lang="en-US" sz="1100">
                <a:solidFill>
                  <a:schemeClr val="tx1">
                    <a:lumMod val="50000"/>
                    <a:lumOff val="50000"/>
                  </a:schemeClr>
                </a:solidFill>
              </a:rPr>
              <a:pPr>
                <a:spcAft>
                  <a:spcPts val="600"/>
                </a:spcAft>
              </a:pPr>
              <a:t>14</a:t>
            </a:fld>
            <a:endParaRPr lang="en-US" sz="1100">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2F176A30-9F7A-C48C-03AB-A3FE2FF77548}"/>
              </a:ext>
            </a:extLst>
          </p:cNvPr>
          <p:cNvGraphicFramePr>
            <a:graphicFrameLocks noGrp="1"/>
          </p:cNvGraphicFramePr>
          <p:nvPr>
            <p:ph idx="1"/>
            <p:extLst>
              <p:ext uri="{D42A27DB-BD31-4B8C-83A1-F6EECF244321}">
                <p14:modId xmlns:p14="http://schemas.microsoft.com/office/powerpoint/2010/main" val="1591511544"/>
              </p:ext>
            </p:extLst>
          </p:nvPr>
        </p:nvGraphicFramePr>
        <p:xfrm>
          <a:off x="487791" y="1575459"/>
          <a:ext cx="10927829" cy="4732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56548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6D0B7D6-9CA8-19FC-0BF9-55E2EF5EEA55}"/>
              </a:ext>
            </a:extLst>
          </p:cNvPr>
          <p:cNvSpPr>
            <a:spLocks noGrp="1"/>
          </p:cNvSpPr>
          <p:nvPr>
            <p:ph type="title"/>
          </p:nvPr>
        </p:nvSpPr>
        <p:spPr>
          <a:xfrm>
            <a:off x="1371597" y="348865"/>
            <a:ext cx="10044023" cy="877729"/>
          </a:xfrm>
        </p:spPr>
        <p:txBody>
          <a:bodyPr anchor="ctr">
            <a:normAutofit/>
          </a:bodyPr>
          <a:lstStyle/>
          <a:p>
            <a:r>
              <a:rPr lang="en-US" sz="3100" b="1" dirty="0">
                <a:solidFill>
                  <a:srgbClr val="FFFFFF"/>
                </a:solidFill>
              </a:rPr>
              <a:t>Getting an Inside Look: Given Imaging’s Camera Pilla(10/)</a:t>
            </a:r>
          </a:p>
        </p:txBody>
      </p:sp>
      <p:sp>
        <p:nvSpPr>
          <p:cNvPr id="4" name="Slide Number Placeholder 3">
            <a:extLst>
              <a:ext uri="{FF2B5EF4-FFF2-40B4-BE49-F238E27FC236}">
                <a16:creationId xmlns:a16="http://schemas.microsoft.com/office/drawing/2014/main" id="{82B5878F-533D-AF4A-A408-524757A90E56}"/>
              </a:ext>
            </a:extLst>
          </p:cNvPr>
          <p:cNvSpPr>
            <a:spLocks noGrp="1"/>
          </p:cNvSpPr>
          <p:nvPr>
            <p:ph type="sldNum" sz="quarter" idx="12"/>
          </p:nvPr>
        </p:nvSpPr>
        <p:spPr>
          <a:xfrm>
            <a:off x="11704320" y="6455664"/>
            <a:ext cx="448056" cy="365125"/>
          </a:xfrm>
        </p:spPr>
        <p:txBody>
          <a:bodyPr>
            <a:normAutofit/>
          </a:bodyPr>
          <a:lstStyle/>
          <a:p>
            <a:pPr>
              <a:spcAft>
                <a:spcPts val="600"/>
              </a:spcAft>
            </a:pPr>
            <a:fld id="{565C35AA-19CE-4E52-8D60-40876D44CD86}" type="slidenum">
              <a:rPr lang="en-US" sz="1100">
                <a:solidFill>
                  <a:schemeClr val="tx1">
                    <a:lumMod val="50000"/>
                    <a:lumOff val="50000"/>
                  </a:schemeClr>
                </a:solidFill>
              </a:rPr>
              <a:pPr>
                <a:spcAft>
                  <a:spcPts val="600"/>
                </a:spcAft>
              </a:pPr>
              <a:t>15</a:t>
            </a:fld>
            <a:endParaRPr lang="en-US" sz="1100">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D5B7DC5D-B9D6-26AD-B784-26957B98B9CB}"/>
              </a:ext>
            </a:extLst>
          </p:cNvPr>
          <p:cNvGraphicFramePr>
            <a:graphicFrameLocks noGrp="1"/>
          </p:cNvGraphicFramePr>
          <p:nvPr>
            <p:ph idx="1"/>
            <p:extLst>
              <p:ext uri="{D42A27DB-BD31-4B8C-83A1-F6EECF244321}">
                <p14:modId xmlns:p14="http://schemas.microsoft.com/office/powerpoint/2010/main" val="1463172113"/>
              </p:ext>
            </p:extLst>
          </p:nvPr>
        </p:nvGraphicFramePr>
        <p:xfrm>
          <a:off x="387458" y="1575459"/>
          <a:ext cx="11515240" cy="4729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5651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524A14D-D933-21A4-4241-BAED25B18000}"/>
              </a:ext>
            </a:extLst>
          </p:cNvPr>
          <p:cNvSpPr>
            <a:spLocks noGrp="1"/>
          </p:cNvSpPr>
          <p:nvPr>
            <p:ph type="title"/>
          </p:nvPr>
        </p:nvSpPr>
        <p:spPr>
          <a:xfrm>
            <a:off x="1371597" y="348865"/>
            <a:ext cx="10044023" cy="877729"/>
          </a:xfrm>
        </p:spPr>
        <p:txBody>
          <a:bodyPr anchor="ctr">
            <a:normAutofit/>
          </a:bodyPr>
          <a:lstStyle/>
          <a:p>
            <a:r>
              <a:rPr lang="en-US" sz="3100" b="1" dirty="0">
                <a:solidFill>
                  <a:srgbClr val="FFFFFF"/>
                </a:solidFill>
              </a:rPr>
              <a:t>Getting an Inside Look: Given Imaging’s Camera Pilla(11/)</a:t>
            </a:r>
          </a:p>
        </p:txBody>
      </p:sp>
      <p:sp>
        <p:nvSpPr>
          <p:cNvPr id="4" name="Slide Number Placeholder 3">
            <a:extLst>
              <a:ext uri="{FF2B5EF4-FFF2-40B4-BE49-F238E27FC236}">
                <a16:creationId xmlns:a16="http://schemas.microsoft.com/office/drawing/2014/main" id="{DCFA442F-573F-04B9-DAFD-51455478D87A}"/>
              </a:ext>
            </a:extLst>
          </p:cNvPr>
          <p:cNvSpPr>
            <a:spLocks noGrp="1"/>
          </p:cNvSpPr>
          <p:nvPr>
            <p:ph type="sldNum" sz="quarter" idx="12"/>
          </p:nvPr>
        </p:nvSpPr>
        <p:spPr>
          <a:xfrm>
            <a:off x="11704320" y="6455664"/>
            <a:ext cx="448056" cy="365125"/>
          </a:xfrm>
        </p:spPr>
        <p:txBody>
          <a:bodyPr>
            <a:normAutofit/>
          </a:bodyPr>
          <a:lstStyle/>
          <a:p>
            <a:pPr>
              <a:spcAft>
                <a:spcPts val="600"/>
              </a:spcAft>
            </a:pPr>
            <a:fld id="{565C35AA-19CE-4E52-8D60-40876D44CD86}" type="slidenum">
              <a:rPr lang="en-US" sz="1100">
                <a:solidFill>
                  <a:schemeClr val="tx1">
                    <a:lumMod val="50000"/>
                    <a:lumOff val="50000"/>
                  </a:schemeClr>
                </a:solidFill>
              </a:rPr>
              <a:pPr>
                <a:spcAft>
                  <a:spcPts val="600"/>
                </a:spcAft>
              </a:pPr>
              <a:t>16</a:t>
            </a:fld>
            <a:endParaRPr lang="en-US" sz="1100">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1D3A9E69-31A3-C8C7-4205-D7A1032DA761}"/>
              </a:ext>
            </a:extLst>
          </p:cNvPr>
          <p:cNvGraphicFramePr>
            <a:graphicFrameLocks noGrp="1"/>
          </p:cNvGraphicFramePr>
          <p:nvPr>
            <p:ph idx="1"/>
            <p:extLst>
              <p:ext uri="{D42A27DB-BD31-4B8C-83A1-F6EECF244321}">
                <p14:modId xmlns:p14="http://schemas.microsoft.com/office/powerpoint/2010/main" val="298065866"/>
              </p:ext>
            </p:extLst>
          </p:nvPr>
        </p:nvGraphicFramePr>
        <p:xfrm>
          <a:off x="644056" y="1575459"/>
          <a:ext cx="10927829" cy="4729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67828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7448F-16D6-7348-1E3E-4FD6276F2288}"/>
              </a:ext>
            </a:extLst>
          </p:cNvPr>
          <p:cNvSpPr>
            <a:spLocks noGrp="1"/>
          </p:cNvSpPr>
          <p:nvPr>
            <p:ph type="title"/>
          </p:nvPr>
        </p:nvSpPr>
        <p:spPr>
          <a:xfrm>
            <a:off x="838200" y="136525"/>
            <a:ext cx="10515600" cy="979353"/>
          </a:xfrm>
        </p:spPr>
        <p:txBody>
          <a:bodyPr>
            <a:normAutofit fontScale="90000"/>
          </a:bodyPr>
          <a:lstStyle/>
          <a:p>
            <a:pPr algn="ctr"/>
            <a:r>
              <a:rPr lang="en-US" b="1" dirty="0"/>
              <a:t>Getting an Inside Look: Given Imaging’s Camera Pilla(12/)</a:t>
            </a:r>
          </a:p>
        </p:txBody>
      </p:sp>
      <p:graphicFrame>
        <p:nvGraphicFramePr>
          <p:cNvPr id="6" name="Content Placeholder 2">
            <a:extLst>
              <a:ext uri="{FF2B5EF4-FFF2-40B4-BE49-F238E27FC236}">
                <a16:creationId xmlns:a16="http://schemas.microsoft.com/office/drawing/2014/main" id="{F029560E-0EC7-3F46-0A7A-F187D0A60E10}"/>
              </a:ext>
            </a:extLst>
          </p:cNvPr>
          <p:cNvGraphicFramePr>
            <a:graphicFrameLocks noGrp="1"/>
          </p:cNvGraphicFramePr>
          <p:nvPr>
            <p:ph idx="1"/>
          </p:nvPr>
        </p:nvGraphicFramePr>
        <p:xfrm>
          <a:off x="838200" y="1224366"/>
          <a:ext cx="10515600" cy="49525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BCF87B26-9CDA-A08F-24FE-A6069C7A694C}"/>
              </a:ext>
            </a:extLst>
          </p:cNvPr>
          <p:cNvSpPr>
            <a:spLocks noGrp="1"/>
          </p:cNvSpPr>
          <p:nvPr>
            <p:ph type="sldNum" sz="quarter" idx="12"/>
          </p:nvPr>
        </p:nvSpPr>
        <p:spPr/>
        <p:txBody>
          <a:bodyPr/>
          <a:lstStyle/>
          <a:p>
            <a:fld id="{565C35AA-19CE-4E52-8D60-40876D44CD86}" type="slidenum">
              <a:rPr lang="en-US" smtClean="0"/>
              <a:t>17</a:t>
            </a:fld>
            <a:endParaRPr lang="en-US"/>
          </a:p>
        </p:txBody>
      </p:sp>
    </p:spTree>
    <p:extLst>
      <p:ext uri="{BB962C8B-B14F-4D97-AF65-F5344CB8AC3E}">
        <p14:creationId xmlns:p14="http://schemas.microsoft.com/office/powerpoint/2010/main" val="1470730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8E15AE-617D-A84D-36F1-8CBB5D471BF4}"/>
              </a:ext>
            </a:extLst>
          </p:cNvPr>
          <p:cNvSpPr>
            <a:spLocks noGrp="1"/>
          </p:cNvSpPr>
          <p:nvPr>
            <p:ph type="title"/>
          </p:nvPr>
        </p:nvSpPr>
        <p:spPr>
          <a:xfrm>
            <a:off x="841248" y="287888"/>
            <a:ext cx="10506456" cy="971794"/>
          </a:xfrm>
        </p:spPr>
        <p:txBody>
          <a:bodyPr anchor="ctr">
            <a:normAutofit fontScale="90000"/>
          </a:bodyPr>
          <a:lstStyle/>
          <a:p>
            <a:pPr algn="ctr"/>
            <a:r>
              <a:rPr lang="en-US" sz="3600" b="1" dirty="0"/>
              <a:t>Getting an Inside Look: Given Imaging’s Camera Pilla(13/)</a:t>
            </a:r>
            <a:endParaRPr lang="en-US" sz="3600" dirty="0"/>
          </a:p>
        </p:txBody>
      </p:sp>
      <p:sp>
        <p:nvSpPr>
          <p:cNvPr id="12" name="Rectangle 11">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A54F44D3-627C-0499-3246-C9FD476587BC}"/>
              </a:ext>
            </a:extLst>
          </p:cNvPr>
          <p:cNvSpPr>
            <a:spLocks noGrp="1"/>
          </p:cNvSpPr>
          <p:nvPr>
            <p:ph type="sldNum" sz="quarter" idx="12"/>
          </p:nvPr>
        </p:nvSpPr>
        <p:spPr>
          <a:xfrm>
            <a:off x="8860536" y="6356350"/>
            <a:ext cx="2490216" cy="365125"/>
          </a:xfrm>
        </p:spPr>
        <p:txBody>
          <a:bodyPr>
            <a:normAutofit/>
          </a:bodyPr>
          <a:lstStyle/>
          <a:p>
            <a:pPr>
              <a:spcAft>
                <a:spcPts val="600"/>
              </a:spcAft>
            </a:pPr>
            <a:fld id="{565C35AA-19CE-4E52-8D60-40876D44CD86}" type="slidenum">
              <a:rPr lang="en-US">
                <a:solidFill>
                  <a:schemeClr val="tx1">
                    <a:lumMod val="50000"/>
                    <a:lumOff val="50000"/>
                  </a:schemeClr>
                </a:solidFill>
              </a:rPr>
              <a:pPr>
                <a:spcAft>
                  <a:spcPts val="600"/>
                </a:spcAft>
              </a:pPr>
              <a:t>18</a:t>
            </a:fld>
            <a:endParaRPr lang="en-US">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615D121C-2B2E-2746-3425-6D41EAE889F5}"/>
              </a:ext>
            </a:extLst>
          </p:cNvPr>
          <p:cNvGraphicFramePr>
            <a:graphicFrameLocks noGrp="1"/>
          </p:cNvGraphicFramePr>
          <p:nvPr>
            <p:ph idx="1"/>
            <p:extLst>
              <p:ext uri="{D42A27DB-BD31-4B8C-83A1-F6EECF244321}">
                <p14:modId xmlns:p14="http://schemas.microsoft.com/office/powerpoint/2010/main" val="1524821578"/>
              </p:ext>
            </p:extLst>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37845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C06149-7D85-BFBA-52C9-671462683966}"/>
              </a:ext>
            </a:extLst>
          </p:cNvPr>
          <p:cNvSpPr>
            <a:spLocks noGrp="1"/>
          </p:cNvSpPr>
          <p:nvPr>
            <p:ph type="title"/>
          </p:nvPr>
        </p:nvSpPr>
        <p:spPr>
          <a:xfrm>
            <a:off x="841248" y="251312"/>
            <a:ext cx="10506456" cy="1010264"/>
          </a:xfrm>
        </p:spPr>
        <p:txBody>
          <a:bodyPr anchor="ctr">
            <a:normAutofit/>
          </a:bodyPr>
          <a:lstStyle/>
          <a:p>
            <a:r>
              <a:rPr lang="en-US" sz="3100" b="1" dirty="0"/>
              <a:t>Getting an Inside Look: Given Imaging’s Camera Pilla(14/)</a:t>
            </a:r>
            <a:endParaRPr lang="en-US" sz="3100" dirty="0"/>
          </a:p>
        </p:txBody>
      </p:sp>
      <p:sp>
        <p:nvSpPr>
          <p:cNvPr id="12" name="Rectangle 11">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E59764BA-D6FB-3A08-2A6C-50B77EFC02D4}"/>
              </a:ext>
            </a:extLst>
          </p:cNvPr>
          <p:cNvSpPr>
            <a:spLocks noGrp="1"/>
          </p:cNvSpPr>
          <p:nvPr>
            <p:ph type="sldNum" sz="quarter" idx="12"/>
          </p:nvPr>
        </p:nvSpPr>
        <p:spPr>
          <a:xfrm>
            <a:off x="8860536" y="6356350"/>
            <a:ext cx="2490216" cy="365125"/>
          </a:xfrm>
        </p:spPr>
        <p:txBody>
          <a:bodyPr>
            <a:normAutofit/>
          </a:bodyPr>
          <a:lstStyle/>
          <a:p>
            <a:pPr>
              <a:spcAft>
                <a:spcPts val="600"/>
              </a:spcAft>
            </a:pPr>
            <a:fld id="{565C35AA-19CE-4E52-8D60-40876D44CD86}" type="slidenum">
              <a:rPr lang="en-US">
                <a:solidFill>
                  <a:schemeClr val="tx1">
                    <a:lumMod val="50000"/>
                    <a:lumOff val="50000"/>
                  </a:schemeClr>
                </a:solidFill>
              </a:rPr>
              <a:pPr>
                <a:spcAft>
                  <a:spcPts val="600"/>
                </a:spcAft>
              </a:pPr>
              <a:t>19</a:t>
            </a:fld>
            <a:endParaRPr lang="en-US">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6D5BBDAA-731E-8AF6-C85D-05CE12D83851}"/>
              </a:ext>
            </a:extLst>
          </p:cNvPr>
          <p:cNvGraphicFramePr>
            <a:graphicFrameLocks noGrp="1"/>
          </p:cNvGraphicFramePr>
          <p:nvPr>
            <p:ph idx="1"/>
            <p:extLst>
              <p:ext uri="{D42A27DB-BD31-4B8C-83A1-F6EECF244321}">
                <p14:modId xmlns:p14="http://schemas.microsoft.com/office/powerpoint/2010/main" val="3288497671"/>
              </p:ext>
            </p:extLst>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47218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9A4A153E-EB01-F07D-CE17-53FCA043221B}"/>
              </a:ext>
            </a:extLst>
          </p:cNvPr>
          <p:cNvPicPr>
            <a:picLocks noChangeAspect="1"/>
          </p:cNvPicPr>
          <p:nvPr/>
        </p:nvPicPr>
        <p:blipFill>
          <a:blip r:embed="rId2">
            <a:duotone>
              <a:schemeClr val="bg2">
                <a:shade val="45000"/>
                <a:satMod val="135000"/>
              </a:schemeClr>
              <a:prstClr val="white"/>
            </a:duotone>
          </a:blip>
          <a:srcRect t="25000"/>
          <a:stretch>
            <a:fillRect/>
          </a:stretch>
        </p:blipFill>
        <p:spPr>
          <a:xfrm>
            <a:off x="20" y="10"/>
            <a:ext cx="12191980" cy="6857990"/>
          </a:xfrm>
          <a:prstGeom prst="rect">
            <a:avLst/>
          </a:prstGeom>
        </p:spPr>
      </p:pic>
      <p:sp>
        <p:nvSpPr>
          <p:cNvPr id="25" name="Rectangle 24">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6F416-1484-CCB7-6DE0-17D35E51C6A6}"/>
              </a:ext>
            </a:extLst>
          </p:cNvPr>
          <p:cNvSpPr>
            <a:spLocks noGrp="1"/>
          </p:cNvSpPr>
          <p:nvPr>
            <p:ph type="title"/>
          </p:nvPr>
        </p:nvSpPr>
        <p:spPr>
          <a:xfrm>
            <a:off x="838200" y="263472"/>
            <a:ext cx="10515600" cy="681926"/>
          </a:xfrm>
        </p:spPr>
        <p:txBody>
          <a:bodyPr>
            <a:normAutofit fontScale="90000"/>
          </a:bodyPr>
          <a:lstStyle/>
          <a:p>
            <a:pPr algn="ctr"/>
            <a:r>
              <a:rPr lang="en-US" b="1" dirty="0"/>
              <a:t>Getting an Inside Look: Given Imaging’s Camera Pilla(15/)</a:t>
            </a:r>
            <a:endParaRPr lang="en-US" dirty="0"/>
          </a:p>
        </p:txBody>
      </p:sp>
      <p:sp>
        <p:nvSpPr>
          <p:cNvPr id="4" name="Slide Number Placeholder 3">
            <a:extLst>
              <a:ext uri="{FF2B5EF4-FFF2-40B4-BE49-F238E27FC236}">
                <a16:creationId xmlns:a16="http://schemas.microsoft.com/office/drawing/2014/main" id="{74E0A1BD-79EB-017B-EE6A-CE0B3D84E083}"/>
              </a:ext>
            </a:extLst>
          </p:cNvPr>
          <p:cNvSpPr>
            <a:spLocks noGrp="1"/>
          </p:cNvSpPr>
          <p:nvPr>
            <p:ph type="sldNum" sz="quarter" idx="12"/>
          </p:nvPr>
        </p:nvSpPr>
        <p:spPr>
          <a:xfrm>
            <a:off x="8610600" y="6356350"/>
            <a:ext cx="2743200" cy="365125"/>
          </a:xfrm>
        </p:spPr>
        <p:txBody>
          <a:bodyPr>
            <a:normAutofit/>
          </a:bodyPr>
          <a:lstStyle/>
          <a:p>
            <a:pPr>
              <a:spcAft>
                <a:spcPts val="600"/>
              </a:spcAft>
            </a:pPr>
            <a:fld id="{565C35AA-19CE-4E52-8D60-40876D44CD86}" type="slidenum">
              <a:rPr lang="en-US"/>
              <a:pPr>
                <a:spcAft>
                  <a:spcPts val="600"/>
                </a:spcAft>
              </a:pPr>
              <a:t>20</a:t>
            </a:fld>
            <a:endParaRPr lang="en-US"/>
          </a:p>
        </p:txBody>
      </p:sp>
      <p:graphicFrame>
        <p:nvGraphicFramePr>
          <p:cNvPr id="19" name="Content Placeholder 2">
            <a:extLst>
              <a:ext uri="{FF2B5EF4-FFF2-40B4-BE49-F238E27FC236}">
                <a16:creationId xmlns:a16="http://schemas.microsoft.com/office/drawing/2014/main" id="{E082FC79-686E-1BC7-27F7-ED2FF9AA2DB6}"/>
              </a:ext>
            </a:extLst>
          </p:cNvPr>
          <p:cNvGraphicFramePr>
            <a:graphicFrameLocks noGrp="1"/>
          </p:cNvGraphicFramePr>
          <p:nvPr>
            <p:ph idx="1"/>
            <p:extLst>
              <p:ext uri="{D42A27DB-BD31-4B8C-83A1-F6EECF244321}">
                <p14:modId xmlns:p14="http://schemas.microsoft.com/office/powerpoint/2010/main" val="2428313147"/>
              </p:ext>
            </p:extLst>
          </p:nvPr>
        </p:nvGraphicFramePr>
        <p:xfrm>
          <a:off x="838200" y="1208859"/>
          <a:ext cx="10515600" cy="50109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85281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088F39E-878A-2F30-DB75-4E4376DB0982}"/>
              </a:ext>
            </a:extLst>
          </p:cNvPr>
          <p:cNvSpPr>
            <a:spLocks noGrp="1"/>
          </p:cNvSpPr>
          <p:nvPr>
            <p:ph type="title"/>
          </p:nvPr>
        </p:nvSpPr>
        <p:spPr>
          <a:xfrm>
            <a:off x="1371597" y="348865"/>
            <a:ext cx="10044023" cy="877729"/>
          </a:xfrm>
        </p:spPr>
        <p:txBody>
          <a:bodyPr anchor="ctr">
            <a:normAutofit/>
          </a:bodyPr>
          <a:lstStyle/>
          <a:p>
            <a:r>
              <a:rPr lang="en-US" sz="3100" b="1" dirty="0">
                <a:solidFill>
                  <a:srgbClr val="FFFFFF"/>
                </a:solidFill>
              </a:rPr>
              <a:t>Getting an Inside Look: Given Imaging’s Camera Pilla(16/)</a:t>
            </a:r>
            <a:endParaRPr lang="en-US" sz="3100" dirty="0">
              <a:solidFill>
                <a:srgbClr val="FFFFFF"/>
              </a:solidFill>
            </a:endParaRPr>
          </a:p>
        </p:txBody>
      </p:sp>
      <p:sp>
        <p:nvSpPr>
          <p:cNvPr id="4" name="Slide Number Placeholder 3">
            <a:extLst>
              <a:ext uri="{FF2B5EF4-FFF2-40B4-BE49-F238E27FC236}">
                <a16:creationId xmlns:a16="http://schemas.microsoft.com/office/drawing/2014/main" id="{27D28E09-2374-6531-0413-C007DA187552}"/>
              </a:ext>
            </a:extLst>
          </p:cNvPr>
          <p:cNvSpPr>
            <a:spLocks noGrp="1"/>
          </p:cNvSpPr>
          <p:nvPr>
            <p:ph type="sldNum" sz="quarter" idx="12"/>
          </p:nvPr>
        </p:nvSpPr>
        <p:spPr>
          <a:xfrm>
            <a:off x="11704320" y="6455664"/>
            <a:ext cx="448056" cy="365125"/>
          </a:xfrm>
        </p:spPr>
        <p:txBody>
          <a:bodyPr>
            <a:normAutofit/>
          </a:bodyPr>
          <a:lstStyle/>
          <a:p>
            <a:pPr>
              <a:spcAft>
                <a:spcPts val="600"/>
              </a:spcAft>
            </a:pPr>
            <a:fld id="{565C35AA-19CE-4E52-8D60-40876D44CD86}" type="slidenum">
              <a:rPr lang="en-US" sz="1100">
                <a:solidFill>
                  <a:schemeClr val="tx1">
                    <a:lumMod val="50000"/>
                    <a:lumOff val="50000"/>
                  </a:schemeClr>
                </a:solidFill>
              </a:rPr>
              <a:pPr>
                <a:spcAft>
                  <a:spcPts val="600"/>
                </a:spcAft>
              </a:pPr>
              <a:t>21</a:t>
            </a:fld>
            <a:endParaRPr lang="en-US" sz="1100">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92F9BFAA-6D1E-9BD9-BBCD-C9C97AC11B8B}"/>
              </a:ext>
            </a:extLst>
          </p:cNvPr>
          <p:cNvGraphicFramePr>
            <a:graphicFrameLocks noGrp="1"/>
          </p:cNvGraphicFramePr>
          <p:nvPr>
            <p:ph idx="1"/>
            <p:extLst>
              <p:ext uri="{D42A27DB-BD31-4B8C-83A1-F6EECF244321}">
                <p14:modId xmlns:p14="http://schemas.microsoft.com/office/powerpoint/2010/main" val="546818403"/>
              </p:ext>
            </p:extLst>
          </p:nvPr>
        </p:nvGraphicFramePr>
        <p:xfrm>
          <a:off x="644056" y="1575459"/>
          <a:ext cx="10927829" cy="4729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784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2C045-1B12-D66A-93E0-6D0043146C56}"/>
              </a:ext>
            </a:extLst>
          </p:cNvPr>
          <p:cNvSpPr>
            <a:spLocks noGrp="1"/>
          </p:cNvSpPr>
          <p:nvPr>
            <p:ph type="title"/>
          </p:nvPr>
        </p:nvSpPr>
        <p:spPr>
          <a:xfrm>
            <a:off x="838200" y="136526"/>
            <a:ext cx="10515600" cy="824370"/>
          </a:xfrm>
        </p:spPr>
        <p:txBody>
          <a:bodyPr>
            <a:normAutofit fontScale="90000"/>
          </a:bodyPr>
          <a:lstStyle/>
          <a:p>
            <a:pPr algn="ctr"/>
            <a:r>
              <a:rPr lang="en-US" b="1" dirty="0"/>
              <a:t>Getting an Inside Look: Given Imaging’s Camera Pilla(17/)</a:t>
            </a:r>
          </a:p>
        </p:txBody>
      </p:sp>
      <p:sp>
        <p:nvSpPr>
          <p:cNvPr id="3" name="Content Placeholder 2">
            <a:extLst>
              <a:ext uri="{FF2B5EF4-FFF2-40B4-BE49-F238E27FC236}">
                <a16:creationId xmlns:a16="http://schemas.microsoft.com/office/drawing/2014/main" id="{424727FB-B5CF-654F-17A9-D5F9DAFAB578}"/>
              </a:ext>
            </a:extLst>
          </p:cNvPr>
          <p:cNvSpPr>
            <a:spLocks noGrp="1"/>
          </p:cNvSpPr>
          <p:nvPr>
            <p:ph idx="1"/>
          </p:nvPr>
        </p:nvSpPr>
        <p:spPr>
          <a:xfrm>
            <a:off x="838200" y="1115878"/>
            <a:ext cx="10515600" cy="5061085"/>
          </a:xfrm>
        </p:spPr>
        <p:txBody>
          <a:bodyPr/>
          <a:lstStyle/>
          <a:p>
            <a:endParaRPr lang="en-US"/>
          </a:p>
        </p:txBody>
      </p:sp>
      <p:sp>
        <p:nvSpPr>
          <p:cNvPr id="4" name="Slide Number Placeholder 3">
            <a:extLst>
              <a:ext uri="{FF2B5EF4-FFF2-40B4-BE49-F238E27FC236}">
                <a16:creationId xmlns:a16="http://schemas.microsoft.com/office/drawing/2014/main" id="{F8EDDF2D-5C00-F4A9-AA60-60D16641DD87}"/>
              </a:ext>
            </a:extLst>
          </p:cNvPr>
          <p:cNvSpPr>
            <a:spLocks noGrp="1"/>
          </p:cNvSpPr>
          <p:nvPr>
            <p:ph type="sldNum" sz="quarter" idx="12"/>
          </p:nvPr>
        </p:nvSpPr>
        <p:spPr/>
        <p:txBody>
          <a:bodyPr/>
          <a:lstStyle/>
          <a:p>
            <a:fld id="{565C35AA-19CE-4E52-8D60-40876D44CD86}" type="slidenum">
              <a:rPr lang="en-US" smtClean="0"/>
              <a:t>22</a:t>
            </a:fld>
            <a:endParaRPr lang="en-US"/>
          </a:p>
        </p:txBody>
      </p:sp>
    </p:spTree>
    <p:extLst>
      <p:ext uri="{BB962C8B-B14F-4D97-AF65-F5344CB8AC3E}">
        <p14:creationId xmlns:p14="http://schemas.microsoft.com/office/powerpoint/2010/main" val="34111815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21663</TotalTime>
  <Words>2208</Words>
  <Application>Microsoft Office PowerPoint</Application>
  <PresentationFormat>Widescreen</PresentationFormat>
  <Paragraphs>131</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Calibri</vt:lpstr>
      <vt:lpstr>Office Theme</vt:lpstr>
      <vt:lpstr>PowerPoint Presentation</vt:lpstr>
      <vt:lpstr>PowerPoint Presentation</vt:lpstr>
      <vt:lpstr>Part One Industry Dynamics of Technological Innovation  Chapter Two Sources of Innovation</vt:lpstr>
      <vt:lpstr>OUTLINES(1/2)</vt:lpstr>
      <vt:lpstr>OUTLINES(2/2)</vt:lpstr>
      <vt:lpstr>Getting an Inside Look: Given Imaging’s Camera Pilla(1/)</vt:lpstr>
      <vt:lpstr>Getting an Inside Look: Given Imaging’s Camera Pilla(2/)</vt:lpstr>
      <vt:lpstr>Getting an Inside Look: Given Imaging’s Camera Pilla(3/)</vt:lpstr>
      <vt:lpstr>Getting an Inside Look: Given Imaging’s Camera Pilla(4/)</vt:lpstr>
      <vt:lpstr>Getting an Inside Look: Given Imaging’s Camera Pilla(5/)</vt:lpstr>
      <vt:lpstr>Getting an Inside Look: Given Imaging’s Camera Pilla(6/)</vt:lpstr>
      <vt:lpstr>Getting an Inside Look: Given Imaging’s Camera Pilla(7/)</vt:lpstr>
      <vt:lpstr>Getting an Inside Look: Given Imaging’s Camera Pilla(8/)</vt:lpstr>
      <vt:lpstr>Getting an Inside Look: Given Imaging’s Camera Pilla(9/)</vt:lpstr>
      <vt:lpstr>Getting an Inside Look: Given Imaging’s Camera Pilla(10/)</vt:lpstr>
      <vt:lpstr>Getting an Inside Look: Given Imaging’s Camera Pilla(11/)</vt:lpstr>
      <vt:lpstr>Getting an Inside Look: Given Imaging’s Camera Pilla(12/)</vt:lpstr>
      <vt:lpstr>Getting an Inside Look: Given Imaging’s Camera Pilla(13/)</vt:lpstr>
      <vt:lpstr>Getting an Inside Look: Given Imaging’s Camera Pilla(14/)</vt:lpstr>
      <vt:lpstr>Getting an Inside Look: Given Imaging’s Camera Pilla(15/)</vt:lpstr>
      <vt:lpstr>Getting an Inside Look: Given Imaging’s Camera Pilla(16/)</vt:lpstr>
      <vt:lpstr>Getting an Inside Look: Given Imaging’s Camera Pilla(17/)</vt:lpstr>
    </vt:vector>
  </TitlesOfParts>
  <Company>Windows 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ENGR HUZAIFA SHAHBAZ</dc:creator>
  <cp:lastModifiedBy>ENGR HUZAIFA SHAHBAZ</cp:lastModifiedBy>
  <cp:revision>6</cp:revision>
  <dcterms:created xsi:type="dcterms:W3CDTF">2026-06-27T05:14:32Z</dcterms:created>
  <dcterms:modified xsi:type="dcterms:W3CDTF">2026-07-12T06:56:13Z</dcterms:modified>
</cp:coreProperties>
</file>