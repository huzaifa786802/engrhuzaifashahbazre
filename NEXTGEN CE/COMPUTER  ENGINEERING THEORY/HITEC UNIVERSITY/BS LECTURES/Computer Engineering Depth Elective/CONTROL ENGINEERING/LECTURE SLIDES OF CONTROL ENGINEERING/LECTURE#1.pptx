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2" d="100"/>
          <a:sy n="62" d="100"/>
        </p:scale>
        <p:origin x="97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ata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ata1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8.png"/><Relationship Id="rId7" Type="http://schemas.openxmlformats.org/officeDocument/2006/relationships/image" Target="../media/image29.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1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8.png"/><Relationship Id="rId7" Type="http://schemas.openxmlformats.org/officeDocument/2006/relationships/image" Target="../media/image29.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E0C14B-7D5A-48C6-AB57-542472E8BFE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9E6F016-D9E0-4833-8A3D-D37E8A37AAC3}">
      <dgm:prSet/>
      <dgm:spPr/>
      <dgm:t>
        <a:bodyPr/>
        <a:lstStyle/>
        <a:p>
          <a:r>
            <a:rPr lang="en-US"/>
            <a:t>Introduction</a:t>
          </a:r>
        </a:p>
      </dgm:t>
    </dgm:pt>
    <dgm:pt modelId="{973C99C9-B822-4C2F-B454-FFEEC26E2C7B}" type="parTrans" cxnId="{326F2ED4-1CEA-4611-B668-8A7CF96AB8AF}">
      <dgm:prSet/>
      <dgm:spPr/>
      <dgm:t>
        <a:bodyPr/>
        <a:lstStyle/>
        <a:p>
          <a:endParaRPr lang="en-US"/>
        </a:p>
      </dgm:t>
    </dgm:pt>
    <dgm:pt modelId="{FF214A9D-B341-414B-8AC4-5751703282F1}" type="sibTrans" cxnId="{326F2ED4-1CEA-4611-B668-8A7CF96AB8AF}">
      <dgm:prSet/>
      <dgm:spPr/>
      <dgm:t>
        <a:bodyPr/>
        <a:lstStyle/>
        <a:p>
          <a:endParaRPr lang="en-US"/>
        </a:p>
      </dgm:t>
    </dgm:pt>
    <dgm:pt modelId="{0798A814-D326-42C2-89DD-2F3C00DE0DC0}">
      <dgm:prSet/>
      <dgm:spPr/>
      <dgm:t>
        <a:bodyPr/>
        <a:lstStyle/>
        <a:p>
          <a:r>
            <a:rPr lang="en-US"/>
            <a:t>Automatic control  has played vital role in the advance  of engineering and science.</a:t>
          </a:r>
        </a:p>
      </dgm:t>
    </dgm:pt>
    <dgm:pt modelId="{D1A988C4-F682-4673-B84E-96EAC4595DED}" type="parTrans" cxnId="{1E130EA5-42A3-44F4-B91B-CF97725964C3}">
      <dgm:prSet/>
      <dgm:spPr/>
      <dgm:t>
        <a:bodyPr/>
        <a:lstStyle/>
        <a:p>
          <a:endParaRPr lang="en-US"/>
        </a:p>
      </dgm:t>
    </dgm:pt>
    <dgm:pt modelId="{4C8A0B0A-9B64-4DE9-AB4B-B96017CFE7E4}" type="sibTrans" cxnId="{1E130EA5-42A3-44F4-B91B-CF97725964C3}">
      <dgm:prSet/>
      <dgm:spPr/>
      <dgm:t>
        <a:bodyPr/>
        <a:lstStyle/>
        <a:p>
          <a:endParaRPr lang="en-US"/>
        </a:p>
      </dgm:t>
    </dgm:pt>
    <dgm:pt modelId="{B175A9F3-D916-44AB-92A8-F1A5F5D803ED}">
      <dgm:prSet/>
      <dgm:spPr/>
      <dgm:t>
        <a:bodyPr/>
        <a:lstStyle/>
        <a:p>
          <a:r>
            <a:rPr lang="en-US"/>
            <a:t>In addition to its extreme importance in space-vehicle systems, missile-guidance systems, robotic system and like ,automatic control  has become an important and integral part of modern manufacturing  and industrial processes.</a:t>
          </a:r>
        </a:p>
      </dgm:t>
    </dgm:pt>
    <dgm:pt modelId="{7784366F-96FC-4CFE-AC96-C638BD21A98D}" type="parTrans" cxnId="{8F97914F-4D34-41DB-A834-E6C28791A2E5}">
      <dgm:prSet/>
      <dgm:spPr/>
      <dgm:t>
        <a:bodyPr/>
        <a:lstStyle/>
        <a:p>
          <a:endParaRPr lang="en-US"/>
        </a:p>
      </dgm:t>
    </dgm:pt>
    <dgm:pt modelId="{B3415882-5EB4-4333-9F9B-46B72A358A79}" type="sibTrans" cxnId="{8F97914F-4D34-41DB-A834-E6C28791A2E5}">
      <dgm:prSet/>
      <dgm:spPr/>
      <dgm:t>
        <a:bodyPr/>
        <a:lstStyle/>
        <a:p>
          <a:endParaRPr lang="en-US"/>
        </a:p>
      </dgm:t>
    </dgm:pt>
    <dgm:pt modelId="{F2A7C1F9-CA9A-4773-A787-760F095E9E47}">
      <dgm:prSet/>
      <dgm:spPr/>
      <dgm:t>
        <a:bodyPr/>
        <a:lstStyle/>
        <a:p>
          <a:r>
            <a:rPr lang="en-US"/>
            <a:t>For example, automatic control is essential in the numerical control  of machine tools in the manufacturing  industries, in the design of autopilot  systems in the aerospace industries and in the design of cars and trucks in the automobile industries.</a:t>
          </a:r>
        </a:p>
      </dgm:t>
    </dgm:pt>
    <dgm:pt modelId="{7251851A-3A10-4548-8591-62EAE71D0C70}" type="parTrans" cxnId="{C3040A15-695F-426C-BA55-E6012775C401}">
      <dgm:prSet/>
      <dgm:spPr/>
      <dgm:t>
        <a:bodyPr/>
        <a:lstStyle/>
        <a:p>
          <a:endParaRPr lang="en-US"/>
        </a:p>
      </dgm:t>
    </dgm:pt>
    <dgm:pt modelId="{8E09DF71-4F3C-489E-B130-88300EC61FEB}" type="sibTrans" cxnId="{C3040A15-695F-426C-BA55-E6012775C401}">
      <dgm:prSet/>
      <dgm:spPr/>
      <dgm:t>
        <a:bodyPr/>
        <a:lstStyle/>
        <a:p>
          <a:endParaRPr lang="en-US"/>
        </a:p>
      </dgm:t>
    </dgm:pt>
    <dgm:pt modelId="{11F3EC57-EF5F-407A-BFAF-92B9F71696B7}" type="pres">
      <dgm:prSet presAssocID="{65E0C14B-7D5A-48C6-AB57-542472E8BFEF}" presName="linear" presStyleCnt="0">
        <dgm:presLayoutVars>
          <dgm:animLvl val="lvl"/>
          <dgm:resizeHandles val="exact"/>
        </dgm:presLayoutVars>
      </dgm:prSet>
      <dgm:spPr/>
    </dgm:pt>
    <dgm:pt modelId="{BE8E10FB-0FCE-4DEF-BB2E-AE8C2A19A5E3}" type="pres">
      <dgm:prSet presAssocID="{E9E6F016-D9E0-4833-8A3D-D37E8A37AAC3}" presName="parentText" presStyleLbl="node1" presStyleIdx="0" presStyleCnt="4">
        <dgm:presLayoutVars>
          <dgm:chMax val="0"/>
          <dgm:bulletEnabled val="1"/>
        </dgm:presLayoutVars>
      </dgm:prSet>
      <dgm:spPr/>
    </dgm:pt>
    <dgm:pt modelId="{2B62B882-6C35-44AE-81E8-6C8E75FCC3E1}" type="pres">
      <dgm:prSet presAssocID="{FF214A9D-B341-414B-8AC4-5751703282F1}" presName="spacer" presStyleCnt="0"/>
      <dgm:spPr/>
    </dgm:pt>
    <dgm:pt modelId="{912876D1-E441-4E30-81D9-F7A301283B68}" type="pres">
      <dgm:prSet presAssocID="{0798A814-D326-42C2-89DD-2F3C00DE0DC0}" presName="parentText" presStyleLbl="node1" presStyleIdx="1" presStyleCnt="4">
        <dgm:presLayoutVars>
          <dgm:chMax val="0"/>
          <dgm:bulletEnabled val="1"/>
        </dgm:presLayoutVars>
      </dgm:prSet>
      <dgm:spPr/>
    </dgm:pt>
    <dgm:pt modelId="{82851FB9-4794-4504-B602-EA44EEFFE94B}" type="pres">
      <dgm:prSet presAssocID="{4C8A0B0A-9B64-4DE9-AB4B-B96017CFE7E4}" presName="spacer" presStyleCnt="0"/>
      <dgm:spPr/>
    </dgm:pt>
    <dgm:pt modelId="{0A61E797-2EDD-4978-B932-C8B3EE577D0B}" type="pres">
      <dgm:prSet presAssocID="{B175A9F3-D916-44AB-92A8-F1A5F5D803ED}" presName="parentText" presStyleLbl="node1" presStyleIdx="2" presStyleCnt="4">
        <dgm:presLayoutVars>
          <dgm:chMax val="0"/>
          <dgm:bulletEnabled val="1"/>
        </dgm:presLayoutVars>
      </dgm:prSet>
      <dgm:spPr/>
    </dgm:pt>
    <dgm:pt modelId="{D1345ED7-8F2D-497E-A99E-1DE9F380EC28}" type="pres">
      <dgm:prSet presAssocID="{B3415882-5EB4-4333-9F9B-46B72A358A79}" presName="spacer" presStyleCnt="0"/>
      <dgm:spPr/>
    </dgm:pt>
    <dgm:pt modelId="{F9741E26-0EC7-409A-AC6A-5743EC819ADF}" type="pres">
      <dgm:prSet presAssocID="{F2A7C1F9-CA9A-4773-A787-760F095E9E47}" presName="parentText" presStyleLbl="node1" presStyleIdx="3" presStyleCnt="4">
        <dgm:presLayoutVars>
          <dgm:chMax val="0"/>
          <dgm:bulletEnabled val="1"/>
        </dgm:presLayoutVars>
      </dgm:prSet>
      <dgm:spPr/>
    </dgm:pt>
  </dgm:ptLst>
  <dgm:cxnLst>
    <dgm:cxn modelId="{C3040A15-695F-426C-BA55-E6012775C401}" srcId="{65E0C14B-7D5A-48C6-AB57-542472E8BFEF}" destId="{F2A7C1F9-CA9A-4773-A787-760F095E9E47}" srcOrd="3" destOrd="0" parTransId="{7251851A-3A10-4548-8591-62EAE71D0C70}" sibTransId="{8E09DF71-4F3C-489E-B130-88300EC61FEB}"/>
    <dgm:cxn modelId="{259ED71A-36E0-4B24-B0CC-0BB701A54348}" type="presOf" srcId="{F2A7C1F9-CA9A-4773-A787-760F095E9E47}" destId="{F9741E26-0EC7-409A-AC6A-5743EC819ADF}" srcOrd="0" destOrd="0" presId="urn:microsoft.com/office/officeart/2005/8/layout/vList2"/>
    <dgm:cxn modelId="{E34B6B37-1DEE-4143-8251-599D369B24A8}" type="presOf" srcId="{65E0C14B-7D5A-48C6-AB57-542472E8BFEF}" destId="{11F3EC57-EF5F-407A-BFAF-92B9F71696B7}" srcOrd="0" destOrd="0" presId="urn:microsoft.com/office/officeart/2005/8/layout/vList2"/>
    <dgm:cxn modelId="{AF2B4B46-9221-469F-9D4D-5FBB2F95B551}" type="presOf" srcId="{E9E6F016-D9E0-4833-8A3D-D37E8A37AAC3}" destId="{BE8E10FB-0FCE-4DEF-BB2E-AE8C2A19A5E3}" srcOrd="0" destOrd="0" presId="urn:microsoft.com/office/officeart/2005/8/layout/vList2"/>
    <dgm:cxn modelId="{FF414069-5454-4C3C-B6BF-3102DDA3B460}" type="presOf" srcId="{B175A9F3-D916-44AB-92A8-F1A5F5D803ED}" destId="{0A61E797-2EDD-4978-B932-C8B3EE577D0B}" srcOrd="0" destOrd="0" presId="urn:microsoft.com/office/officeart/2005/8/layout/vList2"/>
    <dgm:cxn modelId="{9B6E3A6C-A1E4-45BD-8174-791DB6BB4564}" type="presOf" srcId="{0798A814-D326-42C2-89DD-2F3C00DE0DC0}" destId="{912876D1-E441-4E30-81D9-F7A301283B68}" srcOrd="0" destOrd="0" presId="urn:microsoft.com/office/officeart/2005/8/layout/vList2"/>
    <dgm:cxn modelId="{8F97914F-4D34-41DB-A834-E6C28791A2E5}" srcId="{65E0C14B-7D5A-48C6-AB57-542472E8BFEF}" destId="{B175A9F3-D916-44AB-92A8-F1A5F5D803ED}" srcOrd="2" destOrd="0" parTransId="{7784366F-96FC-4CFE-AC96-C638BD21A98D}" sibTransId="{B3415882-5EB4-4333-9F9B-46B72A358A79}"/>
    <dgm:cxn modelId="{1E130EA5-42A3-44F4-B91B-CF97725964C3}" srcId="{65E0C14B-7D5A-48C6-AB57-542472E8BFEF}" destId="{0798A814-D326-42C2-89DD-2F3C00DE0DC0}" srcOrd="1" destOrd="0" parTransId="{D1A988C4-F682-4673-B84E-96EAC4595DED}" sibTransId="{4C8A0B0A-9B64-4DE9-AB4B-B96017CFE7E4}"/>
    <dgm:cxn modelId="{326F2ED4-1CEA-4611-B668-8A7CF96AB8AF}" srcId="{65E0C14B-7D5A-48C6-AB57-542472E8BFEF}" destId="{E9E6F016-D9E0-4833-8A3D-D37E8A37AAC3}" srcOrd="0" destOrd="0" parTransId="{973C99C9-B822-4C2F-B454-FFEEC26E2C7B}" sibTransId="{FF214A9D-B341-414B-8AC4-5751703282F1}"/>
    <dgm:cxn modelId="{45E40065-348A-4EA4-96E6-041B7D3C26F6}" type="presParOf" srcId="{11F3EC57-EF5F-407A-BFAF-92B9F71696B7}" destId="{BE8E10FB-0FCE-4DEF-BB2E-AE8C2A19A5E3}" srcOrd="0" destOrd="0" presId="urn:microsoft.com/office/officeart/2005/8/layout/vList2"/>
    <dgm:cxn modelId="{D1AB464F-30A7-4378-9602-8833561AA0D2}" type="presParOf" srcId="{11F3EC57-EF5F-407A-BFAF-92B9F71696B7}" destId="{2B62B882-6C35-44AE-81E8-6C8E75FCC3E1}" srcOrd="1" destOrd="0" presId="urn:microsoft.com/office/officeart/2005/8/layout/vList2"/>
    <dgm:cxn modelId="{1006CCA0-A6F5-4259-AD6C-35B7DA07BCCC}" type="presParOf" srcId="{11F3EC57-EF5F-407A-BFAF-92B9F71696B7}" destId="{912876D1-E441-4E30-81D9-F7A301283B68}" srcOrd="2" destOrd="0" presId="urn:microsoft.com/office/officeart/2005/8/layout/vList2"/>
    <dgm:cxn modelId="{2DE8AEAF-DD3B-4317-B2D8-797A2079094E}" type="presParOf" srcId="{11F3EC57-EF5F-407A-BFAF-92B9F71696B7}" destId="{82851FB9-4794-4504-B602-EA44EEFFE94B}" srcOrd="3" destOrd="0" presId="urn:microsoft.com/office/officeart/2005/8/layout/vList2"/>
    <dgm:cxn modelId="{D9C149EE-852E-46AE-897D-83B124E92B80}" type="presParOf" srcId="{11F3EC57-EF5F-407A-BFAF-92B9F71696B7}" destId="{0A61E797-2EDD-4978-B932-C8B3EE577D0B}" srcOrd="4" destOrd="0" presId="urn:microsoft.com/office/officeart/2005/8/layout/vList2"/>
    <dgm:cxn modelId="{086C0228-B885-4E99-B73D-6F18352AB7A2}" type="presParOf" srcId="{11F3EC57-EF5F-407A-BFAF-92B9F71696B7}" destId="{D1345ED7-8F2D-497E-A99E-1DE9F380EC28}" srcOrd="5" destOrd="0" presId="urn:microsoft.com/office/officeart/2005/8/layout/vList2"/>
    <dgm:cxn modelId="{4C6E35BE-8010-4EE0-BB6B-B80719B22A41}" type="presParOf" srcId="{11F3EC57-EF5F-407A-BFAF-92B9F71696B7}" destId="{F9741E26-0EC7-409A-AC6A-5743EC819AD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2F4074-BEEF-426A-9A92-2560CCE5D8E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1B66A78-8442-475B-98F8-449A6F610641}">
      <dgm:prSet/>
      <dgm:spPr/>
      <dgm:t>
        <a:bodyPr/>
        <a:lstStyle/>
        <a:p>
          <a:r>
            <a:rPr lang="en-US"/>
            <a:t>It is also essential in such industries operations such as controlling  pressure , temperature, humidity, viscosity and flow in the process industries.</a:t>
          </a:r>
        </a:p>
      </dgm:t>
    </dgm:pt>
    <dgm:pt modelId="{4B47EAF0-EE49-498D-91B7-0986A73C5D25}" type="parTrans" cxnId="{4D7A954A-F16D-418A-98E0-3B842EE3CE58}">
      <dgm:prSet/>
      <dgm:spPr/>
      <dgm:t>
        <a:bodyPr/>
        <a:lstStyle/>
        <a:p>
          <a:endParaRPr lang="en-US"/>
        </a:p>
      </dgm:t>
    </dgm:pt>
    <dgm:pt modelId="{76DB1B1A-59E1-4317-AE5B-DE0924CAA1A9}" type="sibTrans" cxnId="{4D7A954A-F16D-418A-98E0-3B842EE3CE58}">
      <dgm:prSet/>
      <dgm:spPr/>
      <dgm:t>
        <a:bodyPr/>
        <a:lstStyle/>
        <a:p>
          <a:endParaRPr lang="en-US"/>
        </a:p>
      </dgm:t>
    </dgm:pt>
    <dgm:pt modelId="{89201341-48E2-42A2-9078-8554C9C17DCA}">
      <dgm:prSet/>
      <dgm:spPr/>
      <dgm:t>
        <a:bodyPr/>
        <a:lstStyle/>
        <a:p>
          <a:r>
            <a:rPr lang="en-US"/>
            <a:t>Since advances in the theory and practice of automatic control provide  the means for attaining optimal performance  of dynamic systems, improving  productivity, relieving  the drudgery of many routine repetitive manual  operations and more ,most engineers and scientists must now have a good understanding  of this field.</a:t>
          </a:r>
        </a:p>
      </dgm:t>
    </dgm:pt>
    <dgm:pt modelId="{8CE84E72-C243-4FDA-9F50-5873EC3E9C9A}" type="parTrans" cxnId="{3A72FD60-95E1-420C-ADD6-97DB7584FDB4}">
      <dgm:prSet/>
      <dgm:spPr/>
      <dgm:t>
        <a:bodyPr/>
        <a:lstStyle/>
        <a:p>
          <a:endParaRPr lang="en-US"/>
        </a:p>
      </dgm:t>
    </dgm:pt>
    <dgm:pt modelId="{29D0FA5E-9FE6-42A4-B4DA-29E1DB9909DB}" type="sibTrans" cxnId="{3A72FD60-95E1-420C-ADD6-97DB7584FDB4}">
      <dgm:prSet/>
      <dgm:spPr/>
      <dgm:t>
        <a:bodyPr/>
        <a:lstStyle/>
        <a:p>
          <a:endParaRPr lang="en-US"/>
        </a:p>
      </dgm:t>
    </dgm:pt>
    <dgm:pt modelId="{DC8216C1-BEC1-46FA-9D81-E916EADE2F4F}" type="pres">
      <dgm:prSet presAssocID="{5B2F4074-BEEF-426A-9A92-2560CCE5D8EE}" presName="root" presStyleCnt="0">
        <dgm:presLayoutVars>
          <dgm:dir/>
          <dgm:resizeHandles val="exact"/>
        </dgm:presLayoutVars>
      </dgm:prSet>
      <dgm:spPr/>
    </dgm:pt>
    <dgm:pt modelId="{E031E7F6-38DB-41C4-A7E2-2B65611E5038}" type="pres">
      <dgm:prSet presAssocID="{71B66A78-8442-475B-98F8-449A6F610641}" presName="compNode" presStyleCnt="0"/>
      <dgm:spPr/>
    </dgm:pt>
    <dgm:pt modelId="{36A662A7-7ECA-44A4-A774-C3CDA18CCD1E}" type="pres">
      <dgm:prSet presAssocID="{71B66A78-8442-475B-98F8-449A6F610641}" presName="bgRect" presStyleLbl="bgShp" presStyleIdx="0" presStyleCnt="2"/>
      <dgm:spPr/>
    </dgm:pt>
    <dgm:pt modelId="{407B135C-D27A-4A36-BE07-6917B8996675}" type="pres">
      <dgm:prSet presAssocID="{71B66A78-8442-475B-98F8-449A6F61064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eball Hat"/>
        </a:ext>
      </dgm:extLst>
    </dgm:pt>
    <dgm:pt modelId="{524FFBD7-CDA6-47CD-901E-A119A8E246B4}" type="pres">
      <dgm:prSet presAssocID="{71B66A78-8442-475B-98F8-449A6F610641}" presName="spaceRect" presStyleCnt="0"/>
      <dgm:spPr/>
    </dgm:pt>
    <dgm:pt modelId="{5D2BA257-FCE3-4D51-A452-1F274113EF56}" type="pres">
      <dgm:prSet presAssocID="{71B66A78-8442-475B-98F8-449A6F610641}" presName="parTx" presStyleLbl="revTx" presStyleIdx="0" presStyleCnt="2">
        <dgm:presLayoutVars>
          <dgm:chMax val="0"/>
          <dgm:chPref val="0"/>
        </dgm:presLayoutVars>
      </dgm:prSet>
      <dgm:spPr/>
    </dgm:pt>
    <dgm:pt modelId="{A249EC40-85D6-49D5-8167-923062A1652B}" type="pres">
      <dgm:prSet presAssocID="{76DB1B1A-59E1-4317-AE5B-DE0924CAA1A9}" presName="sibTrans" presStyleCnt="0"/>
      <dgm:spPr/>
    </dgm:pt>
    <dgm:pt modelId="{0F011C03-F9AA-47EF-8390-904F40F6E1BD}" type="pres">
      <dgm:prSet presAssocID="{89201341-48E2-42A2-9078-8554C9C17DCA}" presName="compNode" presStyleCnt="0"/>
      <dgm:spPr/>
    </dgm:pt>
    <dgm:pt modelId="{42C52D47-3D1F-4A24-9697-C3E12E3CA73E}" type="pres">
      <dgm:prSet presAssocID="{89201341-48E2-42A2-9078-8554C9C17DCA}" presName="bgRect" presStyleLbl="bgShp" presStyleIdx="1" presStyleCnt="2"/>
      <dgm:spPr/>
    </dgm:pt>
    <dgm:pt modelId="{B24A4C7C-A6A8-4E79-8008-27942BB7A1BF}" type="pres">
      <dgm:prSet presAssocID="{89201341-48E2-42A2-9078-8554C9C17DC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41C2AD92-4A8C-4756-94BB-3586EB288834}" type="pres">
      <dgm:prSet presAssocID="{89201341-48E2-42A2-9078-8554C9C17DCA}" presName="spaceRect" presStyleCnt="0"/>
      <dgm:spPr/>
    </dgm:pt>
    <dgm:pt modelId="{7B6C5942-A115-4141-A759-5A95FDDA2300}" type="pres">
      <dgm:prSet presAssocID="{89201341-48E2-42A2-9078-8554C9C17DCA}" presName="parTx" presStyleLbl="revTx" presStyleIdx="1" presStyleCnt="2">
        <dgm:presLayoutVars>
          <dgm:chMax val="0"/>
          <dgm:chPref val="0"/>
        </dgm:presLayoutVars>
      </dgm:prSet>
      <dgm:spPr/>
    </dgm:pt>
  </dgm:ptLst>
  <dgm:cxnLst>
    <dgm:cxn modelId="{3A72FD60-95E1-420C-ADD6-97DB7584FDB4}" srcId="{5B2F4074-BEEF-426A-9A92-2560CCE5D8EE}" destId="{89201341-48E2-42A2-9078-8554C9C17DCA}" srcOrd="1" destOrd="0" parTransId="{8CE84E72-C243-4FDA-9F50-5873EC3E9C9A}" sibTransId="{29D0FA5E-9FE6-42A4-B4DA-29E1DB9909DB}"/>
    <dgm:cxn modelId="{4D7A954A-F16D-418A-98E0-3B842EE3CE58}" srcId="{5B2F4074-BEEF-426A-9A92-2560CCE5D8EE}" destId="{71B66A78-8442-475B-98F8-449A6F610641}" srcOrd="0" destOrd="0" parTransId="{4B47EAF0-EE49-498D-91B7-0986A73C5D25}" sibTransId="{76DB1B1A-59E1-4317-AE5B-DE0924CAA1A9}"/>
    <dgm:cxn modelId="{A76917C7-C49A-4E8E-B514-B97BDE9BE053}" type="presOf" srcId="{5B2F4074-BEEF-426A-9A92-2560CCE5D8EE}" destId="{DC8216C1-BEC1-46FA-9D81-E916EADE2F4F}" srcOrd="0" destOrd="0" presId="urn:microsoft.com/office/officeart/2018/2/layout/IconVerticalSolidList"/>
    <dgm:cxn modelId="{3D6B49E2-FEC2-4C43-A0F2-D1948E781D7C}" type="presOf" srcId="{71B66A78-8442-475B-98F8-449A6F610641}" destId="{5D2BA257-FCE3-4D51-A452-1F274113EF56}" srcOrd="0" destOrd="0" presId="urn:microsoft.com/office/officeart/2018/2/layout/IconVerticalSolidList"/>
    <dgm:cxn modelId="{B39195FC-189F-4973-BE49-3DD7101BE196}" type="presOf" srcId="{89201341-48E2-42A2-9078-8554C9C17DCA}" destId="{7B6C5942-A115-4141-A759-5A95FDDA2300}" srcOrd="0" destOrd="0" presId="urn:microsoft.com/office/officeart/2018/2/layout/IconVerticalSolidList"/>
    <dgm:cxn modelId="{C76C93D4-55F2-4A69-8647-C9FBA7404734}" type="presParOf" srcId="{DC8216C1-BEC1-46FA-9D81-E916EADE2F4F}" destId="{E031E7F6-38DB-41C4-A7E2-2B65611E5038}" srcOrd="0" destOrd="0" presId="urn:microsoft.com/office/officeart/2018/2/layout/IconVerticalSolidList"/>
    <dgm:cxn modelId="{C9AA2512-3EBB-4AE9-A9AD-8FAFFE02C6A3}" type="presParOf" srcId="{E031E7F6-38DB-41C4-A7E2-2B65611E5038}" destId="{36A662A7-7ECA-44A4-A774-C3CDA18CCD1E}" srcOrd="0" destOrd="0" presId="urn:microsoft.com/office/officeart/2018/2/layout/IconVerticalSolidList"/>
    <dgm:cxn modelId="{7B8F7604-D530-4EAB-9875-728A60F0516A}" type="presParOf" srcId="{E031E7F6-38DB-41C4-A7E2-2B65611E5038}" destId="{407B135C-D27A-4A36-BE07-6917B8996675}" srcOrd="1" destOrd="0" presId="urn:microsoft.com/office/officeart/2018/2/layout/IconVerticalSolidList"/>
    <dgm:cxn modelId="{D0EE9C81-6494-4CE8-B6F8-BA62F28A4863}" type="presParOf" srcId="{E031E7F6-38DB-41C4-A7E2-2B65611E5038}" destId="{524FFBD7-CDA6-47CD-901E-A119A8E246B4}" srcOrd="2" destOrd="0" presId="urn:microsoft.com/office/officeart/2018/2/layout/IconVerticalSolidList"/>
    <dgm:cxn modelId="{9BF50530-2524-49C8-AF67-3C9189A1A3ED}" type="presParOf" srcId="{E031E7F6-38DB-41C4-A7E2-2B65611E5038}" destId="{5D2BA257-FCE3-4D51-A452-1F274113EF56}" srcOrd="3" destOrd="0" presId="urn:microsoft.com/office/officeart/2018/2/layout/IconVerticalSolidList"/>
    <dgm:cxn modelId="{34D51E18-B768-41EC-9AEA-7291EFBD6FF1}" type="presParOf" srcId="{DC8216C1-BEC1-46FA-9D81-E916EADE2F4F}" destId="{A249EC40-85D6-49D5-8167-923062A1652B}" srcOrd="1" destOrd="0" presId="urn:microsoft.com/office/officeart/2018/2/layout/IconVerticalSolidList"/>
    <dgm:cxn modelId="{E9A9584B-A9B3-4582-ADF1-FC8CBE950D16}" type="presParOf" srcId="{DC8216C1-BEC1-46FA-9D81-E916EADE2F4F}" destId="{0F011C03-F9AA-47EF-8390-904F40F6E1BD}" srcOrd="2" destOrd="0" presId="urn:microsoft.com/office/officeart/2018/2/layout/IconVerticalSolidList"/>
    <dgm:cxn modelId="{C92C3BE5-3EE8-481A-98C5-2C06AAF9D3C1}" type="presParOf" srcId="{0F011C03-F9AA-47EF-8390-904F40F6E1BD}" destId="{42C52D47-3D1F-4A24-9697-C3E12E3CA73E}" srcOrd="0" destOrd="0" presId="urn:microsoft.com/office/officeart/2018/2/layout/IconVerticalSolidList"/>
    <dgm:cxn modelId="{A453AB6D-501A-44D8-ABB9-17861CB0FC66}" type="presParOf" srcId="{0F011C03-F9AA-47EF-8390-904F40F6E1BD}" destId="{B24A4C7C-A6A8-4E79-8008-27942BB7A1BF}" srcOrd="1" destOrd="0" presId="urn:microsoft.com/office/officeart/2018/2/layout/IconVerticalSolidList"/>
    <dgm:cxn modelId="{E6DD77FC-79CE-4C89-A5DB-86F8227F0C1F}" type="presParOf" srcId="{0F011C03-F9AA-47EF-8390-904F40F6E1BD}" destId="{41C2AD92-4A8C-4756-94BB-3586EB288834}" srcOrd="2" destOrd="0" presId="urn:microsoft.com/office/officeart/2018/2/layout/IconVerticalSolidList"/>
    <dgm:cxn modelId="{D22BA3F3-644B-45CF-BB09-2087F6F3B99F}" type="presParOf" srcId="{0F011C03-F9AA-47EF-8390-904F40F6E1BD}" destId="{7B6C5942-A115-4141-A759-5A95FDDA230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1A0825-57E9-48E1-B716-C8708D1139E4}" type="doc">
      <dgm:prSet loTypeId="urn:microsoft.com/office/officeart/2018/5/layout/IconLeaf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C7978981-A9E3-4A22-B032-FF9CB508CFF9}">
      <dgm:prSet custT="1"/>
      <dgm:spPr/>
      <dgm:t>
        <a:bodyPr/>
        <a:lstStyle/>
        <a:p>
          <a:pPr>
            <a:defRPr cap="all"/>
          </a:pPr>
          <a:r>
            <a:rPr lang="en-US" sz="1600" dirty="0"/>
            <a:t>Such systems  are ,in general acceptable but not optimal  in any meaningful sense.</a:t>
          </a:r>
        </a:p>
      </dgm:t>
    </dgm:pt>
    <dgm:pt modelId="{CDF33C81-C28D-46B3-97A3-66483F1B4F5A}" type="parTrans" cxnId="{41115443-753B-485C-B6C4-E751C51633DB}">
      <dgm:prSet/>
      <dgm:spPr/>
      <dgm:t>
        <a:bodyPr/>
        <a:lstStyle/>
        <a:p>
          <a:endParaRPr lang="en-US"/>
        </a:p>
      </dgm:t>
    </dgm:pt>
    <dgm:pt modelId="{2EF0C18E-534B-47AD-A04E-EA913FE57287}" type="sibTrans" cxnId="{41115443-753B-485C-B6C4-E751C51633DB}">
      <dgm:prSet/>
      <dgm:spPr/>
      <dgm:t>
        <a:bodyPr/>
        <a:lstStyle/>
        <a:p>
          <a:endParaRPr lang="en-US"/>
        </a:p>
      </dgm:t>
    </dgm:pt>
    <dgm:pt modelId="{711D36AC-F0B2-4556-8749-07C90B190E81}">
      <dgm:prSet custT="1"/>
      <dgm:spPr/>
      <dgm:t>
        <a:bodyPr/>
        <a:lstStyle/>
        <a:p>
          <a:pPr>
            <a:defRPr cap="all"/>
          </a:pPr>
          <a:r>
            <a:rPr lang="en-US" sz="1400" dirty="0"/>
            <a:t>Since the late 1950s, the emphasis in control design problems has been shifted from the design of one many systems that work to the design of one  optimal system in some meaningful sense.</a:t>
          </a:r>
        </a:p>
      </dgm:t>
    </dgm:pt>
    <dgm:pt modelId="{CA23BF5C-194F-47FE-B195-D5C25BAB936A}" type="parTrans" cxnId="{C9A0BBAA-75AE-40FB-8595-6F323976C46E}">
      <dgm:prSet/>
      <dgm:spPr/>
      <dgm:t>
        <a:bodyPr/>
        <a:lstStyle/>
        <a:p>
          <a:endParaRPr lang="en-US"/>
        </a:p>
      </dgm:t>
    </dgm:pt>
    <dgm:pt modelId="{952AB4FA-C220-4988-BC92-91E8D6195DC7}" type="sibTrans" cxnId="{C9A0BBAA-75AE-40FB-8595-6F323976C46E}">
      <dgm:prSet/>
      <dgm:spPr/>
      <dgm:t>
        <a:bodyPr/>
        <a:lstStyle/>
        <a:p>
          <a:endParaRPr lang="en-US"/>
        </a:p>
      </dgm:t>
    </dgm:pt>
    <dgm:pt modelId="{882E0DF0-7934-4D37-9AAB-1D09BF2711D0}">
      <dgm:prSet custT="1"/>
      <dgm:spPr/>
      <dgm:t>
        <a:bodyPr/>
        <a:lstStyle/>
        <a:p>
          <a:pPr>
            <a:defRPr cap="all"/>
          </a:pPr>
          <a:r>
            <a:rPr lang="en-US" sz="1600" dirty="0"/>
            <a:t>As modern plants with many inputs and outputs become increasingly complex, the description of a modern control system requires a large number of equations.</a:t>
          </a:r>
        </a:p>
      </dgm:t>
    </dgm:pt>
    <dgm:pt modelId="{70AB624D-ED1F-44F0-ABCD-CC9258951871}" type="parTrans" cxnId="{FCC6A7C2-C17A-49F1-A3EB-2576337D8C41}">
      <dgm:prSet/>
      <dgm:spPr/>
      <dgm:t>
        <a:bodyPr/>
        <a:lstStyle/>
        <a:p>
          <a:endParaRPr lang="en-US"/>
        </a:p>
      </dgm:t>
    </dgm:pt>
    <dgm:pt modelId="{5B12F5CD-78DE-48B4-A69F-BF2035512D58}" type="sibTrans" cxnId="{FCC6A7C2-C17A-49F1-A3EB-2576337D8C41}">
      <dgm:prSet/>
      <dgm:spPr/>
      <dgm:t>
        <a:bodyPr/>
        <a:lstStyle/>
        <a:p>
          <a:endParaRPr lang="en-US"/>
        </a:p>
      </dgm:t>
    </dgm:pt>
    <dgm:pt modelId="{D456930A-F03A-4A43-B4D8-9F62D9AA2627}">
      <dgm:prSet custT="1"/>
      <dgm:spPr/>
      <dgm:t>
        <a:bodyPr/>
        <a:lstStyle/>
        <a:p>
          <a:pPr>
            <a:defRPr cap="all"/>
          </a:pPr>
          <a:r>
            <a:rPr lang="en-US" sz="1600" dirty="0"/>
            <a:t>Classical control theory ,which deals only with single-input-single-output systems becomes powerless for multiple-input-multiple-outputs systems.</a:t>
          </a:r>
        </a:p>
      </dgm:t>
    </dgm:pt>
    <dgm:pt modelId="{24A7455C-CEB6-4B06-9C1B-AE70E527AD82}" type="parTrans" cxnId="{43A7C3DE-FC9D-4264-80B3-9683BE578834}">
      <dgm:prSet/>
      <dgm:spPr/>
      <dgm:t>
        <a:bodyPr/>
        <a:lstStyle/>
        <a:p>
          <a:endParaRPr lang="en-US"/>
        </a:p>
      </dgm:t>
    </dgm:pt>
    <dgm:pt modelId="{FFE1D1D6-EE6C-4D6D-977E-2996E277A9F7}" type="sibTrans" cxnId="{43A7C3DE-FC9D-4264-80B3-9683BE578834}">
      <dgm:prSet/>
      <dgm:spPr/>
      <dgm:t>
        <a:bodyPr/>
        <a:lstStyle/>
        <a:p>
          <a:endParaRPr lang="en-US"/>
        </a:p>
      </dgm:t>
    </dgm:pt>
    <dgm:pt modelId="{82CA3A66-0533-4AAB-BEDC-2645F7EB5BFC}" type="pres">
      <dgm:prSet presAssocID="{F11A0825-57E9-48E1-B716-C8708D1139E4}" presName="root" presStyleCnt="0">
        <dgm:presLayoutVars>
          <dgm:dir/>
          <dgm:resizeHandles val="exact"/>
        </dgm:presLayoutVars>
      </dgm:prSet>
      <dgm:spPr/>
    </dgm:pt>
    <dgm:pt modelId="{EAFCF86E-ABA6-4071-9962-1ED2666C0191}" type="pres">
      <dgm:prSet presAssocID="{C7978981-A9E3-4A22-B032-FF9CB508CFF9}" presName="compNode" presStyleCnt="0"/>
      <dgm:spPr/>
    </dgm:pt>
    <dgm:pt modelId="{9D041D15-76CC-4358-BD76-86690CB8A153}" type="pres">
      <dgm:prSet presAssocID="{C7978981-A9E3-4A22-B032-FF9CB508CFF9}" presName="iconBgRect" presStyleLbl="bgShp" presStyleIdx="0" presStyleCnt="4"/>
      <dgm:spPr>
        <a:prstGeom prst="round2DiagRect">
          <a:avLst>
            <a:gd name="adj1" fmla="val 29727"/>
            <a:gd name="adj2" fmla="val 0"/>
          </a:avLst>
        </a:prstGeom>
      </dgm:spPr>
    </dgm:pt>
    <dgm:pt modelId="{C21A26C6-7F1E-4FD9-A174-15451BC2476A}" type="pres">
      <dgm:prSet presAssocID="{C7978981-A9E3-4A22-B032-FF9CB508CFF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5AD874A8-61BF-4887-A304-A90BCEB171DA}" type="pres">
      <dgm:prSet presAssocID="{C7978981-A9E3-4A22-B032-FF9CB508CFF9}" presName="spaceRect" presStyleCnt="0"/>
      <dgm:spPr/>
    </dgm:pt>
    <dgm:pt modelId="{06B359C6-E3D1-46F7-9E06-1B39A4CE9B3E}" type="pres">
      <dgm:prSet presAssocID="{C7978981-A9E3-4A22-B032-FF9CB508CFF9}" presName="textRect" presStyleLbl="revTx" presStyleIdx="0" presStyleCnt="4">
        <dgm:presLayoutVars>
          <dgm:chMax val="1"/>
          <dgm:chPref val="1"/>
        </dgm:presLayoutVars>
      </dgm:prSet>
      <dgm:spPr/>
    </dgm:pt>
    <dgm:pt modelId="{0DC92FB7-035B-44DD-A6D0-F6C7C5F7198F}" type="pres">
      <dgm:prSet presAssocID="{2EF0C18E-534B-47AD-A04E-EA913FE57287}" presName="sibTrans" presStyleCnt="0"/>
      <dgm:spPr/>
    </dgm:pt>
    <dgm:pt modelId="{8806F74D-4264-44E3-BBF0-EBF8692205F6}" type="pres">
      <dgm:prSet presAssocID="{711D36AC-F0B2-4556-8749-07C90B190E81}" presName="compNode" presStyleCnt="0"/>
      <dgm:spPr/>
    </dgm:pt>
    <dgm:pt modelId="{38B29430-9FC5-43B9-B6FF-B5713DA768D5}" type="pres">
      <dgm:prSet presAssocID="{711D36AC-F0B2-4556-8749-07C90B190E81}" presName="iconBgRect" presStyleLbl="bgShp" presStyleIdx="1" presStyleCnt="4"/>
      <dgm:spPr>
        <a:prstGeom prst="round2DiagRect">
          <a:avLst>
            <a:gd name="adj1" fmla="val 29727"/>
            <a:gd name="adj2" fmla="val 0"/>
          </a:avLst>
        </a:prstGeom>
      </dgm:spPr>
    </dgm:pt>
    <dgm:pt modelId="{58DAA346-D241-413A-A32F-1B2B99073A0E}" type="pres">
      <dgm:prSet presAssocID="{711D36AC-F0B2-4556-8749-07C90B190E8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 Bulb and Gear"/>
        </a:ext>
      </dgm:extLst>
    </dgm:pt>
    <dgm:pt modelId="{ADF87607-C0CC-4987-8153-B8FF6B5F4387}" type="pres">
      <dgm:prSet presAssocID="{711D36AC-F0B2-4556-8749-07C90B190E81}" presName="spaceRect" presStyleCnt="0"/>
      <dgm:spPr/>
    </dgm:pt>
    <dgm:pt modelId="{26E7E276-82A2-4620-B7B2-2428FF19DD8C}" type="pres">
      <dgm:prSet presAssocID="{711D36AC-F0B2-4556-8749-07C90B190E81}" presName="textRect" presStyleLbl="revTx" presStyleIdx="1" presStyleCnt="4">
        <dgm:presLayoutVars>
          <dgm:chMax val="1"/>
          <dgm:chPref val="1"/>
        </dgm:presLayoutVars>
      </dgm:prSet>
      <dgm:spPr/>
    </dgm:pt>
    <dgm:pt modelId="{C907A58C-1C4B-4472-B32F-9FE098CECB9F}" type="pres">
      <dgm:prSet presAssocID="{952AB4FA-C220-4988-BC92-91E8D6195DC7}" presName="sibTrans" presStyleCnt="0"/>
      <dgm:spPr/>
    </dgm:pt>
    <dgm:pt modelId="{3DB818B4-6CB2-4780-9C19-16016F4C114A}" type="pres">
      <dgm:prSet presAssocID="{882E0DF0-7934-4D37-9AAB-1D09BF2711D0}" presName="compNode" presStyleCnt="0"/>
      <dgm:spPr/>
    </dgm:pt>
    <dgm:pt modelId="{2492B233-F827-494A-9B5D-2D2CCC9F0583}" type="pres">
      <dgm:prSet presAssocID="{882E0DF0-7934-4D37-9AAB-1D09BF2711D0}" presName="iconBgRect" presStyleLbl="bgShp" presStyleIdx="2" presStyleCnt="4"/>
      <dgm:spPr>
        <a:prstGeom prst="round2DiagRect">
          <a:avLst>
            <a:gd name="adj1" fmla="val 29727"/>
            <a:gd name="adj2" fmla="val 0"/>
          </a:avLst>
        </a:prstGeom>
      </dgm:spPr>
    </dgm:pt>
    <dgm:pt modelId="{4A9426B0-38DC-4BD5-8A1E-B4718907BB65}" type="pres">
      <dgm:prSet presAssocID="{882E0DF0-7934-4D37-9AAB-1D09BF2711D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nt"/>
        </a:ext>
      </dgm:extLst>
    </dgm:pt>
    <dgm:pt modelId="{B50412AA-7B64-4699-B29A-F37123DB51BD}" type="pres">
      <dgm:prSet presAssocID="{882E0DF0-7934-4D37-9AAB-1D09BF2711D0}" presName="spaceRect" presStyleCnt="0"/>
      <dgm:spPr/>
    </dgm:pt>
    <dgm:pt modelId="{2ED39361-962D-4774-B3F1-DB2864523FFA}" type="pres">
      <dgm:prSet presAssocID="{882E0DF0-7934-4D37-9AAB-1D09BF2711D0}" presName="textRect" presStyleLbl="revTx" presStyleIdx="2" presStyleCnt="4">
        <dgm:presLayoutVars>
          <dgm:chMax val="1"/>
          <dgm:chPref val="1"/>
        </dgm:presLayoutVars>
      </dgm:prSet>
      <dgm:spPr/>
    </dgm:pt>
    <dgm:pt modelId="{1F52F894-9F9D-48F9-B866-951AC7457B1E}" type="pres">
      <dgm:prSet presAssocID="{5B12F5CD-78DE-48B4-A69F-BF2035512D58}" presName="sibTrans" presStyleCnt="0"/>
      <dgm:spPr/>
    </dgm:pt>
    <dgm:pt modelId="{10C427A7-9EC3-4DBB-A51A-CB96717F06F1}" type="pres">
      <dgm:prSet presAssocID="{D456930A-F03A-4A43-B4D8-9F62D9AA2627}" presName="compNode" presStyleCnt="0"/>
      <dgm:spPr/>
    </dgm:pt>
    <dgm:pt modelId="{5E2B58A2-1C72-46D0-B09F-B88EF5B2B587}" type="pres">
      <dgm:prSet presAssocID="{D456930A-F03A-4A43-B4D8-9F62D9AA2627}" presName="iconBgRect" presStyleLbl="bgShp" presStyleIdx="3" presStyleCnt="4"/>
      <dgm:spPr>
        <a:prstGeom prst="round2DiagRect">
          <a:avLst>
            <a:gd name="adj1" fmla="val 29727"/>
            <a:gd name="adj2" fmla="val 0"/>
          </a:avLst>
        </a:prstGeom>
      </dgm:spPr>
    </dgm:pt>
    <dgm:pt modelId="{C6F5B3FF-30FE-4F8C-919D-562747CF820F}" type="pres">
      <dgm:prSet presAssocID="{D456930A-F03A-4A43-B4D8-9F62D9AA262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ecision chart"/>
        </a:ext>
      </dgm:extLst>
    </dgm:pt>
    <dgm:pt modelId="{65C142F0-643D-419D-9008-B45236F35DAA}" type="pres">
      <dgm:prSet presAssocID="{D456930A-F03A-4A43-B4D8-9F62D9AA2627}" presName="spaceRect" presStyleCnt="0"/>
      <dgm:spPr/>
    </dgm:pt>
    <dgm:pt modelId="{B203CFBB-CD8B-46BC-8F32-0EFB8A7D22F4}" type="pres">
      <dgm:prSet presAssocID="{D456930A-F03A-4A43-B4D8-9F62D9AA2627}" presName="textRect" presStyleLbl="revTx" presStyleIdx="3" presStyleCnt="4">
        <dgm:presLayoutVars>
          <dgm:chMax val="1"/>
          <dgm:chPref val="1"/>
        </dgm:presLayoutVars>
      </dgm:prSet>
      <dgm:spPr/>
    </dgm:pt>
  </dgm:ptLst>
  <dgm:cxnLst>
    <dgm:cxn modelId="{CC828902-2392-4627-8F47-9D167D4EA8CA}" type="presOf" srcId="{F11A0825-57E9-48E1-B716-C8708D1139E4}" destId="{82CA3A66-0533-4AAB-BEDC-2645F7EB5BFC}" srcOrd="0" destOrd="0" presId="urn:microsoft.com/office/officeart/2018/5/layout/IconLeafLabelList"/>
    <dgm:cxn modelId="{41115443-753B-485C-B6C4-E751C51633DB}" srcId="{F11A0825-57E9-48E1-B716-C8708D1139E4}" destId="{C7978981-A9E3-4A22-B032-FF9CB508CFF9}" srcOrd="0" destOrd="0" parTransId="{CDF33C81-C28D-46B3-97A3-66483F1B4F5A}" sibTransId="{2EF0C18E-534B-47AD-A04E-EA913FE57287}"/>
    <dgm:cxn modelId="{26A5E951-9C88-4D59-A9E3-F8ECD8CB397F}" type="presOf" srcId="{D456930A-F03A-4A43-B4D8-9F62D9AA2627}" destId="{B203CFBB-CD8B-46BC-8F32-0EFB8A7D22F4}" srcOrd="0" destOrd="0" presId="urn:microsoft.com/office/officeart/2018/5/layout/IconLeafLabelList"/>
    <dgm:cxn modelId="{45F6B073-63F6-44F1-A1B8-3151DD77E5FF}" type="presOf" srcId="{882E0DF0-7934-4D37-9AAB-1D09BF2711D0}" destId="{2ED39361-962D-4774-B3F1-DB2864523FFA}" srcOrd="0" destOrd="0" presId="urn:microsoft.com/office/officeart/2018/5/layout/IconLeafLabelList"/>
    <dgm:cxn modelId="{51651279-859F-45A2-8316-362A77802807}" type="presOf" srcId="{711D36AC-F0B2-4556-8749-07C90B190E81}" destId="{26E7E276-82A2-4620-B7B2-2428FF19DD8C}" srcOrd="0" destOrd="0" presId="urn:microsoft.com/office/officeart/2018/5/layout/IconLeafLabelList"/>
    <dgm:cxn modelId="{C9A0BBAA-75AE-40FB-8595-6F323976C46E}" srcId="{F11A0825-57E9-48E1-B716-C8708D1139E4}" destId="{711D36AC-F0B2-4556-8749-07C90B190E81}" srcOrd="1" destOrd="0" parTransId="{CA23BF5C-194F-47FE-B195-D5C25BAB936A}" sibTransId="{952AB4FA-C220-4988-BC92-91E8D6195DC7}"/>
    <dgm:cxn modelId="{FCC6A7C2-C17A-49F1-A3EB-2576337D8C41}" srcId="{F11A0825-57E9-48E1-B716-C8708D1139E4}" destId="{882E0DF0-7934-4D37-9AAB-1D09BF2711D0}" srcOrd="2" destOrd="0" parTransId="{70AB624D-ED1F-44F0-ABCD-CC9258951871}" sibTransId="{5B12F5CD-78DE-48B4-A69F-BF2035512D58}"/>
    <dgm:cxn modelId="{605C7BC3-B9B9-40DD-B903-3180EDE24721}" type="presOf" srcId="{C7978981-A9E3-4A22-B032-FF9CB508CFF9}" destId="{06B359C6-E3D1-46F7-9E06-1B39A4CE9B3E}" srcOrd="0" destOrd="0" presId="urn:microsoft.com/office/officeart/2018/5/layout/IconLeafLabelList"/>
    <dgm:cxn modelId="{43A7C3DE-FC9D-4264-80B3-9683BE578834}" srcId="{F11A0825-57E9-48E1-B716-C8708D1139E4}" destId="{D456930A-F03A-4A43-B4D8-9F62D9AA2627}" srcOrd="3" destOrd="0" parTransId="{24A7455C-CEB6-4B06-9C1B-AE70E527AD82}" sibTransId="{FFE1D1D6-EE6C-4D6D-977E-2996E277A9F7}"/>
    <dgm:cxn modelId="{F458F262-68F6-4E7E-8D01-19E804EA9E63}" type="presParOf" srcId="{82CA3A66-0533-4AAB-BEDC-2645F7EB5BFC}" destId="{EAFCF86E-ABA6-4071-9962-1ED2666C0191}" srcOrd="0" destOrd="0" presId="urn:microsoft.com/office/officeart/2018/5/layout/IconLeafLabelList"/>
    <dgm:cxn modelId="{76D82131-379C-419D-AA06-D712FEF5185F}" type="presParOf" srcId="{EAFCF86E-ABA6-4071-9962-1ED2666C0191}" destId="{9D041D15-76CC-4358-BD76-86690CB8A153}" srcOrd="0" destOrd="0" presId="urn:microsoft.com/office/officeart/2018/5/layout/IconLeafLabelList"/>
    <dgm:cxn modelId="{6A52416F-CCC5-4F11-BBF5-64CDFC5BDB88}" type="presParOf" srcId="{EAFCF86E-ABA6-4071-9962-1ED2666C0191}" destId="{C21A26C6-7F1E-4FD9-A174-15451BC2476A}" srcOrd="1" destOrd="0" presId="urn:microsoft.com/office/officeart/2018/5/layout/IconLeafLabelList"/>
    <dgm:cxn modelId="{8AEBF5AF-DAD6-43CF-930E-A34C93007BA9}" type="presParOf" srcId="{EAFCF86E-ABA6-4071-9962-1ED2666C0191}" destId="{5AD874A8-61BF-4887-A304-A90BCEB171DA}" srcOrd="2" destOrd="0" presId="urn:microsoft.com/office/officeart/2018/5/layout/IconLeafLabelList"/>
    <dgm:cxn modelId="{D4051A1F-D7E1-48E6-9F71-6298202A1BB9}" type="presParOf" srcId="{EAFCF86E-ABA6-4071-9962-1ED2666C0191}" destId="{06B359C6-E3D1-46F7-9E06-1B39A4CE9B3E}" srcOrd="3" destOrd="0" presId="urn:microsoft.com/office/officeart/2018/5/layout/IconLeafLabelList"/>
    <dgm:cxn modelId="{B7F1FF59-C818-4921-835F-CE36DD7F8032}" type="presParOf" srcId="{82CA3A66-0533-4AAB-BEDC-2645F7EB5BFC}" destId="{0DC92FB7-035B-44DD-A6D0-F6C7C5F7198F}" srcOrd="1" destOrd="0" presId="urn:microsoft.com/office/officeart/2018/5/layout/IconLeafLabelList"/>
    <dgm:cxn modelId="{44783CA4-8D70-475A-B8EA-52ABFC3D6F8E}" type="presParOf" srcId="{82CA3A66-0533-4AAB-BEDC-2645F7EB5BFC}" destId="{8806F74D-4264-44E3-BBF0-EBF8692205F6}" srcOrd="2" destOrd="0" presId="urn:microsoft.com/office/officeart/2018/5/layout/IconLeafLabelList"/>
    <dgm:cxn modelId="{9D336BCB-29B1-4BEA-8A0D-C7549ABC6A30}" type="presParOf" srcId="{8806F74D-4264-44E3-BBF0-EBF8692205F6}" destId="{38B29430-9FC5-43B9-B6FF-B5713DA768D5}" srcOrd="0" destOrd="0" presId="urn:microsoft.com/office/officeart/2018/5/layout/IconLeafLabelList"/>
    <dgm:cxn modelId="{5E52E8B9-E89E-4ECD-B884-1A32FFAE8ADA}" type="presParOf" srcId="{8806F74D-4264-44E3-BBF0-EBF8692205F6}" destId="{58DAA346-D241-413A-A32F-1B2B99073A0E}" srcOrd="1" destOrd="0" presId="urn:microsoft.com/office/officeart/2018/5/layout/IconLeafLabelList"/>
    <dgm:cxn modelId="{67304067-EFE7-4FEA-B734-DF560FC72B8B}" type="presParOf" srcId="{8806F74D-4264-44E3-BBF0-EBF8692205F6}" destId="{ADF87607-C0CC-4987-8153-B8FF6B5F4387}" srcOrd="2" destOrd="0" presId="urn:microsoft.com/office/officeart/2018/5/layout/IconLeafLabelList"/>
    <dgm:cxn modelId="{587D87D5-9674-46BE-AD48-376D8ECC9C45}" type="presParOf" srcId="{8806F74D-4264-44E3-BBF0-EBF8692205F6}" destId="{26E7E276-82A2-4620-B7B2-2428FF19DD8C}" srcOrd="3" destOrd="0" presId="urn:microsoft.com/office/officeart/2018/5/layout/IconLeafLabelList"/>
    <dgm:cxn modelId="{38F0A7FE-B169-4D7F-B8A0-3C26CE2ADC58}" type="presParOf" srcId="{82CA3A66-0533-4AAB-BEDC-2645F7EB5BFC}" destId="{C907A58C-1C4B-4472-B32F-9FE098CECB9F}" srcOrd="3" destOrd="0" presId="urn:microsoft.com/office/officeart/2018/5/layout/IconLeafLabelList"/>
    <dgm:cxn modelId="{491AB6CE-E540-4F70-B957-28D4A2ED2FF5}" type="presParOf" srcId="{82CA3A66-0533-4AAB-BEDC-2645F7EB5BFC}" destId="{3DB818B4-6CB2-4780-9C19-16016F4C114A}" srcOrd="4" destOrd="0" presId="urn:microsoft.com/office/officeart/2018/5/layout/IconLeafLabelList"/>
    <dgm:cxn modelId="{85608138-C887-409B-9E5D-2AE5C54C595A}" type="presParOf" srcId="{3DB818B4-6CB2-4780-9C19-16016F4C114A}" destId="{2492B233-F827-494A-9B5D-2D2CCC9F0583}" srcOrd="0" destOrd="0" presId="urn:microsoft.com/office/officeart/2018/5/layout/IconLeafLabelList"/>
    <dgm:cxn modelId="{8DCF58BF-2FF1-441D-A7EE-69AB48B503D7}" type="presParOf" srcId="{3DB818B4-6CB2-4780-9C19-16016F4C114A}" destId="{4A9426B0-38DC-4BD5-8A1E-B4718907BB65}" srcOrd="1" destOrd="0" presId="urn:microsoft.com/office/officeart/2018/5/layout/IconLeafLabelList"/>
    <dgm:cxn modelId="{846EF6C9-24F9-45FB-947C-A822DA2E1306}" type="presParOf" srcId="{3DB818B4-6CB2-4780-9C19-16016F4C114A}" destId="{B50412AA-7B64-4699-B29A-F37123DB51BD}" srcOrd="2" destOrd="0" presId="urn:microsoft.com/office/officeart/2018/5/layout/IconLeafLabelList"/>
    <dgm:cxn modelId="{23C6F293-A4BF-4BF4-969F-347A14A8B6A4}" type="presParOf" srcId="{3DB818B4-6CB2-4780-9C19-16016F4C114A}" destId="{2ED39361-962D-4774-B3F1-DB2864523FFA}" srcOrd="3" destOrd="0" presId="urn:microsoft.com/office/officeart/2018/5/layout/IconLeafLabelList"/>
    <dgm:cxn modelId="{03D07C46-7C74-4014-8DB4-EFC7F2881FFD}" type="presParOf" srcId="{82CA3A66-0533-4AAB-BEDC-2645F7EB5BFC}" destId="{1F52F894-9F9D-48F9-B866-951AC7457B1E}" srcOrd="5" destOrd="0" presId="urn:microsoft.com/office/officeart/2018/5/layout/IconLeafLabelList"/>
    <dgm:cxn modelId="{8BC5615D-F2C0-4926-B7E1-BF9E52788243}" type="presParOf" srcId="{82CA3A66-0533-4AAB-BEDC-2645F7EB5BFC}" destId="{10C427A7-9EC3-4DBB-A51A-CB96717F06F1}" srcOrd="6" destOrd="0" presId="urn:microsoft.com/office/officeart/2018/5/layout/IconLeafLabelList"/>
    <dgm:cxn modelId="{40CD084C-3EAE-487A-8631-16145CAF2F7D}" type="presParOf" srcId="{10C427A7-9EC3-4DBB-A51A-CB96717F06F1}" destId="{5E2B58A2-1C72-46D0-B09F-B88EF5B2B587}" srcOrd="0" destOrd="0" presId="urn:microsoft.com/office/officeart/2018/5/layout/IconLeafLabelList"/>
    <dgm:cxn modelId="{2E323C2D-C65E-4D51-8633-20831E978E9D}" type="presParOf" srcId="{10C427A7-9EC3-4DBB-A51A-CB96717F06F1}" destId="{C6F5B3FF-30FE-4F8C-919D-562747CF820F}" srcOrd="1" destOrd="0" presId="urn:microsoft.com/office/officeart/2018/5/layout/IconLeafLabelList"/>
    <dgm:cxn modelId="{8F981AA5-1E92-41B6-A77A-C90061296C7B}" type="presParOf" srcId="{10C427A7-9EC3-4DBB-A51A-CB96717F06F1}" destId="{65C142F0-643D-419D-9008-B45236F35DAA}" srcOrd="2" destOrd="0" presId="urn:microsoft.com/office/officeart/2018/5/layout/IconLeafLabelList"/>
    <dgm:cxn modelId="{9A1DE45F-14AD-40B3-9735-AC40852ECAD5}" type="presParOf" srcId="{10C427A7-9EC3-4DBB-A51A-CB96717F06F1}" destId="{B203CFBB-CD8B-46BC-8F32-0EFB8A7D22F4}"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E81CB85-B532-4765-B360-856CC9AB608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6AA1D56-687A-4486-8595-B8F553BE68FA}">
      <dgm:prSet/>
      <dgm:spPr/>
      <dgm:t>
        <a:bodyPr/>
        <a:lstStyle/>
        <a:p>
          <a:r>
            <a:rPr lang="en-US"/>
            <a:t>Since  about 1960,because the availability of digital computers made possible time-domain analysis of complex systems, modern control theory, based on time-domain analysis  and synthesis using state variables, has been developed to cope with the increased complexity of modern plants and the straight requirements on accuracy, weight  and cost  in military , space and  industrial applications.</a:t>
          </a:r>
        </a:p>
      </dgm:t>
    </dgm:pt>
    <dgm:pt modelId="{2A776880-2692-40A9-ABF9-E9AB739B9867}" type="parTrans" cxnId="{F6D57968-F7DE-4EC8-AB8C-5B6236AC2679}">
      <dgm:prSet/>
      <dgm:spPr/>
      <dgm:t>
        <a:bodyPr/>
        <a:lstStyle/>
        <a:p>
          <a:endParaRPr lang="en-US"/>
        </a:p>
      </dgm:t>
    </dgm:pt>
    <dgm:pt modelId="{CFCEF773-CBE0-42CB-A38A-19D258BFA5AB}" type="sibTrans" cxnId="{F6D57968-F7DE-4EC8-AB8C-5B6236AC2679}">
      <dgm:prSet/>
      <dgm:spPr/>
      <dgm:t>
        <a:bodyPr/>
        <a:lstStyle/>
        <a:p>
          <a:endParaRPr lang="en-US"/>
        </a:p>
      </dgm:t>
    </dgm:pt>
    <dgm:pt modelId="{D86DF48E-1E0A-4121-9ACC-24F3D8933F1D}">
      <dgm:prSet/>
      <dgm:spPr/>
      <dgm:t>
        <a:bodyPr/>
        <a:lstStyle/>
        <a:p>
          <a:r>
            <a:rPr lang="en-US"/>
            <a:t>During  the years from 1960 to 1980,optimal control of both deterministic and stochastic systems, as well as adaptive and learning control of complex systems, were fully investigated.</a:t>
          </a:r>
        </a:p>
      </dgm:t>
    </dgm:pt>
    <dgm:pt modelId="{EB376754-B9F9-4C61-A9D1-00F693AD4F16}" type="parTrans" cxnId="{4FBC2952-1FC0-496C-A7AA-DBD910A1A2FE}">
      <dgm:prSet/>
      <dgm:spPr/>
      <dgm:t>
        <a:bodyPr/>
        <a:lstStyle/>
        <a:p>
          <a:endParaRPr lang="en-US"/>
        </a:p>
      </dgm:t>
    </dgm:pt>
    <dgm:pt modelId="{44C9BC47-35AF-4563-986F-AAB587792863}" type="sibTrans" cxnId="{4FBC2952-1FC0-496C-A7AA-DBD910A1A2FE}">
      <dgm:prSet/>
      <dgm:spPr/>
      <dgm:t>
        <a:bodyPr/>
        <a:lstStyle/>
        <a:p>
          <a:endParaRPr lang="en-US"/>
        </a:p>
      </dgm:t>
    </dgm:pt>
    <dgm:pt modelId="{0B3715F5-981B-4640-8691-16A58E26803D}">
      <dgm:prSet/>
      <dgm:spPr/>
      <dgm:t>
        <a:bodyPr/>
        <a:lstStyle/>
        <a:p>
          <a:r>
            <a:rPr lang="en-US"/>
            <a:t>From 1980 to the present developments in modern control theory centered around robust control, H∞ control and associated topics.</a:t>
          </a:r>
        </a:p>
      </dgm:t>
    </dgm:pt>
    <dgm:pt modelId="{7E315A3A-DEB8-4AA5-89C6-7989F806B55A}" type="parTrans" cxnId="{C702D6F9-25B8-4E42-9C58-F1575C5BE0DF}">
      <dgm:prSet/>
      <dgm:spPr/>
      <dgm:t>
        <a:bodyPr/>
        <a:lstStyle/>
        <a:p>
          <a:endParaRPr lang="en-US"/>
        </a:p>
      </dgm:t>
    </dgm:pt>
    <dgm:pt modelId="{5809419E-C632-43CA-8087-51D22E717141}" type="sibTrans" cxnId="{C702D6F9-25B8-4E42-9C58-F1575C5BE0DF}">
      <dgm:prSet/>
      <dgm:spPr/>
      <dgm:t>
        <a:bodyPr/>
        <a:lstStyle/>
        <a:p>
          <a:endParaRPr lang="en-US"/>
        </a:p>
      </dgm:t>
    </dgm:pt>
    <dgm:pt modelId="{C149CC70-3138-4CC7-8532-DD7A94C630FD}" type="pres">
      <dgm:prSet presAssocID="{2E81CB85-B532-4765-B360-856CC9AB608A}" presName="linear" presStyleCnt="0">
        <dgm:presLayoutVars>
          <dgm:animLvl val="lvl"/>
          <dgm:resizeHandles val="exact"/>
        </dgm:presLayoutVars>
      </dgm:prSet>
      <dgm:spPr/>
    </dgm:pt>
    <dgm:pt modelId="{B5B34286-E147-4F8F-A846-D8FB7F7EC76A}" type="pres">
      <dgm:prSet presAssocID="{E6AA1D56-687A-4486-8595-B8F553BE68FA}" presName="parentText" presStyleLbl="node1" presStyleIdx="0" presStyleCnt="3">
        <dgm:presLayoutVars>
          <dgm:chMax val="0"/>
          <dgm:bulletEnabled val="1"/>
        </dgm:presLayoutVars>
      </dgm:prSet>
      <dgm:spPr/>
    </dgm:pt>
    <dgm:pt modelId="{D3FA5EB2-29ED-44E3-9C82-042326DFB99B}" type="pres">
      <dgm:prSet presAssocID="{CFCEF773-CBE0-42CB-A38A-19D258BFA5AB}" presName="spacer" presStyleCnt="0"/>
      <dgm:spPr/>
    </dgm:pt>
    <dgm:pt modelId="{356213CB-9967-4C1F-A881-1C5AE9944CA4}" type="pres">
      <dgm:prSet presAssocID="{D86DF48E-1E0A-4121-9ACC-24F3D8933F1D}" presName="parentText" presStyleLbl="node1" presStyleIdx="1" presStyleCnt="3">
        <dgm:presLayoutVars>
          <dgm:chMax val="0"/>
          <dgm:bulletEnabled val="1"/>
        </dgm:presLayoutVars>
      </dgm:prSet>
      <dgm:spPr/>
    </dgm:pt>
    <dgm:pt modelId="{15E3F33A-0FE3-4C1E-9734-6C11E1B59451}" type="pres">
      <dgm:prSet presAssocID="{44C9BC47-35AF-4563-986F-AAB587792863}" presName="spacer" presStyleCnt="0"/>
      <dgm:spPr/>
    </dgm:pt>
    <dgm:pt modelId="{F31CF132-A7DB-4051-A4A2-7DD706244D67}" type="pres">
      <dgm:prSet presAssocID="{0B3715F5-981B-4640-8691-16A58E26803D}" presName="parentText" presStyleLbl="node1" presStyleIdx="2" presStyleCnt="3">
        <dgm:presLayoutVars>
          <dgm:chMax val="0"/>
          <dgm:bulletEnabled val="1"/>
        </dgm:presLayoutVars>
      </dgm:prSet>
      <dgm:spPr/>
    </dgm:pt>
  </dgm:ptLst>
  <dgm:cxnLst>
    <dgm:cxn modelId="{A456C53C-70B3-4EB5-BAA4-C32560A363DD}" type="presOf" srcId="{2E81CB85-B532-4765-B360-856CC9AB608A}" destId="{C149CC70-3138-4CC7-8532-DD7A94C630FD}" srcOrd="0" destOrd="0" presId="urn:microsoft.com/office/officeart/2005/8/layout/vList2"/>
    <dgm:cxn modelId="{F6D57968-F7DE-4EC8-AB8C-5B6236AC2679}" srcId="{2E81CB85-B532-4765-B360-856CC9AB608A}" destId="{E6AA1D56-687A-4486-8595-B8F553BE68FA}" srcOrd="0" destOrd="0" parTransId="{2A776880-2692-40A9-ABF9-E9AB739B9867}" sibTransId="{CFCEF773-CBE0-42CB-A38A-19D258BFA5AB}"/>
    <dgm:cxn modelId="{CD0B2D71-A218-4497-A47B-121611919B1E}" type="presOf" srcId="{E6AA1D56-687A-4486-8595-B8F553BE68FA}" destId="{B5B34286-E147-4F8F-A846-D8FB7F7EC76A}" srcOrd="0" destOrd="0" presId="urn:microsoft.com/office/officeart/2005/8/layout/vList2"/>
    <dgm:cxn modelId="{4FBC2952-1FC0-496C-A7AA-DBD910A1A2FE}" srcId="{2E81CB85-B532-4765-B360-856CC9AB608A}" destId="{D86DF48E-1E0A-4121-9ACC-24F3D8933F1D}" srcOrd="1" destOrd="0" parTransId="{EB376754-B9F9-4C61-A9D1-00F693AD4F16}" sibTransId="{44C9BC47-35AF-4563-986F-AAB587792863}"/>
    <dgm:cxn modelId="{1A6BF885-79A2-4090-8F9A-E2FDF1799270}" type="presOf" srcId="{0B3715F5-981B-4640-8691-16A58E26803D}" destId="{F31CF132-A7DB-4051-A4A2-7DD706244D67}" srcOrd="0" destOrd="0" presId="urn:microsoft.com/office/officeart/2005/8/layout/vList2"/>
    <dgm:cxn modelId="{EE25D3D4-8D5D-45B3-8E60-EA7075CA9F73}" type="presOf" srcId="{D86DF48E-1E0A-4121-9ACC-24F3D8933F1D}" destId="{356213CB-9967-4C1F-A881-1C5AE9944CA4}" srcOrd="0" destOrd="0" presId="urn:microsoft.com/office/officeart/2005/8/layout/vList2"/>
    <dgm:cxn modelId="{C702D6F9-25B8-4E42-9C58-F1575C5BE0DF}" srcId="{2E81CB85-B532-4765-B360-856CC9AB608A}" destId="{0B3715F5-981B-4640-8691-16A58E26803D}" srcOrd="2" destOrd="0" parTransId="{7E315A3A-DEB8-4AA5-89C6-7989F806B55A}" sibTransId="{5809419E-C632-43CA-8087-51D22E717141}"/>
    <dgm:cxn modelId="{11859CDC-7729-40BA-AFD7-91B5B82A17D1}" type="presParOf" srcId="{C149CC70-3138-4CC7-8532-DD7A94C630FD}" destId="{B5B34286-E147-4F8F-A846-D8FB7F7EC76A}" srcOrd="0" destOrd="0" presId="urn:microsoft.com/office/officeart/2005/8/layout/vList2"/>
    <dgm:cxn modelId="{38B57CBF-194B-4B87-9AE2-02CDB64768F0}" type="presParOf" srcId="{C149CC70-3138-4CC7-8532-DD7A94C630FD}" destId="{D3FA5EB2-29ED-44E3-9C82-042326DFB99B}" srcOrd="1" destOrd="0" presId="urn:microsoft.com/office/officeart/2005/8/layout/vList2"/>
    <dgm:cxn modelId="{6ADFAA23-3777-4CDA-82D3-2E984D3EF758}" type="presParOf" srcId="{C149CC70-3138-4CC7-8532-DD7A94C630FD}" destId="{356213CB-9967-4C1F-A881-1C5AE9944CA4}" srcOrd="2" destOrd="0" presId="urn:microsoft.com/office/officeart/2005/8/layout/vList2"/>
    <dgm:cxn modelId="{0E5A1E91-2A8C-4F5A-823E-46025C53AD0B}" type="presParOf" srcId="{C149CC70-3138-4CC7-8532-DD7A94C630FD}" destId="{15E3F33A-0FE3-4C1E-9734-6C11E1B59451}" srcOrd="3" destOrd="0" presId="urn:microsoft.com/office/officeart/2005/8/layout/vList2"/>
    <dgm:cxn modelId="{A3ACFDE1-04BE-47DC-94A8-596C2895F9CE}" type="presParOf" srcId="{C149CC70-3138-4CC7-8532-DD7A94C630FD}" destId="{F31CF132-A7DB-4051-A4A2-7DD706244D6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B611E9-8B74-48FD-99D3-1007EFE0392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6890B16-575C-4A7F-ADAF-6BF920BA495B}">
      <dgm:prSet/>
      <dgm:spPr/>
      <dgm:t>
        <a:bodyPr/>
        <a:lstStyle/>
        <a:p>
          <a:r>
            <a:rPr lang="en-US"/>
            <a:t>Now  that digital computers  have become cheaper and more compact, they are used as integral parts of control systems.</a:t>
          </a:r>
        </a:p>
      </dgm:t>
    </dgm:pt>
    <dgm:pt modelId="{9094040D-E416-45FC-8F25-96856CC48E05}" type="parTrans" cxnId="{62416474-B1DE-4E7E-94A4-100B5B33376E}">
      <dgm:prSet/>
      <dgm:spPr/>
      <dgm:t>
        <a:bodyPr/>
        <a:lstStyle/>
        <a:p>
          <a:endParaRPr lang="en-US"/>
        </a:p>
      </dgm:t>
    </dgm:pt>
    <dgm:pt modelId="{1F11199D-8E5F-4AD9-B562-C965938471B4}" type="sibTrans" cxnId="{62416474-B1DE-4E7E-94A4-100B5B33376E}">
      <dgm:prSet/>
      <dgm:spPr/>
      <dgm:t>
        <a:bodyPr/>
        <a:lstStyle/>
        <a:p>
          <a:endParaRPr lang="en-US"/>
        </a:p>
      </dgm:t>
    </dgm:pt>
    <dgm:pt modelId="{F9C0CF98-B573-462E-8274-FEB2C83F3803}">
      <dgm:prSet/>
      <dgm:spPr/>
      <dgm:t>
        <a:bodyPr/>
        <a:lstStyle/>
        <a:p>
          <a:r>
            <a:rPr lang="en-US"/>
            <a:t>Recent applications such  non-engineering systems as biological, biomedical, economic and socio-economic systems. </a:t>
          </a:r>
        </a:p>
      </dgm:t>
    </dgm:pt>
    <dgm:pt modelId="{A31C0DFC-AFFA-4711-9706-3651C1C9B355}" type="parTrans" cxnId="{BAD7BC55-C3AA-4DEE-A286-D290A7F88172}">
      <dgm:prSet/>
      <dgm:spPr/>
      <dgm:t>
        <a:bodyPr/>
        <a:lstStyle/>
        <a:p>
          <a:endParaRPr lang="en-US"/>
        </a:p>
      </dgm:t>
    </dgm:pt>
    <dgm:pt modelId="{1A076482-7A6E-445A-B6A1-2E39015A3A72}" type="sibTrans" cxnId="{BAD7BC55-C3AA-4DEE-A286-D290A7F88172}">
      <dgm:prSet/>
      <dgm:spPr/>
      <dgm:t>
        <a:bodyPr/>
        <a:lstStyle/>
        <a:p>
          <a:endParaRPr lang="en-US"/>
        </a:p>
      </dgm:t>
    </dgm:pt>
    <dgm:pt modelId="{D2549CB7-72B3-402E-8C46-38B01640A512}" type="pres">
      <dgm:prSet presAssocID="{ACB611E9-8B74-48FD-99D3-1007EFE0392D}" presName="linear" presStyleCnt="0">
        <dgm:presLayoutVars>
          <dgm:animLvl val="lvl"/>
          <dgm:resizeHandles val="exact"/>
        </dgm:presLayoutVars>
      </dgm:prSet>
      <dgm:spPr/>
    </dgm:pt>
    <dgm:pt modelId="{DC20934D-464B-4C24-91F7-6D1711518061}" type="pres">
      <dgm:prSet presAssocID="{96890B16-575C-4A7F-ADAF-6BF920BA495B}" presName="parentText" presStyleLbl="node1" presStyleIdx="0" presStyleCnt="2">
        <dgm:presLayoutVars>
          <dgm:chMax val="0"/>
          <dgm:bulletEnabled val="1"/>
        </dgm:presLayoutVars>
      </dgm:prSet>
      <dgm:spPr/>
    </dgm:pt>
    <dgm:pt modelId="{F0EAF206-902D-417C-BB77-DB64D7BC068F}" type="pres">
      <dgm:prSet presAssocID="{1F11199D-8E5F-4AD9-B562-C965938471B4}" presName="spacer" presStyleCnt="0"/>
      <dgm:spPr/>
    </dgm:pt>
    <dgm:pt modelId="{560F3654-0DA8-432C-82E1-4A691B3F3921}" type="pres">
      <dgm:prSet presAssocID="{F9C0CF98-B573-462E-8274-FEB2C83F3803}" presName="parentText" presStyleLbl="node1" presStyleIdx="1" presStyleCnt="2">
        <dgm:presLayoutVars>
          <dgm:chMax val="0"/>
          <dgm:bulletEnabled val="1"/>
        </dgm:presLayoutVars>
      </dgm:prSet>
      <dgm:spPr/>
    </dgm:pt>
  </dgm:ptLst>
  <dgm:cxnLst>
    <dgm:cxn modelId="{62416474-B1DE-4E7E-94A4-100B5B33376E}" srcId="{ACB611E9-8B74-48FD-99D3-1007EFE0392D}" destId="{96890B16-575C-4A7F-ADAF-6BF920BA495B}" srcOrd="0" destOrd="0" parTransId="{9094040D-E416-45FC-8F25-96856CC48E05}" sibTransId="{1F11199D-8E5F-4AD9-B562-C965938471B4}"/>
    <dgm:cxn modelId="{BAD7BC55-C3AA-4DEE-A286-D290A7F88172}" srcId="{ACB611E9-8B74-48FD-99D3-1007EFE0392D}" destId="{F9C0CF98-B573-462E-8274-FEB2C83F3803}" srcOrd="1" destOrd="0" parTransId="{A31C0DFC-AFFA-4711-9706-3651C1C9B355}" sibTransId="{1A076482-7A6E-445A-B6A1-2E39015A3A72}"/>
    <dgm:cxn modelId="{D4B12192-8530-4A4B-AB1C-D58203AA6EA0}" type="presOf" srcId="{96890B16-575C-4A7F-ADAF-6BF920BA495B}" destId="{DC20934D-464B-4C24-91F7-6D1711518061}" srcOrd="0" destOrd="0" presId="urn:microsoft.com/office/officeart/2005/8/layout/vList2"/>
    <dgm:cxn modelId="{1CED12DC-6D53-4187-86ED-3EA459A31A90}" type="presOf" srcId="{ACB611E9-8B74-48FD-99D3-1007EFE0392D}" destId="{D2549CB7-72B3-402E-8C46-38B01640A512}" srcOrd="0" destOrd="0" presId="urn:microsoft.com/office/officeart/2005/8/layout/vList2"/>
    <dgm:cxn modelId="{25ECAEE6-AFCF-4DB7-A9A6-E55FE0D65140}" type="presOf" srcId="{F9C0CF98-B573-462E-8274-FEB2C83F3803}" destId="{560F3654-0DA8-432C-82E1-4A691B3F3921}" srcOrd="0" destOrd="0" presId="urn:microsoft.com/office/officeart/2005/8/layout/vList2"/>
    <dgm:cxn modelId="{84EE0795-0F0B-4546-BB73-9430F00ACC02}" type="presParOf" srcId="{D2549CB7-72B3-402E-8C46-38B01640A512}" destId="{DC20934D-464B-4C24-91F7-6D1711518061}" srcOrd="0" destOrd="0" presId="urn:microsoft.com/office/officeart/2005/8/layout/vList2"/>
    <dgm:cxn modelId="{246A77BE-ADBE-4761-9C11-6F412FE61862}" type="presParOf" srcId="{D2549CB7-72B3-402E-8C46-38B01640A512}" destId="{F0EAF206-902D-417C-BB77-DB64D7BC068F}" srcOrd="1" destOrd="0" presId="urn:microsoft.com/office/officeart/2005/8/layout/vList2"/>
    <dgm:cxn modelId="{916C9195-0E98-4A20-A0FD-E9029CC873AE}" type="presParOf" srcId="{D2549CB7-72B3-402E-8C46-38B01640A512}" destId="{560F3654-0DA8-432C-82E1-4A691B3F392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A5C4FEF-07AC-4DB1-9549-8D2B613FD4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C128930-55FE-4B9D-8485-6DF031B95C09}">
      <dgm:prSet/>
      <dgm:spPr/>
      <dgm:t>
        <a:bodyPr/>
        <a:lstStyle/>
        <a:p>
          <a:r>
            <a:rPr lang="en-US" b="1"/>
            <a:t>Controlled  Variable  and Manipulated Variable</a:t>
          </a:r>
          <a:endParaRPr lang="en-US"/>
        </a:p>
      </dgm:t>
    </dgm:pt>
    <dgm:pt modelId="{675C1915-F89A-4411-B320-600784785EDC}" type="parTrans" cxnId="{C15360A0-AE60-4BB5-AF10-E530389562A6}">
      <dgm:prSet/>
      <dgm:spPr/>
      <dgm:t>
        <a:bodyPr/>
        <a:lstStyle/>
        <a:p>
          <a:endParaRPr lang="en-US"/>
        </a:p>
      </dgm:t>
    </dgm:pt>
    <dgm:pt modelId="{C2013C84-F78C-47CF-9391-E2754C4B3F0D}" type="sibTrans" cxnId="{C15360A0-AE60-4BB5-AF10-E530389562A6}">
      <dgm:prSet/>
      <dgm:spPr/>
      <dgm:t>
        <a:bodyPr/>
        <a:lstStyle/>
        <a:p>
          <a:endParaRPr lang="en-US"/>
        </a:p>
      </dgm:t>
    </dgm:pt>
    <dgm:pt modelId="{CB88D77B-8173-4CE4-ACEB-50FE4080DD39}">
      <dgm:prSet/>
      <dgm:spPr/>
      <dgm:t>
        <a:bodyPr/>
        <a:lstStyle/>
        <a:p>
          <a:r>
            <a:rPr lang="en-US"/>
            <a:t>The controlled variable is the quantity or condition that is measured and controlled.</a:t>
          </a:r>
        </a:p>
      </dgm:t>
    </dgm:pt>
    <dgm:pt modelId="{1A5E2C19-DEE2-4847-8259-5A868D0D8BAD}" type="parTrans" cxnId="{72A48CDF-980F-4E92-8F14-E12C336E7F0C}">
      <dgm:prSet/>
      <dgm:spPr/>
      <dgm:t>
        <a:bodyPr/>
        <a:lstStyle/>
        <a:p>
          <a:endParaRPr lang="en-US"/>
        </a:p>
      </dgm:t>
    </dgm:pt>
    <dgm:pt modelId="{FE3BD548-74E4-473E-916D-FA8B394D30C8}" type="sibTrans" cxnId="{72A48CDF-980F-4E92-8F14-E12C336E7F0C}">
      <dgm:prSet/>
      <dgm:spPr/>
      <dgm:t>
        <a:bodyPr/>
        <a:lstStyle/>
        <a:p>
          <a:endParaRPr lang="en-US"/>
        </a:p>
      </dgm:t>
    </dgm:pt>
    <dgm:pt modelId="{348011BD-B1AD-4A6A-ABFD-ACF4E17CDA6D}">
      <dgm:prSet/>
      <dgm:spPr/>
      <dgm:t>
        <a:bodyPr/>
        <a:lstStyle/>
        <a:p>
          <a:r>
            <a:rPr lang="en-US"/>
            <a:t>The manipulated variable is the quantity or condition that is varied by the controller to affect  the value of the controller variable.</a:t>
          </a:r>
        </a:p>
      </dgm:t>
    </dgm:pt>
    <dgm:pt modelId="{BB84ECE7-8A29-4AFD-91CE-5A25E60CC2A4}" type="parTrans" cxnId="{9B5F04A2-5180-4225-B083-624D51F8B48F}">
      <dgm:prSet/>
      <dgm:spPr/>
      <dgm:t>
        <a:bodyPr/>
        <a:lstStyle/>
        <a:p>
          <a:endParaRPr lang="en-US"/>
        </a:p>
      </dgm:t>
    </dgm:pt>
    <dgm:pt modelId="{FFB9D9FD-FB0F-4344-BE1F-2A42BE52AA09}" type="sibTrans" cxnId="{9B5F04A2-5180-4225-B083-624D51F8B48F}">
      <dgm:prSet/>
      <dgm:spPr/>
      <dgm:t>
        <a:bodyPr/>
        <a:lstStyle/>
        <a:p>
          <a:endParaRPr lang="en-US"/>
        </a:p>
      </dgm:t>
    </dgm:pt>
    <dgm:pt modelId="{56C71CB1-B2D1-4CBB-8F93-B38CBDCBB01E}">
      <dgm:prSet/>
      <dgm:spPr/>
      <dgm:t>
        <a:bodyPr/>
        <a:lstStyle/>
        <a:p>
          <a:r>
            <a:rPr lang="en-US"/>
            <a:t>Normally, the controlled variable is the output  of the system.</a:t>
          </a:r>
        </a:p>
      </dgm:t>
    </dgm:pt>
    <dgm:pt modelId="{28243ECF-D66D-4362-8068-2951DD72A796}" type="parTrans" cxnId="{DB4F0DF3-B150-4A6D-A3D4-7365F3839D0C}">
      <dgm:prSet/>
      <dgm:spPr/>
      <dgm:t>
        <a:bodyPr/>
        <a:lstStyle/>
        <a:p>
          <a:endParaRPr lang="en-US"/>
        </a:p>
      </dgm:t>
    </dgm:pt>
    <dgm:pt modelId="{499A0EC5-3BA0-41CF-B174-95874A368429}" type="sibTrans" cxnId="{DB4F0DF3-B150-4A6D-A3D4-7365F3839D0C}">
      <dgm:prSet/>
      <dgm:spPr/>
      <dgm:t>
        <a:bodyPr/>
        <a:lstStyle/>
        <a:p>
          <a:endParaRPr lang="en-US"/>
        </a:p>
      </dgm:t>
    </dgm:pt>
    <dgm:pt modelId="{1A205E98-F6AE-4D0F-854D-F0B2A7971C45}">
      <dgm:prSet/>
      <dgm:spPr/>
      <dgm:t>
        <a:bodyPr/>
        <a:lstStyle/>
        <a:p>
          <a:r>
            <a:rPr lang="en-US"/>
            <a:t>Control means measuring  the value of the controlled variable  of the system and applying the  manipulated variable to the system to correct or limit deviation of the measured value from  a desired value.</a:t>
          </a:r>
        </a:p>
      </dgm:t>
    </dgm:pt>
    <dgm:pt modelId="{4D8C8683-FFE4-49A8-8B2E-F2F99BD34645}" type="parTrans" cxnId="{537A796F-6D7B-4722-BBD8-C8431A9AE575}">
      <dgm:prSet/>
      <dgm:spPr/>
      <dgm:t>
        <a:bodyPr/>
        <a:lstStyle/>
        <a:p>
          <a:endParaRPr lang="en-US"/>
        </a:p>
      </dgm:t>
    </dgm:pt>
    <dgm:pt modelId="{6A32BA8A-6789-4040-87AC-7D64D1DFCF6E}" type="sibTrans" cxnId="{537A796F-6D7B-4722-BBD8-C8431A9AE575}">
      <dgm:prSet/>
      <dgm:spPr/>
      <dgm:t>
        <a:bodyPr/>
        <a:lstStyle/>
        <a:p>
          <a:endParaRPr lang="en-US"/>
        </a:p>
      </dgm:t>
    </dgm:pt>
    <dgm:pt modelId="{2412B2B7-6EBD-4DBA-896A-573ED5EDBEEB}" type="pres">
      <dgm:prSet presAssocID="{3A5C4FEF-07AC-4DB1-9549-8D2B613FD483}" presName="linear" presStyleCnt="0">
        <dgm:presLayoutVars>
          <dgm:animLvl val="lvl"/>
          <dgm:resizeHandles val="exact"/>
        </dgm:presLayoutVars>
      </dgm:prSet>
      <dgm:spPr/>
    </dgm:pt>
    <dgm:pt modelId="{5ADEFF92-3233-4995-A6EB-428810273758}" type="pres">
      <dgm:prSet presAssocID="{7C128930-55FE-4B9D-8485-6DF031B95C09}" presName="parentText" presStyleLbl="node1" presStyleIdx="0" presStyleCnt="5">
        <dgm:presLayoutVars>
          <dgm:chMax val="0"/>
          <dgm:bulletEnabled val="1"/>
        </dgm:presLayoutVars>
      </dgm:prSet>
      <dgm:spPr/>
    </dgm:pt>
    <dgm:pt modelId="{9F5CD4D2-9B08-46AD-893A-E9D15AA5F312}" type="pres">
      <dgm:prSet presAssocID="{C2013C84-F78C-47CF-9391-E2754C4B3F0D}" presName="spacer" presStyleCnt="0"/>
      <dgm:spPr/>
    </dgm:pt>
    <dgm:pt modelId="{FBC46889-3FE5-4D17-85C1-FF79E314A21C}" type="pres">
      <dgm:prSet presAssocID="{CB88D77B-8173-4CE4-ACEB-50FE4080DD39}" presName="parentText" presStyleLbl="node1" presStyleIdx="1" presStyleCnt="5">
        <dgm:presLayoutVars>
          <dgm:chMax val="0"/>
          <dgm:bulletEnabled val="1"/>
        </dgm:presLayoutVars>
      </dgm:prSet>
      <dgm:spPr/>
    </dgm:pt>
    <dgm:pt modelId="{953338A6-3AED-4526-8337-A39E33A25F5C}" type="pres">
      <dgm:prSet presAssocID="{FE3BD548-74E4-473E-916D-FA8B394D30C8}" presName="spacer" presStyleCnt="0"/>
      <dgm:spPr/>
    </dgm:pt>
    <dgm:pt modelId="{7E44696E-A7F9-4098-8D0A-EEA98D9736CB}" type="pres">
      <dgm:prSet presAssocID="{348011BD-B1AD-4A6A-ABFD-ACF4E17CDA6D}" presName="parentText" presStyleLbl="node1" presStyleIdx="2" presStyleCnt="5">
        <dgm:presLayoutVars>
          <dgm:chMax val="0"/>
          <dgm:bulletEnabled val="1"/>
        </dgm:presLayoutVars>
      </dgm:prSet>
      <dgm:spPr/>
    </dgm:pt>
    <dgm:pt modelId="{C8D254BD-D77F-4A26-A3A9-F5CC811FA210}" type="pres">
      <dgm:prSet presAssocID="{FFB9D9FD-FB0F-4344-BE1F-2A42BE52AA09}" presName="spacer" presStyleCnt="0"/>
      <dgm:spPr/>
    </dgm:pt>
    <dgm:pt modelId="{44F88E25-F75C-4F4C-AC19-C1A4F9B14380}" type="pres">
      <dgm:prSet presAssocID="{56C71CB1-B2D1-4CBB-8F93-B38CBDCBB01E}" presName="parentText" presStyleLbl="node1" presStyleIdx="3" presStyleCnt="5">
        <dgm:presLayoutVars>
          <dgm:chMax val="0"/>
          <dgm:bulletEnabled val="1"/>
        </dgm:presLayoutVars>
      </dgm:prSet>
      <dgm:spPr/>
    </dgm:pt>
    <dgm:pt modelId="{200E66C6-BF4C-4FC6-821F-1295ED51D320}" type="pres">
      <dgm:prSet presAssocID="{499A0EC5-3BA0-41CF-B174-95874A368429}" presName="spacer" presStyleCnt="0"/>
      <dgm:spPr/>
    </dgm:pt>
    <dgm:pt modelId="{9F863264-A5BC-43EA-8A46-3F46A528E9D6}" type="pres">
      <dgm:prSet presAssocID="{1A205E98-F6AE-4D0F-854D-F0B2A7971C45}" presName="parentText" presStyleLbl="node1" presStyleIdx="4" presStyleCnt="5">
        <dgm:presLayoutVars>
          <dgm:chMax val="0"/>
          <dgm:bulletEnabled val="1"/>
        </dgm:presLayoutVars>
      </dgm:prSet>
      <dgm:spPr/>
    </dgm:pt>
  </dgm:ptLst>
  <dgm:cxnLst>
    <dgm:cxn modelId="{090E0165-705F-43A5-AEF3-7F315DFB8F32}" type="presOf" srcId="{1A205E98-F6AE-4D0F-854D-F0B2A7971C45}" destId="{9F863264-A5BC-43EA-8A46-3F46A528E9D6}" srcOrd="0" destOrd="0" presId="urn:microsoft.com/office/officeart/2005/8/layout/vList2"/>
    <dgm:cxn modelId="{2E147B45-0C7D-46E7-8ADA-43047BCDCF8E}" type="presOf" srcId="{348011BD-B1AD-4A6A-ABFD-ACF4E17CDA6D}" destId="{7E44696E-A7F9-4098-8D0A-EEA98D9736CB}" srcOrd="0" destOrd="0" presId="urn:microsoft.com/office/officeart/2005/8/layout/vList2"/>
    <dgm:cxn modelId="{537A796F-6D7B-4722-BBD8-C8431A9AE575}" srcId="{3A5C4FEF-07AC-4DB1-9549-8D2B613FD483}" destId="{1A205E98-F6AE-4D0F-854D-F0B2A7971C45}" srcOrd="4" destOrd="0" parTransId="{4D8C8683-FFE4-49A8-8B2E-F2F99BD34645}" sibTransId="{6A32BA8A-6789-4040-87AC-7D64D1DFCF6E}"/>
    <dgm:cxn modelId="{C14DB471-81AE-458A-90EA-BAD9AFB95890}" type="presOf" srcId="{3A5C4FEF-07AC-4DB1-9549-8D2B613FD483}" destId="{2412B2B7-6EBD-4DBA-896A-573ED5EDBEEB}" srcOrd="0" destOrd="0" presId="urn:microsoft.com/office/officeart/2005/8/layout/vList2"/>
    <dgm:cxn modelId="{892C2D99-7001-4ECC-A4B1-61829968410A}" type="presOf" srcId="{56C71CB1-B2D1-4CBB-8F93-B38CBDCBB01E}" destId="{44F88E25-F75C-4F4C-AC19-C1A4F9B14380}" srcOrd="0" destOrd="0" presId="urn:microsoft.com/office/officeart/2005/8/layout/vList2"/>
    <dgm:cxn modelId="{C15360A0-AE60-4BB5-AF10-E530389562A6}" srcId="{3A5C4FEF-07AC-4DB1-9549-8D2B613FD483}" destId="{7C128930-55FE-4B9D-8485-6DF031B95C09}" srcOrd="0" destOrd="0" parTransId="{675C1915-F89A-4411-B320-600784785EDC}" sibTransId="{C2013C84-F78C-47CF-9391-E2754C4B3F0D}"/>
    <dgm:cxn modelId="{9B5F04A2-5180-4225-B083-624D51F8B48F}" srcId="{3A5C4FEF-07AC-4DB1-9549-8D2B613FD483}" destId="{348011BD-B1AD-4A6A-ABFD-ACF4E17CDA6D}" srcOrd="2" destOrd="0" parTransId="{BB84ECE7-8A29-4AFD-91CE-5A25E60CC2A4}" sibTransId="{FFB9D9FD-FB0F-4344-BE1F-2A42BE52AA09}"/>
    <dgm:cxn modelId="{72A48CDF-980F-4E92-8F14-E12C336E7F0C}" srcId="{3A5C4FEF-07AC-4DB1-9549-8D2B613FD483}" destId="{CB88D77B-8173-4CE4-ACEB-50FE4080DD39}" srcOrd="1" destOrd="0" parTransId="{1A5E2C19-DEE2-4847-8259-5A868D0D8BAD}" sibTransId="{FE3BD548-74E4-473E-916D-FA8B394D30C8}"/>
    <dgm:cxn modelId="{DB4F0DF3-B150-4A6D-A3D4-7365F3839D0C}" srcId="{3A5C4FEF-07AC-4DB1-9549-8D2B613FD483}" destId="{56C71CB1-B2D1-4CBB-8F93-B38CBDCBB01E}" srcOrd="3" destOrd="0" parTransId="{28243ECF-D66D-4362-8068-2951DD72A796}" sibTransId="{499A0EC5-3BA0-41CF-B174-95874A368429}"/>
    <dgm:cxn modelId="{3058D1F4-6F2C-46BA-8E36-938687EF81D9}" type="presOf" srcId="{CB88D77B-8173-4CE4-ACEB-50FE4080DD39}" destId="{FBC46889-3FE5-4D17-85C1-FF79E314A21C}" srcOrd="0" destOrd="0" presId="urn:microsoft.com/office/officeart/2005/8/layout/vList2"/>
    <dgm:cxn modelId="{990F03FA-2E36-4045-BF9D-81EC1575170B}" type="presOf" srcId="{7C128930-55FE-4B9D-8485-6DF031B95C09}" destId="{5ADEFF92-3233-4995-A6EB-428810273758}" srcOrd="0" destOrd="0" presId="urn:microsoft.com/office/officeart/2005/8/layout/vList2"/>
    <dgm:cxn modelId="{02F6FB48-C95E-4ABC-83CD-9870669C849D}" type="presParOf" srcId="{2412B2B7-6EBD-4DBA-896A-573ED5EDBEEB}" destId="{5ADEFF92-3233-4995-A6EB-428810273758}" srcOrd="0" destOrd="0" presId="urn:microsoft.com/office/officeart/2005/8/layout/vList2"/>
    <dgm:cxn modelId="{AB08C09E-B407-4EFD-819A-778504B444E4}" type="presParOf" srcId="{2412B2B7-6EBD-4DBA-896A-573ED5EDBEEB}" destId="{9F5CD4D2-9B08-46AD-893A-E9D15AA5F312}" srcOrd="1" destOrd="0" presId="urn:microsoft.com/office/officeart/2005/8/layout/vList2"/>
    <dgm:cxn modelId="{D41EFB21-E313-4CA1-A918-544BFEBF0542}" type="presParOf" srcId="{2412B2B7-6EBD-4DBA-896A-573ED5EDBEEB}" destId="{FBC46889-3FE5-4D17-85C1-FF79E314A21C}" srcOrd="2" destOrd="0" presId="urn:microsoft.com/office/officeart/2005/8/layout/vList2"/>
    <dgm:cxn modelId="{22A595F1-14E5-406E-BBEE-3211E3AC2871}" type="presParOf" srcId="{2412B2B7-6EBD-4DBA-896A-573ED5EDBEEB}" destId="{953338A6-3AED-4526-8337-A39E33A25F5C}" srcOrd="3" destOrd="0" presId="urn:microsoft.com/office/officeart/2005/8/layout/vList2"/>
    <dgm:cxn modelId="{80730C29-4CD4-4D16-B529-11B97A96B52D}" type="presParOf" srcId="{2412B2B7-6EBD-4DBA-896A-573ED5EDBEEB}" destId="{7E44696E-A7F9-4098-8D0A-EEA98D9736CB}" srcOrd="4" destOrd="0" presId="urn:microsoft.com/office/officeart/2005/8/layout/vList2"/>
    <dgm:cxn modelId="{7D9CE45F-A4E8-44BD-9F42-530044F85361}" type="presParOf" srcId="{2412B2B7-6EBD-4DBA-896A-573ED5EDBEEB}" destId="{C8D254BD-D77F-4A26-A3A9-F5CC811FA210}" srcOrd="5" destOrd="0" presId="urn:microsoft.com/office/officeart/2005/8/layout/vList2"/>
    <dgm:cxn modelId="{4FFE63C7-7827-4420-8ACF-6B83E16CD0B7}" type="presParOf" srcId="{2412B2B7-6EBD-4DBA-896A-573ED5EDBEEB}" destId="{44F88E25-F75C-4F4C-AC19-C1A4F9B14380}" srcOrd="6" destOrd="0" presId="urn:microsoft.com/office/officeart/2005/8/layout/vList2"/>
    <dgm:cxn modelId="{0F6F055E-5E3A-4F60-8AD3-D5BAAF0B620A}" type="presParOf" srcId="{2412B2B7-6EBD-4DBA-896A-573ED5EDBEEB}" destId="{200E66C6-BF4C-4FC6-821F-1295ED51D320}" srcOrd="7" destOrd="0" presId="urn:microsoft.com/office/officeart/2005/8/layout/vList2"/>
    <dgm:cxn modelId="{BEBD0699-C1EF-4FB6-8EBA-D186FA3E09C0}" type="presParOf" srcId="{2412B2B7-6EBD-4DBA-896A-573ED5EDBEEB}" destId="{9F863264-A5BC-43EA-8A46-3F46A528E9D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7A1D2EC-156D-401F-B3AB-D416D5F9B10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AFB944D-FE65-472B-A781-B5DD0B04FE29}">
      <dgm:prSet/>
      <dgm:spPr/>
      <dgm:t>
        <a:bodyPr/>
        <a:lstStyle/>
        <a:p>
          <a:r>
            <a:rPr lang="en-US" b="1"/>
            <a:t>Plants    </a:t>
          </a:r>
          <a:r>
            <a:rPr lang="en-US"/>
            <a:t>A plant may be piece  of equipment, perhaps just a set of machine parts  functioning together ,the purpose of which is to perform a particular operation.</a:t>
          </a:r>
        </a:p>
      </dgm:t>
    </dgm:pt>
    <dgm:pt modelId="{2D4396DF-173E-43E5-936C-9E383BDD70B9}" type="parTrans" cxnId="{B27D3C61-1B73-4899-8EFF-47BAD7405E32}">
      <dgm:prSet/>
      <dgm:spPr/>
      <dgm:t>
        <a:bodyPr/>
        <a:lstStyle/>
        <a:p>
          <a:endParaRPr lang="en-US"/>
        </a:p>
      </dgm:t>
    </dgm:pt>
    <dgm:pt modelId="{650DB986-AE70-4A63-9BA9-4D9DA42DA932}" type="sibTrans" cxnId="{B27D3C61-1B73-4899-8EFF-47BAD7405E32}">
      <dgm:prSet/>
      <dgm:spPr/>
      <dgm:t>
        <a:bodyPr/>
        <a:lstStyle/>
        <a:p>
          <a:endParaRPr lang="en-US"/>
        </a:p>
      </dgm:t>
    </dgm:pt>
    <dgm:pt modelId="{466AC504-99C0-4FCF-870B-8843019BCD42}">
      <dgm:prSet/>
      <dgm:spPr/>
      <dgm:t>
        <a:bodyPr/>
        <a:lstStyle/>
        <a:p>
          <a:r>
            <a:rPr lang="en-US"/>
            <a:t>Any physical object to be controlled (such as  a mechanical device, a heating furnace, a chemical  reactor or a spacecraft) a plant. </a:t>
          </a:r>
        </a:p>
      </dgm:t>
    </dgm:pt>
    <dgm:pt modelId="{15BE9C6D-DF6D-4163-9015-EF961123067A}" type="parTrans" cxnId="{7D8EC5EC-5CB8-4EDB-879D-657F08096945}">
      <dgm:prSet/>
      <dgm:spPr/>
      <dgm:t>
        <a:bodyPr/>
        <a:lstStyle/>
        <a:p>
          <a:endParaRPr lang="en-US"/>
        </a:p>
      </dgm:t>
    </dgm:pt>
    <dgm:pt modelId="{78DBE135-2EA1-4EF9-AD29-BA82BA111D68}" type="sibTrans" cxnId="{7D8EC5EC-5CB8-4EDB-879D-657F08096945}">
      <dgm:prSet/>
      <dgm:spPr/>
      <dgm:t>
        <a:bodyPr/>
        <a:lstStyle/>
        <a:p>
          <a:endParaRPr lang="en-US"/>
        </a:p>
      </dgm:t>
    </dgm:pt>
    <dgm:pt modelId="{E0446EA6-BF69-4ABD-B1BB-90207CA56804}" type="pres">
      <dgm:prSet presAssocID="{47A1D2EC-156D-401F-B3AB-D416D5F9B108}" presName="linear" presStyleCnt="0">
        <dgm:presLayoutVars>
          <dgm:animLvl val="lvl"/>
          <dgm:resizeHandles val="exact"/>
        </dgm:presLayoutVars>
      </dgm:prSet>
      <dgm:spPr/>
    </dgm:pt>
    <dgm:pt modelId="{ADA3081C-3DDC-49CF-A0F3-DEC19F079815}" type="pres">
      <dgm:prSet presAssocID="{6AFB944D-FE65-472B-A781-B5DD0B04FE29}" presName="parentText" presStyleLbl="node1" presStyleIdx="0" presStyleCnt="2">
        <dgm:presLayoutVars>
          <dgm:chMax val="0"/>
          <dgm:bulletEnabled val="1"/>
        </dgm:presLayoutVars>
      </dgm:prSet>
      <dgm:spPr/>
    </dgm:pt>
    <dgm:pt modelId="{5E2E9765-1CDB-4C47-AC3C-27A1E575A538}" type="pres">
      <dgm:prSet presAssocID="{650DB986-AE70-4A63-9BA9-4D9DA42DA932}" presName="spacer" presStyleCnt="0"/>
      <dgm:spPr/>
    </dgm:pt>
    <dgm:pt modelId="{7CD8852E-312F-4E8A-B696-2C70E57042BF}" type="pres">
      <dgm:prSet presAssocID="{466AC504-99C0-4FCF-870B-8843019BCD42}" presName="parentText" presStyleLbl="node1" presStyleIdx="1" presStyleCnt="2">
        <dgm:presLayoutVars>
          <dgm:chMax val="0"/>
          <dgm:bulletEnabled val="1"/>
        </dgm:presLayoutVars>
      </dgm:prSet>
      <dgm:spPr/>
    </dgm:pt>
  </dgm:ptLst>
  <dgm:cxnLst>
    <dgm:cxn modelId="{B27D3C61-1B73-4899-8EFF-47BAD7405E32}" srcId="{47A1D2EC-156D-401F-B3AB-D416D5F9B108}" destId="{6AFB944D-FE65-472B-A781-B5DD0B04FE29}" srcOrd="0" destOrd="0" parTransId="{2D4396DF-173E-43E5-936C-9E383BDD70B9}" sibTransId="{650DB986-AE70-4A63-9BA9-4D9DA42DA932}"/>
    <dgm:cxn modelId="{CAE985B5-845A-47FE-95BC-08CBFA6BDFFB}" type="presOf" srcId="{466AC504-99C0-4FCF-870B-8843019BCD42}" destId="{7CD8852E-312F-4E8A-B696-2C70E57042BF}" srcOrd="0" destOrd="0" presId="urn:microsoft.com/office/officeart/2005/8/layout/vList2"/>
    <dgm:cxn modelId="{84E0C9BE-E2BA-424A-AAD3-3F2EB2899850}" type="presOf" srcId="{47A1D2EC-156D-401F-B3AB-D416D5F9B108}" destId="{E0446EA6-BF69-4ABD-B1BB-90207CA56804}" srcOrd="0" destOrd="0" presId="urn:microsoft.com/office/officeart/2005/8/layout/vList2"/>
    <dgm:cxn modelId="{BAC887E8-90DC-4614-9592-52E097006832}" type="presOf" srcId="{6AFB944D-FE65-472B-A781-B5DD0B04FE29}" destId="{ADA3081C-3DDC-49CF-A0F3-DEC19F079815}" srcOrd="0" destOrd="0" presId="urn:microsoft.com/office/officeart/2005/8/layout/vList2"/>
    <dgm:cxn modelId="{7D8EC5EC-5CB8-4EDB-879D-657F08096945}" srcId="{47A1D2EC-156D-401F-B3AB-D416D5F9B108}" destId="{466AC504-99C0-4FCF-870B-8843019BCD42}" srcOrd="1" destOrd="0" parTransId="{15BE9C6D-DF6D-4163-9015-EF961123067A}" sibTransId="{78DBE135-2EA1-4EF9-AD29-BA82BA111D68}"/>
    <dgm:cxn modelId="{75EB65A0-A1A7-4DC8-BAAF-CF76DF301B78}" type="presParOf" srcId="{E0446EA6-BF69-4ABD-B1BB-90207CA56804}" destId="{ADA3081C-3DDC-49CF-A0F3-DEC19F079815}" srcOrd="0" destOrd="0" presId="urn:microsoft.com/office/officeart/2005/8/layout/vList2"/>
    <dgm:cxn modelId="{DDBA15D2-C984-447A-A944-B32CB8745D3C}" type="presParOf" srcId="{E0446EA6-BF69-4ABD-B1BB-90207CA56804}" destId="{5E2E9765-1CDB-4C47-AC3C-27A1E575A538}" srcOrd="1" destOrd="0" presId="urn:microsoft.com/office/officeart/2005/8/layout/vList2"/>
    <dgm:cxn modelId="{56392E0B-864A-46D9-9967-FD164845C375}" type="presParOf" srcId="{E0446EA6-BF69-4ABD-B1BB-90207CA56804}" destId="{7CD8852E-312F-4E8A-B696-2C70E57042B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F23EF12-8755-443D-8D23-238170B3654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60142B20-9F0A-4950-A59F-F3D55F869CA3}">
      <dgm:prSet/>
      <dgm:spPr/>
      <dgm:t>
        <a:bodyPr/>
        <a:lstStyle/>
        <a:p>
          <a:r>
            <a:rPr lang="en-US" b="1"/>
            <a:t>Processes    </a:t>
          </a:r>
          <a:r>
            <a:rPr lang="en-US"/>
            <a:t>The Merriam-Webster Dictionary defines a process to be a natural, progressively continuing operation or development marked by a series of gradual changes that succeed one another in a relatively fixed way and lead toward a particular result  orend; or an artificial or voluntary ,progressively continuing operation that consists of a series of controlled actions or movements systematically directed toward  a particular result or end.</a:t>
          </a:r>
        </a:p>
      </dgm:t>
    </dgm:pt>
    <dgm:pt modelId="{914A1F0E-58F6-43FE-93EB-3A70265A65EF}" type="parTrans" cxnId="{C96B4159-9F5A-4BEF-8F60-E2EE4818427E}">
      <dgm:prSet/>
      <dgm:spPr/>
      <dgm:t>
        <a:bodyPr/>
        <a:lstStyle/>
        <a:p>
          <a:endParaRPr lang="en-US"/>
        </a:p>
      </dgm:t>
    </dgm:pt>
    <dgm:pt modelId="{2F9823C3-0ACA-43FF-90E9-EB775ED3E736}" type="sibTrans" cxnId="{C96B4159-9F5A-4BEF-8F60-E2EE4818427E}">
      <dgm:prSet/>
      <dgm:spPr/>
      <dgm:t>
        <a:bodyPr/>
        <a:lstStyle/>
        <a:p>
          <a:endParaRPr lang="en-US"/>
        </a:p>
      </dgm:t>
    </dgm:pt>
    <dgm:pt modelId="{C68C6510-25D4-44CD-A952-C9B2F424B11F}">
      <dgm:prSet/>
      <dgm:spPr/>
      <dgm:t>
        <a:bodyPr/>
        <a:lstStyle/>
        <a:p>
          <a:r>
            <a:rPr lang="en-US"/>
            <a:t>Examples are  chemical , economic  and biological processes. </a:t>
          </a:r>
        </a:p>
      </dgm:t>
    </dgm:pt>
    <dgm:pt modelId="{9CB7E583-BA40-4502-8E04-58F94E7DAA66}" type="parTrans" cxnId="{B0249838-D095-4346-A3CD-0353ABA1D2E1}">
      <dgm:prSet/>
      <dgm:spPr/>
      <dgm:t>
        <a:bodyPr/>
        <a:lstStyle/>
        <a:p>
          <a:endParaRPr lang="en-US"/>
        </a:p>
      </dgm:t>
    </dgm:pt>
    <dgm:pt modelId="{4308FB9B-0A0A-47C0-857B-51C5709DC896}" type="sibTrans" cxnId="{B0249838-D095-4346-A3CD-0353ABA1D2E1}">
      <dgm:prSet/>
      <dgm:spPr/>
      <dgm:t>
        <a:bodyPr/>
        <a:lstStyle/>
        <a:p>
          <a:endParaRPr lang="en-US"/>
        </a:p>
      </dgm:t>
    </dgm:pt>
    <dgm:pt modelId="{DBE538D6-A224-4C1B-BF8E-60D39D292173}" type="pres">
      <dgm:prSet presAssocID="{7F23EF12-8755-443D-8D23-238170B36543}" presName="linear" presStyleCnt="0">
        <dgm:presLayoutVars>
          <dgm:animLvl val="lvl"/>
          <dgm:resizeHandles val="exact"/>
        </dgm:presLayoutVars>
      </dgm:prSet>
      <dgm:spPr/>
    </dgm:pt>
    <dgm:pt modelId="{DC21F546-3C14-494B-A525-7325B4129BEE}" type="pres">
      <dgm:prSet presAssocID="{60142B20-9F0A-4950-A59F-F3D55F869CA3}" presName="parentText" presStyleLbl="node1" presStyleIdx="0" presStyleCnt="2">
        <dgm:presLayoutVars>
          <dgm:chMax val="0"/>
          <dgm:bulletEnabled val="1"/>
        </dgm:presLayoutVars>
      </dgm:prSet>
      <dgm:spPr/>
    </dgm:pt>
    <dgm:pt modelId="{2FD019B4-3EF4-45A3-A68E-3A023A221103}" type="pres">
      <dgm:prSet presAssocID="{2F9823C3-0ACA-43FF-90E9-EB775ED3E736}" presName="spacer" presStyleCnt="0"/>
      <dgm:spPr/>
    </dgm:pt>
    <dgm:pt modelId="{9EABCEE9-829D-416C-8B4F-5C0FEB43CDC9}" type="pres">
      <dgm:prSet presAssocID="{C68C6510-25D4-44CD-A952-C9B2F424B11F}" presName="parentText" presStyleLbl="node1" presStyleIdx="1" presStyleCnt="2">
        <dgm:presLayoutVars>
          <dgm:chMax val="0"/>
          <dgm:bulletEnabled val="1"/>
        </dgm:presLayoutVars>
      </dgm:prSet>
      <dgm:spPr/>
    </dgm:pt>
  </dgm:ptLst>
  <dgm:cxnLst>
    <dgm:cxn modelId="{B0249838-D095-4346-A3CD-0353ABA1D2E1}" srcId="{7F23EF12-8755-443D-8D23-238170B36543}" destId="{C68C6510-25D4-44CD-A952-C9B2F424B11F}" srcOrd="1" destOrd="0" parTransId="{9CB7E583-BA40-4502-8E04-58F94E7DAA66}" sibTransId="{4308FB9B-0A0A-47C0-857B-51C5709DC896}"/>
    <dgm:cxn modelId="{51845565-5CDF-420F-AA10-072DBDA8C044}" type="presOf" srcId="{60142B20-9F0A-4950-A59F-F3D55F869CA3}" destId="{DC21F546-3C14-494B-A525-7325B4129BEE}" srcOrd="0" destOrd="0" presId="urn:microsoft.com/office/officeart/2005/8/layout/vList2"/>
    <dgm:cxn modelId="{C96B4159-9F5A-4BEF-8F60-E2EE4818427E}" srcId="{7F23EF12-8755-443D-8D23-238170B36543}" destId="{60142B20-9F0A-4950-A59F-F3D55F869CA3}" srcOrd="0" destOrd="0" parTransId="{914A1F0E-58F6-43FE-93EB-3A70265A65EF}" sibTransId="{2F9823C3-0ACA-43FF-90E9-EB775ED3E736}"/>
    <dgm:cxn modelId="{F9E32F7A-489C-419F-9ED8-34B6E1204E78}" type="presOf" srcId="{7F23EF12-8755-443D-8D23-238170B36543}" destId="{DBE538D6-A224-4C1B-BF8E-60D39D292173}" srcOrd="0" destOrd="0" presId="urn:microsoft.com/office/officeart/2005/8/layout/vList2"/>
    <dgm:cxn modelId="{99F6507B-E971-4522-8F5F-3FEB4B3A25BA}" type="presOf" srcId="{C68C6510-25D4-44CD-A952-C9B2F424B11F}" destId="{9EABCEE9-829D-416C-8B4F-5C0FEB43CDC9}" srcOrd="0" destOrd="0" presId="urn:microsoft.com/office/officeart/2005/8/layout/vList2"/>
    <dgm:cxn modelId="{EBBFF457-2BF2-4052-8DCE-249347ED642B}" type="presParOf" srcId="{DBE538D6-A224-4C1B-BF8E-60D39D292173}" destId="{DC21F546-3C14-494B-A525-7325B4129BEE}" srcOrd="0" destOrd="0" presId="urn:microsoft.com/office/officeart/2005/8/layout/vList2"/>
    <dgm:cxn modelId="{E05D9596-9DC2-49C3-B7C3-2144782531FA}" type="presParOf" srcId="{DBE538D6-A224-4C1B-BF8E-60D39D292173}" destId="{2FD019B4-3EF4-45A3-A68E-3A023A221103}" srcOrd="1" destOrd="0" presId="urn:microsoft.com/office/officeart/2005/8/layout/vList2"/>
    <dgm:cxn modelId="{7EA76DA3-C286-4A69-8487-BF31417C6423}" type="presParOf" srcId="{DBE538D6-A224-4C1B-BF8E-60D39D292173}" destId="{9EABCEE9-829D-416C-8B4F-5C0FEB43CDC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3C9ECD5-6FB2-4636-974D-C554DC3CA1F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DCC7B28-6617-42CB-93C9-61B1EECB64A3}">
      <dgm:prSet/>
      <dgm:spPr/>
      <dgm:t>
        <a:bodyPr/>
        <a:lstStyle/>
        <a:p>
          <a:r>
            <a:rPr lang="en-US"/>
            <a:t>Systems   A system is a combination of components that act together and perform  a certain objective.</a:t>
          </a:r>
        </a:p>
      </dgm:t>
    </dgm:pt>
    <dgm:pt modelId="{ECF6A628-92BB-4376-8473-80FE25C9AAC5}" type="parTrans" cxnId="{3782A181-D61A-47AF-B219-8BCE76304C6B}">
      <dgm:prSet/>
      <dgm:spPr/>
      <dgm:t>
        <a:bodyPr/>
        <a:lstStyle/>
        <a:p>
          <a:endParaRPr lang="en-US"/>
        </a:p>
      </dgm:t>
    </dgm:pt>
    <dgm:pt modelId="{A18A25ED-168E-4968-996D-E6312652A98D}" type="sibTrans" cxnId="{3782A181-D61A-47AF-B219-8BCE76304C6B}">
      <dgm:prSet/>
      <dgm:spPr/>
      <dgm:t>
        <a:bodyPr/>
        <a:lstStyle/>
        <a:p>
          <a:endParaRPr lang="en-US"/>
        </a:p>
      </dgm:t>
    </dgm:pt>
    <dgm:pt modelId="{3C0370F3-7164-46EB-9892-B08DED858DA0}">
      <dgm:prSet/>
      <dgm:spPr/>
      <dgm:t>
        <a:bodyPr/>
        <a:lstStyle/>
        <a:p>
          <a:r>
            <a:rPr lang="en-US"/>
            <a:t>A system is not limited to physical ones.</a:t>
          </a:r>
        </a:p>
      </dgm:t>
    </dgm:pt>
    <dgm:pt modelId="{2E8A8D00-0F5F-4024-819C-AF0239F5D41B}" type="parTrans" cxnId="{5A81CED4-ACCD-4F1B-A7BA-8B72DFBEC2BD}">
      <dgm:prSet/>
      <dgm:spPr/>
      <dgm:t>
        <a:bodyPr/>
        <a:lstStyle/>
        <a:p>
          <a:endParaRPr lang="en-US"/>
        </a:p>
      </dgm:t>
    </dgm:pt>
    <dgm:pt modelId="{A4A73286-2E54-414B-93E7-F30BDEF39BBE}" type="sibTrans" cxnId="{5A81CED4-ACCD-4F1B-A7BA-8B72DFBEC2BD}">
      <dgm:prSet/>
      <dgm:spPr/>
      <dgm:t>
        <a:bodyPr/>
        <a:lstStyle/>
        <a:p>
          <a:endParaRPr lang="en-US"/>
        </a:p>
      </dgm:t>
    </dgm:pt>
    <dgm:pt modelId="{83483581-5DD9-40D3-AF3F-CA326825C595}">
      <dgm:prSet/>
      <dgm:spPr/>
      <dgm:t>
        <a:bodyPr/>
        <a:lstStyle/>
        <a:p>
          <a:r>
            <a:rPr lang="en-US"/>
            <a:t>The  concept  of the system can be applied to abstract, dynamic phenomena such as those encountered in economics.</a:t>
          </a:r>
        </a:p>
      </dgm:t>
    </dgm:pt>
    <dgm:pt modelId="{2133E13C-F65E-4AFA-BB23-FD88E5A7D50C}" type="parTrans" cxnId="{DE64176F-EC06-4EA4-98E4-99E045BD7A95}">
      <dgm:prSet/>
      <dgm:spPr/>
      <dgm:t>
        <a:bodyPr/>
        <a:lstStyle/>
        <a:p>
          <a:endParaRPr lang="en-US"/>
        </a:p>
      </dgm:t>
    </dgm:pt>
    <dgm:pt modelId="{F0DA62FF-AF87-443B-8D36-2486E4422D97}" type="sibTrans" cxnId="{DE64176F-EC06-4EA4-98E4-99E045BD7A95}">
      <dgm:prSet/>
      <dgm:spPr/>
      <dgm:t>
        <a:bodyPr/>
        <a:lstStyle/>
        <a:p>
          <a:endParaRPr lang="en-US"/>
        </a:p>
      </dgm:t>
    </dgm:pt>
    <dgm:pt modelId="{7341050C-A5F3-444C-99EE-0B72AF90C766}">
      <dgm:prSet/>
      <dgm:spPr/>
      <dgm:t>
        <a:bodyPr/>
        <a:lstStyle/>
        <a:p>
          <a:r>
            <a:rPr lang="en-US"/>
            <a:t>The word system should, therefore, be interpreted to imply physical , biological, economics and like systems.</a:t>
          </a:r>
        </a:p>
      </dgm:t>
    </dgm:pt>
    <dgm:pt modelId="{E4BBF80F-B288-4EBC-9E3C-6445ACCD036A}" type="parTrans" cxnId="{B09C264B-BEC0-4A6B-8639-2490E5989140}">
      <dgm:prSet/>
      <dgm:spPr/>
      <dgm:t>
        <a:bodyPr/>
        <a:lstStyle/>
        <a:p>
          <a:endParaRPr lang="en-US"/>
        </a:p>
      </dgm:t>
    </dgm:pt>
    <dgm:pt modelId="{B2CCAC44-56ED-4F46-A129-6A44E4583393}" type="sibTrans" cxnId="{B09C264B-BEC0-4A6B-8639-2490E5989140}">
      <dgm:prSet/>
      <dgm:spPr/>
      <dgm:t>
        <a:bodyPr/>
        <a:lstStyle/>
        <a:p>
          <a:endParaRPr lang="en-US"/>
        </a:p>
      </dgm:t>
    </dgm:pt>
    <dgm:pt modelId="{0FA81134-A013-4324-8CF2-E163EA5E625D}" type="pres">
      <dgm:prSet presAssocID="{E3C9ECD5-6FB2-4636-974D-C554DC3CA1F4}" presName="linear" presStyleCnt="0">
        <dgm:presLayoutVars>
          <dgm:animLvl val="lvl"/>
          <dgm:resizeHandles val="exact"/>
        </dgm:presLayoutVars>
      </dgm:prSet>
      <dgm:spPr/>
    </dgm:pt>
    <dgm:pt modelId="{6AF03EF3-E2F1-472D-86EC-AD9F82B68387}" type="pres">
      <dgm:prSet presAssocID="{5DCC7B28-6617-42CB-93C9-61B1EECB64A3}" presName="parentText" presStyleLbl="node1" presStyleIdx="0" presStyleCnt="4">
        <dgm:presLayoutVars>
          <dgm:chMax val="0"/>
          <dgm:bulletEnabled val="1"/>
        </dgm:presLayoutVars>
      </dgm:prSet>
      <dgm:spPr/>
    </dgm:pt>
    <dgm:pt modelId="{9E45DBA5-398B-4CA6-99D3-E291D51FB0CC}" type="pres">
      <dgm:prSet presAssocID="{A18A25ED-168E-4968-996D-E6312652A98D}" presName="spacer" presStyleCnt="0"/>
      <dgm:spPr/>
    </dgm:pt>
    <dgm:pt modelId="{2A7A9F56-51B8-4754-8AC8-2019BBB69C8E}" type="pres">
      <dgm:prSet presAssocID="{3C0370F3-7164-46EB-9892-B08DED858DA0}" presName="parentText" presStyleLbl="node1" presStyleIdx="1" presStyleCnt="4">
        <dgm:presLayoutVars>
          <dgm:chMax val="0"/>
          <dgm:bulletEnabled val="1"/>
        </dgm:presLayoutVars>
      </dgm:prSet>
      <dgm:spPr/>
    </dgm:pt>
    <dgm:pt modelId="{D03BFED5-1C8C-4758-8867-EFB28CCADB7F}" type="pres">
      <dgm:prSet presAssocID="{A4A73286-2E54-414B-93E7-F30BDEF39BBE}" presName="spacer" presStyleCnt="0"/>
      <dgm:spPr/>
    </dgm:pt>
    <dgm:pt modelId="{429B8CDA-BBD4-40A1-841D-3B8B8B12875C}" type="pres">
      <dgm:prSet presAssocID="{83483581-5DD9-40D3-AF3F-CA326825C595}" presName="parentText" presStyleLbl="node1" presStyleIdx="2" presStyleCnt="4">
        <dgm:presLayoutVars>
          <dgm:chMax val="0"/>
          <dgm:bulletEnabled val="1"/>
        </dgm:presLayoutVars>
      </dgm:prSet>
      <dgm:spPr/>
    </dgm:pt>
    <dgm:pt modelId="{7D4BB566-7A2A-48CB-B9E8-51B4B7868B53}" type="pres">
      <dgm:prSet presAssocID="{F0DA62FF-AF87-443B-8D36-2486E4422D97}" presName="spacer" presStyleCnt="0"/>
      <dgm:spPr/>
    </dgm:pt>
    <dgm:pt modelId="{BE105733-35A6-409E-9FDF-13288940C59F}" type="pres">
      <dgm:prSet presAssocID="{7341050C-A5F3-444C-99EE-0B72AF90C766}" presName="parentText" presStyleLbl="node1" presStyleIdx="3" presStyleCnt="4">
        <dgm:presLayoutVars>
          <dgm:chMax val="0"/>
          <dgm:bulletEnabled val="1"/>
        </dgm:presLayoutVars>
      </dgm:prSet>
      <dgm:spPr/>
    </dgm:pt>
  </dgm:ptLst>
  <dgm:cxnLst>
    <dgm:cxn modelId="{2153801A-0EF5-4A2B-A0C3-53B273997CE2}" type="presOf" srcId="{5DCC7B28-6617-42CB-93C9-61B1EECB64A3}" destId="{6AF03EF3-E2F1-472D-86EC-AD9F82B68387}" srcOrd="0" destOrd="0" presId="urn:microsoft.com/office/officeart/2005/8/layout/vList2"/>
    <dgm:cxn modelId="{FA68611C-6804-48C4-A6B6-1CF3CF93AC81}" type="presOf" srcId="{7341050C-A5F3-444C-99EE-0B72AF90C766}" destId="{BE105733-35A6-409E-9FDF-13288940C59F}" srcOrd="0" destOrd="0" presId="urn:microsoft.com/office/officeart/2005/8/layout/vList2"/>
    <dgm:cxn modelId="{B09C264B-BEC0-4A6B-8639-2490E5989140}" srcId="{E3C9ECD5-6FB2-4636-974D-C554DC3CA1F4}" destId="{7341050C-A5F3-444C-99EE-0B72AF90C766}" srcOrd="3" destOrd="0" parTransId="{E4BBF80F-B288-4EBC-9E3C-6445ACCD036A}" sibTransId="{B2CCAC44-56ED-4F46-A129-6A44E4583393}"/>
    <dgm:cxn modelId="{DE64176F-EC06-4EA4-98E4-99E045BD7A95}" srcId="{E3C9ECD5-6FB2-4636-974D-C554DC3CA1F4}" destId="{83483581-5DD9-40D3-AF3F-CA326825C595}" srcOrd="2" destOrd="0" parTransId="{2133E13C-F65E-4AFA-BB23-FD88E5A7D50C}" sibTransId="{F0DA62FF-AF87-443B-8D36-2486E4422D97}"/>
    <dgm:cxn modelId="{ACE75D71-23F7-498E-9549-56B7E45E9F45}" type="presOf" srcId="{83483581-5DD9-40D3-AF3F-CA326825C595}" destId="{429B8CDA-BBD4-40A1-841D-3B8B8B12875C}" srcOrd="0" destOrd="0" presId="urn:microsoft.com/office/officeart/2005/8/layout/vList2"/>
    <dgm:cxn modelId="{3782A181-D61A-47AF-B219-8BCE76304C6B}" srcId="{E3C9ECD5-6FB2-4636-974D-C554DC3CA1F4}" destId="{5DCC7B28-6617-42CB-93C9-61B1EECB64A3}" srcOrd="0" destOrd="0" parTransId="{ECF6A628-92BB-4376-8473-80FE25C9AAC5}" sibTransId="{A18A25ED-168E-4968-996D-E6312652A98D}"/>
    <dgm:cxn modelId="{025679B1-15BA-42B5-8E4F-F143E94653C6}" type="presOf" srcId="{3C0370F3-7164-46EB-9892-B08DED858DA0}" destId="{2A7A9F56-51B8-4754-8AC8-2019BBB69C8E}" srcOrd="0" destOrd="0" presId="urn:microsoft.com/office/officeart/2005/8/layout/vList2"/>
    <dgm:cxn modelId="{5340A3C5-E325-4DFD-9CB5-EAFA19426442}" type="presOf" srcId="{E3C9ECD5-6FB2-4636-974D-C554DC3CA1F4}" destId="{0FA81134-A013-4324-8CF2-E163EA5E625D}" srcOrd="0" destOrd="0" presId="urn:microsoft.com/office/officeart/2005/8/layout/vList2"/>
    <dgm:cxn modelId="{5A81CED4-ACCD-4F1B-A7BA-8B72DFBEC2BD}" srcId="{E3C9ECD5-6FB2-4636-974D-C554DC3CA1F4}" destId="{3C0370F3-7164-46EB-9892-B08DED858DA0}" srcOrd="1" destOrd="0" parTransId="{2E8A8D00-0F5F-4024-819C-AF0239F5D41B}" sibTransId="{A4A73286-2E54-414B-93E7-F30BDEF39BBE}"/>
    <dgm:cxn modelId="{A363F025-59A8-472C-98D9-2B48F75E8805}" type="presParOf" srcId="{0FA81134-A013-4324-8CF2-E163EA5E625D}" destId="{6AF03EF3-E2F1-472D-86EC-AD9F82B68387}" srcOrd="0" destOrd="0" presId="urn:microsoft.com/office/officeart/2005/8/layout/vList2"/>
    <dgm:cxn modelId="{CE64E228-3D97-4DEF-81E8-0C9116A66475}" type="presParOf" srcId="{0FA81134-A013-4324-8CF2-E163EA5E625D}" destId="{9E45DBA5-398B-4CA6-99D3-E291D51FB0CC}" srcOrd="1" destOrd="0" presId="urn:microsoft.com/office/officeart/2005/8/layout/vList2"/>
    <dgm:cxn modelId="{C0FE9C8E-2F58-4F1C-A291-1D47CB8B72B3}" type="presParOf" srcId="{0FA81134-A013-4324-8CF2-E163EA5E625D}" destId="{2A7A9F56-51B8-4754-8AC8-2019BBB69C8E}" srcOrd="2" destOrd="0" presId="urn:microsoft.com/office/officeart/2005/8/layout/vList2"/>
    <dgm:cxn modelId="{506AFB05-5D1C-4684-A975-AE88D5136C45}" type="presParOf" srcId="{0FA81134-A013-4324-8CF2-E163EA5E625D}" destId="{D03BFED5-1C8C-4758-8867-EFB28CCADB7F}" srcOrd="3" destOrd="0" presId="urn:microsoft.com/office/officeart/2005/8/layout/vList2"/>
    <dgm:cxn modelId="{A2A8BC5C-CE3E-4A23-BCF0-83BDDF9D5766}" type="presParOf" srcId="{0FA81134-A013-4324-8CF2-E163EA5E625D}" destId="{429B8CDA-BBD4-40A1-841D-3B8B8B12875C}" srcOrd="4" destOrd="0" presId="urn:microsoft.com/office/officeart/2005/8/layout/vList2"/>
    <dgm:cxn modelId="{ED308E6F-634D-49AA-B0E4-BF009C9FA93D}" type="presParOf" srcId="{0FA81134-A013-4324-8CF2-E163EA5E625D}" destId="{7D4BB566-7A2A-48CB-B9E8-51B4B7868B53}" srcOrd="5" destOrd="0" presId="urn:microsoft.com/office/officeart/2005/8/layout/vList2"/>
    <dgm:cxn modelId="{E9A6F6C0-5D4B-4F5C-88DF-0C4FBB381EEE}" type="presParOf" srcId="{0FA81134-A013-4324-8CF2-E163EA5E625D}" destId="{BE105733-35A6-409E-9FDF-13288940C59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6AA8799-54EF-4E04-ACA5-ED180F2E68C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8723DB6-ABFE-4E77-AA49-9A0D8699FA9A}">
      <dgm:prSet custT="1"/>
      <dgm:spPr/>
      <dgm:t>
        <a:bodyPr/>
        <a:lstStyle/>
        <a:p>
          <a:pPr>
            <a:lnSpc>
              <a:spcPct val="100000"/>
            </a:lnSpc>
          </a:pPr>
          <a:r>
            <a:rPr lang="en-US" sz="2800" b="1" dirty="0"/>
            <a:t>Disturbances</a:t>
          </a:r>
          <a:r>
            <a:rPr lang="en-US" sz="2800" dirty="0"/>
            <a:t>        A disturbance is  a signal  that tends  to adversely  affect the value of the output of a system.</a:t>
          </a:r>
        </a:p>
      </dgm:t>
    </dgm:pt>
    <dgm:pt modelId="{6EF7EAC7-07F1-4A46-8CC9-3E8206678FA4}" type="parTrans" cxnId="{E439C1DC-A3FC-4982-86E2-5A74F04BC7B6}">
      <dgm:prSet/>
      <dgm:spPr/>
      <dgm:t>
        <a:bodyPr/>
        <a:lstStyle/>
        <a:p>
          <a:endParaRPr lang="en-US"/>
        </a:p>
      </dgm:t>
    </dgm:pt>
    <dgm:pt modelId="{B6CBFA9F-E45C-445E-9427-997ED2A461F8}" type="sibTrans" cxnId="{E439C1DC-A3FC-4982-86E2-5A74F04BC7B6}">
      <dgm:prSet/>
      <dgm:spPr/>
      <dgm:t>
        <a:bodyPr/>
        <a:lstStyle/>
        <a:p>
          <a:endParaRPr lang="en-US"/>
        </a:p>
      </dgm:t>
    </dgm:pt>
    <dgm:pt modelId="{5C25557D-78BE-47E4-A641-2BB7DA557B04}">
      <dgm:prSet custT="1"/>
      <dgm:spPr/>
      <dgm:t>
        <a:bodyPr/>
        <a:lstStyle/>
        <a:p>
          <a:pPr>
            <a:lnSpc>
              <a:spcPct val="100000"/>
            </a:lnSpc>
          </a:pPr>
          <a:r>
            <a:rPr lang="en-US" sz="2400" dirty="0"/>
            <a:t>If a disturbance  is generated within the system, it is called internal, while an external disturbance is generated within the system, it is called internal, while an external disturbance is generated  outside the system  and is an input. </a:t>
          </a:r>
        </a:p>
      </dgm:t>
    </dgm:pt>
    <dgm:pt modelId="{FDBDC723-876B-4791-9A74-8E0267ADE1A2}" type="parTrans" cxnId="{C5183612-D6BA-4833-A1CC-AC8479076C8A}">
      <dgm:prSet/>
      <dgm:spPr/>
      <dgm:t>
        <a:bodyPr/>
        <a:lstStyle/>
        <a:p>
          <a:endParaRPr lang="en-US"/>
        </a:p>
      </dgm:t>
    </dgm:pt>
    <dgm:pt modelId="{524133CF-9516-48EF-A619-7FF5F019AC15}" type="sibTrans" cxnId="{C5183612-D6BA-4833-A1CC-AC8479076C8A}">
      <dgm:prSet/>
      <dgm:spPr/>
      <dgm:t>
        <a:bodyPr/>
        <a:lstStyle/>
        <a:p>
          <a:endParaRPr lang="en-US"/>
        </a:p>
      </dgm:t>
    </dgm:pt>
    <dgm:pt modelId="{A13AECB5-F824-49C2-B560-DAF60252EA58}" type="pres">
      <dgm:prSet presAssocID="{A6AA8799-54EF-4E04-ACA5-ED180F2E68C7}" presName="root" presStyleCnt="0">
        <dgm:presLayoutVars>
          <dgm:dir/>
          <dgm:resizeHandles val="exact"/>
        </dgm:presLayoutVars>
      </dgm:prSet>
      <dgm:spPr/>
    </dgm:pt>
    <dgm:pt modelId="{FB5C9002-F399-4388-9CF1-B1497AFA307E}" type="pres">
      <dgm:prSet presAssocID="{18723DB6-ABFE-4E77-AA49-9A0D8699FA9A}" presName="compNode" presStyleCnt="0"/>
      <dgm:spPr/>
    </dgm:pt>
    <dgm:pt modelId="{F919CA96-8287-40F5-9B18-151BE0D118FC}" type="pres">
      <dgm:prSet presAssocID="{18723DB6-ABFE-4E77-AA49-9A0D8699FA9A}" presName="bgRect" presStyleLbl="bgShp" presStyleIdx="0" presStyleCnt="2"/>
      <dgm:spPr/>
    </dgm:pt>
    <dgm:pt modelId="{41C52FFD-E106-490E-8CB9-B6718EA77B13}" type="pres">
      <dgm:prSet presAssocID="{18723DB6-ABFE-4E77-AA49-9A0D8699FA9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sconnected"/>
        </a:ext>
      </dgm:extLst>
    </dgm:pt>
    <dgm:pt modelId="{68080119-8923-488E-834B-1431FEAF032E}" type="pres">
      <dgm:prSet presAssocID="{18723DB6-ABFE-4E77-AA49-9A0D8699FA9A}" presName="spaceRect" presStyleCnt="0"/>
      <dgm:spPr/>
    </dgm:pt>
    <dgm:pt modelId="{895C65A9-017D-4F24-B0B3-0192A7A7E8F7}" type="pres">
      <dgm:prSet presAssocID="{18723DB6-ABFE-4E77-AA49-9A0D8699FA9A}" presName="parTx" presStyleLbl="revTx" presStyleIdx="0" presStyleCnt="2">
        <dgm:presLayoutVars>
          <dgm:chMax val="0"/>
          <dgm:chPref val="0"/>
        </dgm:presLayoutVars>
      </dgm:prSet>
      <dgm:spPr/>
    </dgm:pt>
    <dgm:pt modelId="{2D04A7AF-959E-4D10-A03E-2ECBD47D47AB}" type="pres">
      <dgm:prSet presAssocID="{B6CBFA9F-E45C-445E-9427-997ED2A461F8}" presName="sibTrans" presStyleCnt="0"/>
      <dgm:spPr/>
    </dgm:pt>
    <dgm:pt modelId="{BA753B92-1C3C-415C-A994-90EE7146D13C}" type="pres">
      <dgm:prSet presAssocID="{5C25557D-78BE-47E4-A641-2BB7DA557B04}" presName="compNode" presStyleCnt="0"/>
      <dgm:spPr/>
    </dgm:pt>
    <dgm:pt modelId="{5E1B5636-8443-4D06-AD9F-3D009DC234FF}" type="pres">
      <dgm:prSet presAssocID="{5C25557D-78BE-47E4-A641-2BB7DA557B04}" presName="bgRect" presStyleLbl="bgShp" presStyleIdx="1" presStyleCnt="2" custScaleY="130909"/>
      <dgm:spPr/>
    </dgm:pt>
    <dgm:pt modelId="{5E2038D8-2E95-4581-A2DC-D2814BCCA29C}" type="pres">
      <dgm:prSet presAssocID="{5C25557D-78BE-47E4-A641-2BB7DA557B0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peed Bump"/>
        </a:ext>
      </dgm:extLst>
    </dgm:pt>
    <dgm:pt modelId="{678B71F0-D1D4-4F36-BB26-7BBD00E48795}" type="pres">
      <dgm:prSet presAssocID="{5C25557D-78BE-47E4-A641-2BB7DA557B04}" presName="spaceRect" presStyleCnt="0"/>
      <dgm:spPr/>
    </dgm:pt>
    <dgm:pt modelId="{58B1993A-E16D-419F-BE9E-5ED1BB775789}" type="pres">
      <dgm:prSet presAssocID="{5C25557D-78BE-47E4-A641-2BB7DA557B04}" presName="parTx" presStyleLbl="revTx" presStyleIdx="1" presStyleCnt="2" custScaleY="83524">
        <dgm:presLayoutVars>
          <dgm:chMax val="0"/>
          <dgm:chPref val="0"/>
        </dgm:presLayoutVars>
      </dgm:prSet>
      <dgm:spPr/>
    </dgm:pt>
  </dgm:ptLst>
  <dgm:cxnLst>
    <dgm:cxn modelId="{C5183612-D6BA-4833-A1CC-AC8479076C8A}" srcId="{A6AA8799-54EF-4E04-ACA5-ED180F2E68C7}" destId="{5C25557D-78BE-47E4-A641-2BB7DA557B04}" srcOrd="1" destOrd="0" parTransId="{FDBDC723-876B-4791-9A74-8E0267ADE1A2}" sibTransId="{524133CF-9516-48EF-A619-7FF5F019AC15}"/>
    <dgm:cxn modelId="{496DC826-F2C4-49E9-84D6-CA4ED854A59E}" type="presOf" srcId="{5C25557D-78BE-47E4-A641-2BB7DA557B04}" destId="{58B1993A-E16D-419F-BE9E-5ED1BB775789}" srcOrd="0" destOrd="0" presId="urn:microsoft.com/office/officeart/2018/2/layout/IconVerticalSolidList"/>
    <dgm:cxn modelId="{11AF4FA6-E401-4BA7-BE00-C262435C5BBC}" type="presOf" srcId="{A6AA8799-54EF-4E04-ACA5-ED180F2E68C7}" destId="{A13AECB5-F824-49C2-B560-DAF60252EA58}" srcOrd="0" destOrd="0" presId="urn:microsoft.com/office/officeart/2018/2/layout/IconVerticalSolidList"/>
    <dgm:cxn modelId="{590DD5D6-1371-4A2D-ADDD-01F5CAB8D261}" type="presOf" srcId="{18723DB6-ABFE-4E77-AA49-9A0D8699FA9A}" destId="{895C65A9-017D-4F24-B0B3-0192A7A7E8F7}" srcOrd="0" destOrd="0" presId="urn:microsoft.com/office/officeart/2018/2/layout/IconVerticalSolidList"/>
    <dgm:cxn modelId="{E439C1DC-A3FC-4982-86E2-5A74F04BC7B6}" srcId="{A6AA8799-54EF-4E04-ACA5-ED180F2E68C7}" destId="{18723DB6-ABFE-4E77-AA49-9A0D8699FA9A}" srcOrd="0" destOrd="0" parTransId="{6EF7EAC7-07F1-4A46-8CC9-3E8206678FA4}" sibTransId="{B6CBFA9F-E45C-445E-9427-997ED2A461F8}"/>
    <dgm:cxn modelId="{F433D8B0-BFAE-41F5-ABAD-1F9AB223058E}" type="presParOf" srcId="{A13AECB5-F824-49C2-B560-DAF60252EA58}" destId="{FB5C9002-F399-4388-9CF1-B1497AFA307E}" srcOrd="0" destOrd="0" presId="urn:microsoft.com/office/officeart/2018/2/layout/IconVerticalSolidList"/>
    <dgm:cxn modelId="{B5A77B0F-0BA8-4405-9019-A2CA54AF3E25}" type="presParOf" srcId="{FB5C9002-F399-4388-9CF1-B1497AFA307E}" destId="{F919CA96-8287-40F5-9B18-151BE0D118FC}" srcOrd="0" destOrd="0" presId="urn:microsoft.com/office/officeart/2018/2/layout/IconVerticalSolidList"/>
    <dgm:cxn modelId="{84296557-C6CA-482E-83FF-D652A643C1D5}" type="presParOf" srcId="{FB5C9002-F399-4388-9CF1-B1497AFA307E}" destId="{41C52FFD-E106-490E-8CB9-B6718EA77B13}" srcOrd="1" destOrd="0" presId="urn:microsoft.com/office/officeart/2018/2/layout/IconVerticalSolidList"/>
    <dgm:cxn modelId="{3796B67F-5A33-4E90-A496-83B04CCC1E52}" type="presParOf" srcId="{FB5C9002-F399-4388-9CF1-B1497AFA307E}" destId="{68080119-8923-488E-834B-1431FEAF032E}" srcOrd="2" destOrd="0" presId="urn:microsoft.com/office/officeart/2018/2/layout/IconVerticalSolidList"/>
    <dgm:cxn modelId="{945CA6E4-80AA-45DF-BFB6-306D44F08D4D}" type="presParOf" srcId="{FB5C9002-F399-4388-9CF1-B1497AFA307E}" destId="{895C65A9-017D-4F24-B0B3-0192A7A7E8F7}" srcOrd="3" destOrd="0" presId="urn:microsoft.com/office/officeart/2018/2/layout/IconVerticalSolidList"/>
    <dgm:cxn modelId="{B6C570D8-529E-470C-9663-A3824F73F798}" type="presParOf" srcId="{A13AECB5-F824-49C2-B560-DAF60252EA58}" destId="{2D04A7AF-959E-4D10-A03E-2ECBD47D47AB}" srcOrd="1" destOrd="0" presId="urn:microsoft.com/office/officeart/2018/2/layout/IconVerticalSolidList"/>
    <dgm:cxn modelId="{351BB2C3-2AB2-456D-B553-7C00F7D43F80}" type="presParOf" srcId="{A13AECB5-F824-49C2-B560-DAF60252EA58}" destId="{BA753B92-1C3C-415C-A994-90EE7146D13C}" srcOrd="2" destOrd="0" presId="urn:microsoft.com/office/officeart/2018/2/layout/IconVerticalSolidList"/>
    <dgm:cxn modelId="{877EB4EE-7C8A-48BA-9225-187ABF172FAB}" type="presParOf" srcId="{BA753B92-1C3C-415C-A994-90EE7146D13C}" destId="{5E1B5636-8443-4D06-AD9F-3D009DC234FF}" srcOrd="0" destOrd="0" presId="urn:microsoft.com/office/officeart/2018/2/layout/IconVerticalSolidList"/>
    <dgm:cxn modelId="{929B7ED1-7C76-4CA5-8212-90D2DEAF4932}" type="presParOf" srcId="{BA753B92-1C3C-415C-A994-90EE7146D13C}" destId="{5E2038D8-2E95-4581-A2DC-D2814BCCA29C}" srcOrd="1" destOrd="0" presId="urn:microsoft.com/office/officeart/2018/2/layout/IconVerticalSolidList"/>
    <dgm:cxn modelId="{C692B28A-9A2D-4861-A596-49BD8E9F7F8F}" type="presParOf" srcId="{BA753B92-1C3C-415C-A994-90EE7146D13C}" destId="{678B71F0-D1D4-4F36-BB26-7BBD00E48795}" srcOrd="2" destOrd="0" presId="urn:microsoft.com/office/officeart/2018/2/layout/IconVerticalSolidList"/>
    <dgm:cxn modelId="{7DECB376-0BB2-4100-B536-B8414245C54F}" type="presParOf" srcId="{BA753B92-1C3C-415C-A994-90EE7146D13C}" destId="{58B1993A-E16D-419F-BE9E-5ED1BB77578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BB79BD2-BE25-44DA-84A5-8A52114595F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DF24466-76E9-4FB6-A887-707572FFEC59}">
      <dgm:prSet/>
      <dgm:spPr/>
      <dgm:t>
        <a:bodyPr/>
        <a:lstStyle/>
        <a:p>
          <a:r>
            <a:rPr lang="en-US"/>
            <a:t>Feedback control      Feedback control refers to  an operation that in the presence of disturbances, tends  to reduce  the difference between the output  of a system  and some reference input and does  so on the based of this difference.</a:t>
          </a:r>
        </a:p>
      </dgm:t>
    </dgm:pt>
    <dgm:pt modelId="{63850B0A-965A-4176-AD79-6C2EDF21C48F}" type="parTrans" cxnId="{D044F293-5168-4D33-9577-0C701A16970C}">
      <dgm:prSet/>
      <dgm:spPr/>
      <dgm:t>
        <a:bodyPr/>
        <a:lstStyle/>
        <a:p>
          <a:endParaRPr lang="en-US"/>
        </a:p>
      </dgm:t>
    </dgm:pt>
    <dgm:pt modelId="{F9223AE5-53C5-49C3-83D5-E5BB9A414B4B}" type="sibTrans" cxnId="{D044F293-5168-4D33-9577-0C701A16970C}">
      <dgm:prSet/>
      <dgm:spPr/>
      <dgm:t>
        <a:bodyPr/>
        <a:lstStyle/>
        <a:p>
          <a:endParaRPr lang="en-US"/>
        </a:p>
      </dgm:t>
    </dgm:pt>
    <dgm:pt modelId="{615D8FF6-4753-466D-AC2A-F825EC7B7DF2}">
      <dgm:prSet/>
      <dgm:spPr/>
      <dgm:t>
        <a:bodyPr/>
        <a:lstStyle/>
        <a:p>
          <a:r>
            <a:rPr lang="en-US"/>
            <a:t>Here only  unpredictable disturbances are so specified, since predictable  or known disturbances  can always be compensated for within  the system.</a:t>
          </a:r>
        </a:p>
      </dgm:t>
    </dgm:pt>
    <dgm:pt modelId="{26E3B4D8-6651-4DC1-B4D3-108E2E070B61}" type="parTrans" cxnId="{EA357450-9BFB-4DDC-9D83-9297B4447A30}">
      <dgm:prSet/>
      <dgm:spPr/>
      <dgm:t>
        <a:bodyPr/>
        <a:lstStyle/>
        <a:p>
          <a:endParaRPr lang="en-US"/>
        </a:p>
      </dgm:t>
    </dgm:pt>
    <dgm:pt modelId="{9758462E-D516-418B-B106-DBCD48D88CEB}" type="sibTrans" cxnId="{EA357450-9BFB-4DDC-9D83-9297B4447A30}">
      <dgm:prSet/>
      <dgm:spPr/>
      <dgm:t>
        <a:bodyPr/>
        <a:lstStyle/>
        <a:p>
          <a:endParaRPr lang="en-US"/>
        </a:p>
      </dgm:t>
    </dgm:pt>
    <dgm:pt modelId="{1BC8D331-11C7-4EFC-B101-58253DDA4302}" type="pres">
      <dgm:prSet presAssocID="{9BB79BD2-BE25-44DA-84A5-8A52114595FA}" presName="root" presStyleCnt="0">
        <dgm:presLayoutVars>
          <dgm:dir/>
          <dgm:resizeHandles val="exact"/>
        </dgm:presLayoutVars>
      </dgm:prSet>
      <dgm:spPr/>
    </dgm:pt>
    <dgm:pt modelId="{5538FA21-E65C-4B63-BBAC-03640385EF15}" type="pres">
      <dgm:prSet presAssocID="{DDF24466-76E9-4FB6-A887-707572FFEC59}" presName="compNode" presStyleCnt="0"/>
      <dgm:spPr/>
    </dgm:pt>
    <dgm:pt modelId="{1E3E8B42-15FF-48DF-B02C-4EE6CE9B2C75}" type="pres">
      <dgm:prSet presAssocID="{DDF24466-76E9-4FB6-A887-707572FFEC59}" presName="bgRect" presStyleLbl="bgShp" presStyleIdx="0" presStyleCnt="2"/>
      <dgm:spPr/>
    </dgm:pt>
    <dgm:pt modelId="{9596202F-7995-4CE7-BA7E-31E77DC472A7}" type="pres">
      <dgm:prSet presAssocID="{DDF24466-76E9-4FB6-A887-707572FFEC5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3CD40DCA-90DF-44EA-B3B0-4F79D7D2E472}" type="pres">
      <dgm:prSet presAssocID="{DDF24466-76E9-4FB6-A887-707572FFEC59}" presName="spaceRect" presStyleCnt="0"/>
      <dgm:spPr/>
    </dgm:pt>
    <dgm:pt modelId="{33FB1C22-03AF-4BD1-BE77-741B1BC9FF7A}" type="pres">
      <dgm:prSet presAssocID="{DDF24466-76E9-4FB6-A887-707572FFEC59}" presName="parTx" presStyleLbl="revTx" presStyleIdx="0" presStyleCnt="2">
        <dgm:presLayoutVars>
          <dgm:chMax val="0"/>
          <dgm:chPref val="0"/>
        </dgm:presLayoutVars>
      </dgm:prSet>
      <dgm:spPr/>
    </dgm:pt>
    <dgm:pt modelId="{F8BDA380-C0CD-425E-9AC5-027D10F80F40}" type="pres">
      <dgm:prSet presAssocID="{F9223AE5-53C5-49C3-83D5-E5BB9A414B4B}" presName="sibTrans" presStyleCnt="0"/>
      <dgm:spPr/>
    </dgm:pt>
    <dgm:pt modelId="{5EB4F22A-D812-48C6-BF8B-3F8272A0C328}" type="pres">
      <dgm:prSet presAssocID="{615D8FF6-4753-466D-AC2A-F825EC7B7DF2}" presName="compNode" presStyleCnt="0"/>
      <dgm:spPr/>
    </dgm:pt>
    <dgm:pt modelId="{2A73D561-2384-46C8-87B0-91F202ACC37F}" type="pres">
      <dgm:prSet presAssocID="{615D8FF6-4753-466D-AC2A-F825EC7B7DF2}" presName="bgRect" presStyleLbl="bgShp" presStyleIdx="1" presStyleCnt="2"/>
      <dgm:spPr/>
    </dgm:pt>
    <dgm:pt modelId="{DBC2DCBB-5D3B-405C-9581-15D3C17F66E8}" type="pres">
      <dgm:prSet presAssocID="{615D8FF6-4753-466D-AC2A-F825EC7B7D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ed Bump"/>
        </a:ext>
      </dgm:extLst>
    </dgm:pt>
    <dgm:pt modelId="{A3D8234C-5CBF-404C-8E4C-5DFE726D630A}" type="pres">
      <dgm:prSet presAssocID="{615D8FF6-4753-466D-AC2A-F825EC7B7DF2}" presName="spaceRect" presStyleCnt="0"/>
      <dgm:spPr/>
    </dgm:pt>
    <dgm:pt modelId="{909B8485-5E1B-440C-BFFC-1E78867225EE}" type="pres">
      <dgm:prSet presAssocID="{615D8FF6-4753-466D-AC2A-F825EC7B7DF2}" presName="parTx" presStyleLbl="revTx" presStyleIdx="1" presStyleCnt="2">
        <dgm:presLayoutVars>
          <dgm:chMax val="0"/>
          <dgm:chPref val="0"/>
        </dgm:presLayoutVars>
      </dgm:prSet>
      <dgm:spPr/>
    </dgm:pt>
  </dgm:ptLst>
  <dgm:cxnLst>
    <dgm:cxn modelId="{320EB32B-EB6D-4F3F-ABAB-AD2145A34B29}" type="presOf" srcId="{DDF24466-76E9-4FB6-A887-707572FFEC59}" destId="{33FB1C22-03AF-4BD1-BE77-741B1BC9FF7A}" srcOrd="0" destOrd="0" presId="urn:microsoft.com/office/officeart/2018/2/layout/IconVerticalSolidList"/>
    <dgm:cxn modelId="{E065B82F-CA42-42FE-B4E7-BE493E97EFF5}" type="presOf" srcId="{615D8FF6-4753-466D-AC2A-F825EC7B7DF2}" destId="{909B8485-5E1B-440C-BFFC-1E78867225EE}" srcOrd="0" destOrd="0" presId="urn:microsoft.com/office/officeart/2018/2/layout/IconVerticalSolidList"/>
    <dgm:cxn modelId="{EA357450-9BFB-4DDC-9D83-9297B4447A30}" srcId="{9BB79BD2-BE25-44DA-84A5-8A52114595FA}" destId="{615D8FF6-4753-466D-AC2A-F825EC7B7DF2}" srcOrd="1" destOrd="0" parTransId="{26E3B4D8-6651-4DC1-B4D3-108E2E070B61}" sibTransId="{9758462E-D516-418B-B106-DBCD48D88CEB}"/>
    <dgm:cxn modelId="{7E59DD55-9BA2-421F-B1B7-4602D424F022}" type="presOf" srcId="{9BB79BD2-BE25-44DA-84A5-8A52114595FA}" destId="{1BC8D331-11C7-4EFC-B101-58253DDA4302}" srcOrd="0" destOrd="0" presId="urn:microsoft.com/office/officeart/2018/2/layout/IconVerticalSolidList"/>
    <dgm:cxn modelId="{D044F293-5168-4D33-9577-0C701A16970C}" srcId="{9BB79BD2-BE25-44DA-84A5-8A52114595FA}" destId="{DDF24466-76E9-4FB6-A887-707572FFEC59}" srcOrd="0" destOrd="0" parTransId="{63850B0A-965A-4176-AD79-6C2EDF21C48F}" sibTransId="{F9223AE5-53C5-49C3-83D5-E5BB9A414B4B}"/>
    <dgm:cxn modelId="{E1F4C4D1-BA80-4BB3-AE0A-BDE7D6D48844}" type="presParOf" srcId="{1BC8D331-11C7-4EFC-B101-58253DDA4302}" destId="{5538FA21-E65C-4B63-BBAC-03640385EF15}" srcOrd="0" destOrd="0" presId="urn:microsoft.com/office/officeart/2018/2/layout/IconVerticalSolidList"/>
    <dgm:cxn modelId="{AE39D287-C821-41FA-A954-3DEE18AAC20B}" type="presParOf" srcId="{5538FA21-E65C-4B63-BBAC-03640385EF15}" destId="{1E3E8B42-15FF-48DF-B02C-4EE6CE9B2C75}" srcOrd="0" destOrd="0" presId="urn:microsoft.com/office/officeart/2018/2/layout/IconVerticalSolidList"/>
    <dgm:cxn modelId="{ED0ACB42-A2FA-4806-B379-2F4024A65F44}" type="presParOf" srcId="{5538FA21-E65C-4B63-BBAC-03640385EF15}" destId="{9596202F-7995-4CE7-BA7E-31E77DC472A7}" srcOrd="1" destOrd="0" presId="urn:microsoft.com/office/officeart/2018/2/layout/IconVerticalSolidList"/>
    <dgm:cxn modelId="{CEF80E13-D940-46DE-B1EA-532D593B61A2}" type="presParOf" srcId="{5538FA21-E65C-4B63-BBAC-03640385EF15}" destId="{3CD40DCA-90DF-44EA-B3B0-4F79D7D2E472}" srcOrd="2" destOrd="0" presId="urn:microsoft.com/office/officeart/2018/2/layout/IconVerticalSolidList"/>
    <dgm:cxn modelId="{DC7B6085-6687-4C2E-A9A4-3F849DA6860D}" type="presParOf" srcId="{5538FA21-E65C-4B63-BBAC-03640385EF15}" destId="{33FB1C22-03AF-4BD1-BE77-741B1BC9FF7A}" srcOrd="3" destOrd="0" presId="urn:microsoft.com/office/officeart/2018/2/layout/IconVerticalSolidList"/>
    <dgm:cxn modelId="{B7B1AED4-633A-4F9F-86CC-59C246BC99D4}" type="presParOf" srcId="{1BC8D331-11C7-4EFC-B101-58253DDA4302}" destId="{F8BDA380-C0CD-425E-9AC5-027D10F80F40}" srcOrd="1" destOrd="0" presId="urn:microsoft.com/office/officeart/2018/2/layout/IconVerticalSolidList"/>
    <dgm:cxn modelId="{9B979F28-3934-41D5-8191-F35CBEB118BB}" type="presParOf" srcId="{1BC8D331-11C7-4EFC-B101-58253DDA4302}" destId="{5EB4F22A-D812-48C6-BF8B-3F8272A0C328}" srcOrd="2" destOrd="0" presId="urn:microsoft.com/office/officeart/2018/2/layout/IconVerticalSolidList"/>
    <dgm:cxn modelId="{0BC19184-457B-4AE0-8A42-BF7F088B8C8F}" type="presParOf" srcId="{5EB4F22A-D812-48C6-BF8B-3F8272A0C328}" destId="{2A73D561-2384-46C8-87B0-91F202ACC37F}" srcOrd="0" destOrd="0" presId="urn:microsoft.com/office/officeart/2018/2/layout/IconVerticalSolidList"/>
    <dgm:cxn modelId="{F1CBC598-1CB3-488B-80E3-D21E90E0D57B}" type="presParOf" srcId="{5EB4F22A-D812-48C6-BF8B-3F8272A0C328}" destId="{DBC2DCBB-5D3B-405C-9581-15D3C17F66E8}" srcOrd="1" destOrd="0" presId="urn:microsoft.com/office/officeart/2018/2/layout/IconVerticalSolidList"/>
    <dgm:cxn modelId="{EDB92665-AE4C-4D78-9FED-FCC499D39DFB}" type="presParOf" srcId="{5EB4F22A-D812-48C6-BF8B-3F8272A0C328}" destId="{A3D8234C-5CBF-404C-8E4C-5DFE726D630A}" srcOrd="2" destOrd="0" presId="urn:microsoft.com/office/officeart/2018/2/layout/IconVerticalSolidList"/>
    <dgm:cxn modelId="{EA23A2C5-B98D-4B33-B103-C55DFEC9C90A}" type="presParOf" srcId="{5EB4F22A-D812-48C6-BF8B-3F8272A0C328}" destId="{909B8485-5E1B-440C-BFFC-1E78867225E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D3C16DC-33AE-415F-9082-33627237F06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3CC2740-9D78-4F74-BB9F-C6B49B9888F3}">
      <dgm:prSet/>
      <dgm:spPr/>
      <dgm:t>
        <a:bodyPr/>
        <a:lstStyle/>
        <a:p>
          <a:pPr>
            <a:lnSpc>
              <a:spcPct val="100000"/>
            </a:lnSpc>
          </a:pPr>
          <a:r>
            <a:rPr lang="en-US"/>
            <a:t>The amount of fuel admitted to the engine is adjusted according to the difference between the desired and the actual engine speeds.</a:t>
          </a:r>
        </a:p>
      </dgm:t>
    </dgm:pt>
    <dgm:pt modelId="{6431AC6D-5D3C-40AE-8DF2-D8023277835B}" type="parTrans" cxnId="{70D0DE42-29F7-42CD-A79B-530B4BDF498C}">
      <dgm:prSet/>
      <dgm:spPr/>
      <dgm:t>
        <a:bodyPr/>
        <a:lstStyle/>
        <a:p>
          <a:endParaRPr lang="en-US"/>
        </a:p>
      </dgm:t>
    </dgm:pt>
    <dgm:pt modelId="{31201EC7-DA40-49EE-82CE-746822AE90BE}" type="sibTrans" cxnId="{70D0DE42-29F7-42CD-A79B-530B4BDF498C}">
      <dgm:prSet/>
      <dgm:spPr/>
      <dgm:t>
        <a:bodyPr/>
        <a:lstStyle/>
        <a:p>
          <a:endParaRPr lang="en-US"/>
        </a:p>
      </dgm:t>
    </dgm:pt>
    <dgm:pt modelId="{5ADE7728-A24B-4CB7-886A-49F6B4A80432}">
      <dgm:prSet/>
      <dgm:spPr/>
      <dgm:t>
        <a:bodyPr/>
        <a:lstStyle/>
        <a:p>
          <a:pPr>
            <a:lnSpc>
              <a:spcPct val="100000"/>
            </a:lnSpc>
          </a:pPr>
          <a:r>
            <a:rPr lang="en-US"/>
            <a:t>The sequence of actions may be stated as follows :The speed governor is adjusted such that, at that desired speed ,no pressured oil will flow  into either side of the power cylinder.</a:t>
          </a:r>
        </a:p>
      </dgm:t>
    </dgm:pt>
    <dgm:pt modelId="{C637ECA8-FF77-4D73-812D-93E762328588}" type="parTrans" cxnId="{52F7DC9C-52D1-4791-BA93-E5EA034E4CCE}">
      <dgm:prSet/>
      <dgm:spPr/>
      <dgm:t>
        <a:bodyPr/>
        <a:lstStyle/>
        <a:p>
          <a:endParaRPr lang="en-US"/>
        </a:p>
      </dgm:t>
    </dgm:pt>
    <dgm:pt modelId="{701DC774-B46E-4F57-B493-2114511C3E2E}" type="sibTrans" cxnId="{52F7DC9C-52D1-4791-BA93-E5EA034E4CCE}">
      <dgm:prSet/>
      <dgm:spPr/>
      <dgm:t>
        <a:bodyPr/>
        <a:lstStyle/>
        <a:p>
          <a:endParaRPr lang="en-US"/>
        </a:p>
      </dgm:t>
    </dgm:pt>
    <dgm:pt modelId="{69031181-99B5-4448-B273-331997942DDA}">
      <dgm:prSet/>
      <dgm:spPr/>
      <dgm:t>
        <a:bodyPr/>
        <a:lstStyle/>
        <a:p>
          <a:pPr>
            <a:lnSpc>
              <a:spcPct val="100000"/>
            </a:lnSpc>
          </a:pPr>
          <a:r>
            <a:rPr lang="en-US"/>
            <a:t>If the actual  speed drops below the desired value due to disturbance, then the decreases in the centrifugal force  of the speed  governor causes the control value to move downward , supplying more fuel and the speed of the engine increases until the  desired value is reached.</a:t>
          </a:r>
        </a:p>
      </dgm:t>
    </dgm:pt>
    <dgm:pt modelId="{C339C1FE-1BBB-4147-81FF-318986029A1E}" type="parTrans" cxnId="{5B1B6071-05E8-48B5-9539-81F51D563A02}">
      <dgm:prSet/>
      <dgm:spPr/>
      <dgm:t>
        <a:bodyPr/>
        <a:lstStyle/>
        <a:p>
          <a:endParaRPr lang="en-US"/>
        </a:p>
      </dgm:t>
    </dgm:pt>
    <dgm:pt modelId="{4F9CDA72-7A9B-4E9E-99ED-EAFCE7C93046}" type="sibTrans" cxnId="{5B1B6071-05E8-48B5-9539-81F51D563A02}">
      <dgm:prSet/>
      <dgm:spPr/>
      <dgm:t>
        <a:bodyPr/>
        <a:lstStyle/>
        <a:p>
          <a:endParaRPr lang="en-US"/>
        </a:p>
      </dgm:t>
    </dgm:pt>
    <dgm:pt modelId="{C932BE0C-1625-488E-A5B2-19A05D428969}">
      <dgm:prSet/>
      <dgm:spPr/>
      <dgm:t>
        <a:bodyPr/>
        <a:lstStyle/>
        <a:p>
          <a:pPr>
            <a:lnSpc>
              <a:spcPct val="100000"/>
            </a:lnSpc>
          </a:pPr>
          <a:r>
            <a:rPr lang="en-US"/>
            <a:t>On the other hand, if the speed of the engine increases  above the desired value, then the increase in the centrifugal  force of the governor  causes the control value  to move upward.  </a:t>
          </a:r>
        </a:p>
      </dgm:t>
    </dgm:pt>
    <dgm:pt modelId="{4FDD824F-927C-4068-BE5A-DD334C43FE61}" type="parTrans" cxnId="{B32AAA5A-BBC5-4758-BB94-28019341121E}">
      <dgm:prSet/>
      <dgm:spPr/>
      <dgm:t>
        <a:bodyPr/>
        <a:lstStyle/>
        <a:p>
          <a:endParaRPr lang="en-US"/>
        </a:p>
      </dgm:t>
    </dgm:pt>
    <dgm:pt modelId="{3133BB31-90F9-4927-A168-A4B79A0F9B23}" type="sibTrans" cxnId="{B32AAA5A-BBC5-4758-BB94-28019341121E}">
      <dgm:prSet/>
      <dgm:spPr/>
      <dgm:t>
        <a:bodyPr/>
        <a:lstStyle/>
        <a:p>
          <a:endParaRPr lang="en-US"/>
        </a:p>
      </dgm:t>
    </dgm:pt>
    <dgm:pt modelId="{32C8E789-357C-400D-BF52-0A0A4E8EA522}" type="pres">
      <dgm:prSet presAssocID="{2D3C16DC-33AE-415F-9082-33627237F062}" presName="root" presStyleCnt="0">
        <dgm:presLayoutVars>
          <dgm:dir/>
          <dgm:resizeHandles val="exact"/>
        </dgm:presLayoutVars>
      </dgm:prSet>
      <dgm:spPr/>
    </dgm:pt>
    <dgm:pt modelId="{084525BD-8A9F-4C1C-8188-2D62D27680E6}" type="pres">
      <dgm:prSet presAssocID="{C3CC2740-9D78-4F74-BB9F-C6B49B9888F3}" presName="compNode" presStyleCnt="0"/>
      <dgm:spPr/>
    </dgm:pt>
    <dgm:pt modelId="{F39AF16C-DD04-488F-B1F8-340565BB15DE}" type="pres">
      <dgm:prSet presAssocID="{C3CC2740-9D78-4F74-BB9F-C6B49B9888F3}" presName="bgRect" presStyleLbl="bgShp" presStyleIdx="0" presStyleCnt="4"/>
      <dgm:spPr/>
    </dgm:pt>
    <dgm:pt modelId="{2BACE5CB-7DAB-4197-A804-7D4AFE865974}" type="pres">
      <dgm:prSet presAssocID="{C3CC2740-9D78-4F74-BB9F-C6B49B9888F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cooter"/>
        </a:ext>
      </dgm:extLst>
    </dgm:pt>
    <dgm:pt modelId="{B08964E1-F252-4416-9930-829D118BC4DC}" type="pres">
      <dgm:prSet presAssocID="{C3CC2740-9D78-4F74-BB9F-C6B49B9888F3}" presName="spaceRect" presStyleCnt="0"/>
      <dgm:spPr/>
    </dgm:pt>
    <dgm:pt modelId="{B3478B81-944E-49AE-92DF-C2AAA5B90C1C}" type="pres">
      <dgm:prSet presAssocID="{C3CC2740-9D78-4F74-BB9F-C6B49B9888F3}" presName="parTx" presStyleLbl="revTx" presStyleIdx="0" presStyleCnt="4">
        <dgm:presLayoutVars>
          <dgm:chMax val="0"/>
          <dgm:chPref val="0"/>
        </dgm:presLayoutVars>
      </dgm:prSet>
      <dgm:spPr/>
    </dgm:pt>
    <dgm:pt modelId="{89C17398-0CF8-4141-B09A-9C3B7F9D510B}" type="pres">
      <dgm:prSet presAssocID="{31201EC7-DA40-49EE-82CE-746822AE90BE}" presName="sibTrans" presStyleCnt="0"/>
      <dgm:spPr/>
    </dgm:pt>
    <dgm:pt modelId="{28A01255-3AC4-4E8F-84BD-3E8FBF2F1D8E}" type="pres">
      <dgm:prSet presAssocID="{5ADE7728-A24B-4CB7-886A-49F6B4A80432}" presName="compNode" presStyleCnt="0"/>
      <dgm:spPr/>
    </dgm:pt>
    <dgm:pt modelId="{34493BDC-4D4B-480D-A495-B197D4FD6DE3}" type="pres">
      <dgm:prSet presAssocID="{5ADE7728-A24B-4CB7-886A-49F6B4A80432}" presName="bgRect" presStyleLbl="bgShp" presStyleIdx="1" presStyleCnt="4"/>
      <dgm:spPr/>
    </dgm:pt>
    <dgm:pt modelId="{B749FF3B-F28C-4509-AB02-AB510141E3C1}" type="pres">
      <dgm:prSet presAssocID="{5ADE7728-A24B-4CB7-886A-49F6B4A8043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peed Bump"/>
        </a:ext>
      </dgm:extLst>
    </dgm:pt>
    <dgm:pt modelId="{A08A1D4C-995B-4431-A842-4A4B3554B626}" type="pres">
      <dgm:prSet presAssocID="{5ADE7728-A24B-4CB7-886A-49F6B4A80432}" presName="spaceRect" presStyleCnt="0"/>
      <dgm:spPr/>
    </dgm:pt>
    <dgm:pt modelId="{80BF513B-58A0-429F-BDC9-C23EA02430D4}" type="pres">
      <dgm:prSet presAssocID="{5ADE7728-A24B-4CB7-886A-49F6B4A80432}" presName="parTx" presStyleLbl="revTx" presStyleIdx="1" presStyleCnt="4">
        <dgm:presLayoutVars>
          <dgm:chMax val="0"/>
          <dgm:chPref val="0"/>
        </dgm:presLayoutVars>
      </dgm:prSet>
      <dgm:spPr/>
    </dgm:pt>
    <dgm:pt modelId="{FAAF2EF1-CC43-4060-A5EF-D25D1FB81B41}" type="pres">
      <dgm:prSet presAssocID="{701DC774-B46E-4F57-B493-2114511C3E2E}" presName="sibTrans" presStyleCnt="0"/>
      <dgm:spPr/>
    </dgm:pt>
    <dgm:pt modelId="{00BB44B7-FDA3-490E-8BB9-2FEDBFEDA485}" type="pres">
      <dgm:prSet presAssocID="{69031181-99B5-4448-B273-331997942DDA}" presName="compNode" presStyleCnt="0"/>
      <dgm:spPr/>
    </dgm:pt>
    <dgm:pt modelId="{190FC7EC-462B-47C3-9C1C-DD1D133D24F1}" type="pres">
      <dgm:prSet presAssocID="{69031181-99B5-4448-B273-331997942DDA}" presName="bgRect" presStyleLbl="bgShp" presStyleIdx="2" presStyleCnt="4"/>
      <dgm:spPr/>
    </dgm:pt>
    <dgm:pt modelId="{C23F5D58-FD40-49E0-9A3E-547AB3C22707}" type="pres">
      <dgm:prSet presAssocID="{69031181-99B5-4448-B273-331997942DD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Graph with Downward Trend"/>
        </a:ext>
      </dgm:extLst>
    </dgm:pt>
    <dgm:pt modelId="{978B30C0-737E-46F6-B0C4-18D71A1A4AB6}" type="pres">
      <dgm:prSet presAssocID="{69031181-99B5-4448-B273-331997942DDA}" presName="spaceRect" presStyleCnt="0"/>
      <dgm:spPr/>
    </dgm:pt>
    <dgm:pt modelId="{4D5667B9-5105-4CE2-B1A5-6EA405AD6DC7}" type="pres">
      <dgm:prSet presAssocID="{69031181-99B5-4448-B273-331997942DDA}" presName="parTx" presStyleLbl="revTx" presStyleIdx="2" presStyleCnt="4">
        <dgm:presLayoutVars>
          <dgm:chMax val="0"/>
          <dgm:chPref val="0"/>
        </dgm:presLayoutVars>
      </dgm:prSet>
      <dgm:spPr/>
    </dgm:pt>
    <dgm:pt modelId="{30713F27-5B8C-4C9A-BFFE-427819F2657D}" type="pres">
      <dgm:prSet presAssocID="{4F9CDA72-7A9B-4E9E-99ED-EAFCE7C93046}" presName="sibTrans" presStyleCnt="0"/>
      <dgm:spPr/>
    </dgm:pt>
    <dgm:pt modelId="{3975C8B5-BECE-41BA-ACF9-6F22796D48B6}" type="pres">
      <dgm:prSet presAssocID="{C932BE0C-1625-488E-A5B2-19A05D428969}" presName="compNode" presStyleCnt="0"/>
      <dgm:spPr/>
    </dgm:pt>
    <dgm:pt modelId="{EE211A3D-8320-41EE-B17B-6589DA5440C8}" type="pres">
      <dgm:prSet presAssocID="{C932BE0C-1625-488E-A5B2-19A05D428969}" presName="bgRect" presStyleLbl="bgShp" presStyleIdx="3" presStyleCnt="4"/>
      <dgm:spPr/>
    </dgm:pt>
    <dgm:pt modelId="{618CC590-F80C-4468-B2F4-569C22CADD92}" type="pres">
      <dgm:prSet presAssocID="{C932BE0C-1625-488E-A5B2-19A05D42896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Electric Car"/>
        </a:ext>
      </dgm:extLst>
    </dgm:pt>
    <dgm:pt modelId="{E4A5EBC3-C520-44EF-BF8A-F22D61151212}" type="pres">
      <dgm:prSet presAssocID="{C932BE0C-1625-488E-A5B2-19A05D428969}" presName="spaceRect" presStyleCnt="0"/>
      <dgm:spPr/>
    </dgm:pt>
    <dgm:pt modelId="{861D4A7E-FA86-4BC1-96DD-9472B9A15B5D}" type="pres">
      <dgm:prSet presAssocID="{C932BE0C-1625-488E-A5B2-19A05D428969}" presName="parTx" presStyleLbl="revTx" presStyleIdx="3" presStyleCnt="4">
        <dgm:presLayoutVars>
          <dgm:chMax val="0"/>
          <dgm:chPref val="0"/>
        </dgm:presLayoutVars>
      </dgm:prSet>
      <dgm:spPr/>
    </dgm:pt>
  </dgm:ptLst>
  <dgm:cxnLst>
    <dgm:cxn modelId="{4B562324-8EDF-4643-B7D2-7ED60F553E58}" type="presOf" srcId="{2D3C16DC-33AE-415F-9082-33627237F062}" destId="{32C8E789-357C-400D-BF52-0A0A4E8EA522}" srcOrd="0" destOrd="0" presId="urn:microsoft.com/office/officeart/2018/2/layout/IconVerticalSolidList"/>
    <dgm:cxn modelId="{70D0DE42-29F7-42CD-A79B-530B4BDF498C}" srcId="{2D3C16DC-33AE-415F-9082-33627237F062}" destId="{C3CC2740-9D78-4F74-BB9F-C6B49B9888F3}" srcOrd="0" destOrd="0" parTransId="{6431AC6D-5D3C-40AE-8DF2-D8023277835B}" sibTransId="{31201EC7-DA40-49EE-82CE-746822AE90BE}"/>
    <dgm:cxn modelId="{5B1B6071-05E8-48B5-9539-81F51D563A02}" srcId="{2D3C16DC-33AE-415F-9082-33627237F062}" destId="{69031181-99B5-4448-B273-331997942DDA}" srcOrd="2" destOrd="0" parTransId="{C339C1FE-1BBB-4147-81FF-318986029A1E}" sibTransId="{4F9CDA72-7A9B-4E9E-99ED-EAFCE7C93046}"/>
    <dgm:cxn modelId="{2D308D7A-C6B8-4253-A30E-86E346BE40C7}" type="presOf" srcId="{C3CC2740-9D78-4F74-BB9F-C6B49B9888F3}" destId="{B3478B81-944E-49AE-92DF-C2AAA5B90C1C}" srcOrd="0" destOrd="0" presId="urn:microsoft.com/office/officeart/2018/2/layout/IconVerticalSolidList"/>
    <dgm:cxn modelId="{B32AAA5A-BBC5-4758-BB94-28019341121E}" srcId="{2D3C16DC-33AE-415F-9082-33627237F062}" destId="{C932BE0C-1625-488E-A5B2-19A05D428969}" srcOrd="3" destOrd="0" parTransId="{4FDD824F-927C-4068-BE5A-DD334C43FE61}" sibTransId="{3133BB31-90F9-4927-A168-A4B79A0F9B23}"/>
    <dgm:cxn modelId="{52F7DC9C-52D1-4791-BA93-E5EA034E4CCE}" srcId="{2D3C16DC-33AE-415F-9082-33627237F062}" destId="{5ADE7728-A24B-4CB7-886A-49F6B4A80432}" srcOrd="1" destOrd="0" parTransId="{C637ECA8-FF77-4D73-812D-93E762328588}" sibTransId="{701DC774-B46E-4F57-B493-2114511C3E2E}"/>
    <dgm:cxn modelId="{5B2711A3-9008-421E-A2D3-FC8CE405F255}" type="presOf" srcId="{C932BE0C-1625-488E-A5B2-19A05D428969}" destId="{861D4A7E-FA86-4BC1-96DD-9472B9A15B5D}" srcOrd="0" destOrd="0" presId="urn:microsoft.com/office/officeart/2018/2/layout/IconVerticalSolidList"/>
    <dgm:cxn modelId="{32CCE6A7-D457-48F9-A38C-BB630DD5AAFB}" type="presOf" srcId="{5ADE7728-A24B-4CB7-886A-49F6B4A80432}" destId="{80BF513B-58A0-429F-BDC9-C23EA02430D4}" srcOrd="0" destOrd="0" presId="urn:microsoft.com/office/officeart/2018/2/layout/IconVerticalSolidList"/>
    <dgm:cxn modelId="{1EE2DACA-B9C9-4ADE-AA1B-AF9A35B404BD}" type="presOf" srcId="{69031181-99B5-4448-B273-331997942DDA}" destId="{4D5667B9-5105-4CE2-B1A5-6EA405AD6DC7}" srcOrd="0" destOrd="0" presId="urn:microsoft.com/office/officeart/2018/2/layout/IconVerticalSolidList"/>
    <dgm:cxn modelId="{681A420D-3A45-499B-9E39-B0ACB1B6DE86}" type="presParOf" srcId="{32C8E789-357C-400D-BF52-0A0A4E8EA522}" destId="{084525BD-8A9F-4C1C-8188-2D62D27680E6}" srcOrd="0" destOrd="0" presId="urn:microsoft.com/office/officeart/2018/2/layout/IconVerticalSolidList"/>
    <dgm:cxn modelId="{36FDE505-9F81-43E7-8EEA-F749C76E63AE}" type="presParOf" srcId="{084525BD-8A9F-4C1C-8188-2D62D27680E6}" destId="{F39AF16C-DD04-488F-B1F8-340565BB15DE}" srcOrd="0" destOrd="0" presId="urn:microsoft.com/office/officeart/2018/2/layout/IconVerticalSolidList"/>
    <dgm:cxn modelId="{A6DDF8D7-7C8C-4D83-B716-2DED42701005}" type="presParOf" srcId="{084525BD-8A9F-4C1C-8188-2D62D27680E6}" destId="{2BACE5CB-7DAB-4197-A804-7D4AFE865974}" srcOrd="1" destOrd="0" presId="urn:microsoft.com/office/officeart/2018/2/layout/IconVerticalSolidList"/>
    <dgm:cxn modelId="{F0B6C7AD-E171-4B83-B7F2-3D86475523F6}" type="presParOf" srcId="{084525BD-8A9F-4C1C-8188-2D62D27680E6}" destId="{B08964E1-F252-4416-9930-829D118BC4DC}" srcOrd="2" destOrd="0" presId="urn:microsoft.com/office/officeart/2018/2/layout/IconVerticalSolidList"/>
    <dgm:cxn modelId="{99A42313-683B-4B7B-A1D2-9FE84A9D2812}" type="presParOf" srcId="{084525BD-8A9F-4C1C-8188-2D62D27680E6}" destId="{B3478B81-944E-49AE-92DF-C2AAA5B90C1C}" srcOrd="3" destOrd="0" presId="urn:microsoft.com/office/officeart/2018/2/layout/IconVerticalSolidList"/>
    <dgm:cxn modelId="{2CC70FD3-110A-4C1B-801E-F6D329492B3D}" type="presParOf" srcId="{32C8E789-357C-400D-BF52-0A0A4E8EA522}" destId="{89C17398-0CF8-4141-B09A-9C3B7F9D510B}" srcOrd="1" destOrd="0" presId="urn:microsoft.com/office/officeart/2018/2/layout/IconVerticalSolidList"/>
    <dgm:cxn modelId="{62695E78-F33E-4804-A9D7-05251872960A}" type="presParOf" srcId="{32C8E789-357C-400D-BF52-0A0A4E8EA522}" destId="{28A01255-3AC4-4E8F-84BD-3E8FBF2F1D8E}" srcOrd="2" destOrd="0" presId="urn:microsoft.com/office/officeart/2018/2/layout/IconVerticalSolidList"/>
    <dgm:cxn modelId="{39EC296C-6BA8-41DD-96D0-E5885E644D9E}" type="presParOf" srcId="{28A01255-3AC4-4E8F-84BD-3E8FBF2F1D8E}" destId="{34493BDC-4D4B-480D-A495-B197D4FD6DE3}" srcOrd="0" destOrd="0" presId="urn:microsoft.com/office/officeart/2018/2/layout/IconVerticalSolidList"/>
    <dgm:cxn modelId="{9A6F2D48-11A8-4D7A-A2AC-8A78B746A3EA}" type="presParOf" srcId="{28A01255-3AC4-4E8F-84BD-3E8FBF2F1D8E}" destId="{B749FF3B-F28C-4509-AB02-AB510141E3C1}" srcOrd="1" destOrd="0" presId="urn:microsoft.com/office/officeart/2018/2/layout/IconVerticalSolidList"/>
    <dgm:cxn modelId="{25DED78C-A20C-45D3-8385-6D831B7A004C}" type="presParOf" srcId="{28A01255-3AC4-4E8F-84BD-3E8FBF2F1D8E}" destId="{A08A1D4C-995B-4431-A842-4A4B3554B626}" srcOrd="2" destOrd="0" presId="urn:microsoft.com/office/officeart/2018/2/layout/IconVerticalSolidList"/>
    <dgm:cxn modelId="{2A5FB8EB-6360-4DF9-88A1-3B7F7313371E}" type="presParOf" srcId="{28A01255-3AC4-4E8F-84BD-3E8FBF2F1D8E}" destId="{80BF513B-58A0-429F-BDC9-C23EA02430D4}" srcOrd="3" destOrd="0" presId="urn:microsoft.com/office/officeart/2018/2/layout/IconVerticalSolidList"/>
    <dgm:cxn modelId="{2D02965A-70C0-46E8-9555-E6613062E652}" type="presParOf" srcId="{32C8E789-357C-400D-BF52-0A0A4E8EA522}" destId="{FAAF2EF1-CC43-4060-A5EF-D25D1FB81B41}" srcOrd="3" destOrd="0" presId="urn:microsoft.com/office/officeart/2018/2/layout/IconVerticalSolidList"/>
    <dgm:cxn modelId="{7DAFC1DB-0779-4E04-A93B-14C85AAFB63B}" type="presParOf" srcId="{32C8E789-357C-400D-BF52-0A0A4E8EA522}" destId="{00BB44B7-FDA3-490E-8BB9-2FEDBFEDA485}" srcOrd="4" destOrd="0" presId="urn:microsoft.com/office/officeart/2018/2/layout/IconVerticalSolidList"/>
    <dgm:cxn modelId="{8D8D4809-B889-4823-8673-37BA6113A10D}" type="presParOf" srcId="{00BB44B7-FDA3-490E-8BB9-2FEDBFEDA485}" destId="{190FC7EC-462B-47C3-9C1C-DD1D133D24F1}" srcOrd="0" destOrd="0" presId="urn:microsoft.com/office/officeart/2018/2/layout/IconVerticalSolidList"/>
    <dgm:cxn modelId="{85034751-6173-4F7E-AC30-713735776A5F}" type="presParOf" srcId="{00BB44B7-FDA3-490E-8BB9-2FEDBFEDA485}" destId="{C23F5D58-FD40-49E0-9A3E-547AB3C22707}" srcOrd="1" destOrd="0" presId="urn:microsoft.com/office/officeart/2018/2/layout/IconVerticalSolidList"/>
    <dgm:cxn modelId="{389C1A84-E5AD-4345-A15E-1FB12C91104B}" type="presParOf" srcId="{00BB44B7-FDA3-490E-8BB9-2FEDBFEDA485}" destId="{978B30C0-737E-46F6-B0C4-18D71A1A4AB6}" srcOrd="2" destOrd="0" presId="urn:microsoft.com/office/officeart/2018/2/layout/IconVerticalSolidList"/>
    <dgm:cxn modelId="{75087BA1-11C8-4C30-90A8-5CD77B41C1A5}" type="presParOf" srcId="{00BB44B7-FDA3-490E-8BB9-2FEDBFEDA485}" destId="{4D5667B9-5105-4CE2-B1A5-6EA405AD6DC7}" srcOrd="3" destOrd="0" presId="urn:microsoft.com/office/officeart/2018/2/layout/IconVerticalSolidList"/>
    <dgm:cxn modelId="{98CED0FF-41C9-4604-8D90-D04F5D46A653}" type="presParOf" srcId="{32C8E789-357C-400D-BF52-0A0A4E8EA522}" destId="{30713F27-5B8C-4C9A-BFFE-427819F2657D}" srcOrd="5" destOrd="0" presId="urn:microsoft.com/office/officeart/2018/2/layout/IconVerticalSolidList"/>
    <dgm:cxn modelId="{8CD459D5-C123-4ED0-9D47-2C048D0A7D2D}" type="presParOf" srcId="{32C8E789-357C-400D-BF52-0A0A4E8EA522}" destId="{3975C8B5-BECE-41BA-ACF9-6F22796D48B6}" srcOrd="6" destOrd="0" presId="urn:microsoft.com/office/officeart/2018/2/layout/IconVerticalSolidList"/>
    <dgm:cxn modelId="{4EF6D576-42A0-4108-BDE0-69E54F75014A}" type="presParOf" srcId="{3975C8B5-BECE-41BA-ACF9-6F22796D48B6}" destId="{EE211A3D-8320-41EE-B17B-6589DA5440C8}" srcOrd="0" destOrd="0" presId="urn:microsoft.com/office/officeart/2018/2/layout/IconVerticalSolidList"/>
    <dgm:cxn modelId="{786ED2FC-9697-4D6A-944D-2DC59AE64B70}" type="presParOf" srcId="{3975C8B5-BECE-41BA-ACF9-6F22796D48B6}" destId="{618CC590-F80C-4468-B2F4-569C22CADD92}" srcOrd="1" destOrd="0" presId="urn:microsoft.com/office/officeart/2018/2/layout/IconVerticalSolidList"/>
    <dgm:cxn modelId="{0657094D-86A1-4945-A316-D9AFA724A915}" type="presParOf" srcId="{3975C8B5-BECE-41BA-ACF9-6F22796D48B6}" destId="{E4A5EBC3-C520-44EF-BF8A-F22D61151212}" srcOrd="2" destOrd="0" presId="urn:microsoft.com/office/officeart/2018/2/layout/IconVerticalSolidList"/>
    <dgm:cxn modelId="{D9EF6D65-46E4-4F43-A74C-D8F2ECA4A140}" type="presParOf" srcId="{3975C8B5-BECE-41BA-ACF9-6F22796D48B6}" destId="{861D4A7E-FA86-4BC1-96DD-9472B9A15B5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E10FB-0FCE-4DEF-BB2E-AE8C2A19A5E3}">
      <dsp:nvSpPr>
        <dsp:cNvPr id="0" name=""/>
        <dsp:cNvSpPr/>
      </dsp:nvSpPr>
      <dsp:spPr>
        <a:xfrm>
          <a:off x="0" y="65065"/>
          <a:ext cx="10515600" cy="12162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Introduction</a:t>
          </a:r>
        </a:p>
      </dsp:txBody>
      <dsp:txXfrm>
        <a:off x="59371" y="124436"/>
        <a:ext cx="10396858" cy="1097473"/>
      </dsp:txXfrm>
    </dsp:sp>
    <dsp:sp modelId="{912876D1-E441-4E30-81D9-F7A301283B68}">
      <dsp:nvSpPr>
        <dsp:cNvPr id="0" name=""/>
        <dsp:cNvSpPr/>
      </dsp:nvSpPr>
      <dsp:spPr>
        <a:xfrm>
          <a:off x="0" y="1344640"/>
          <a:ext cx="10515600" cy="12162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Automatic control  has played vital role in the advance  of engineering and science.</a:t>
          </a:r>
        </a:p>
      </dsp:txBody>
      <dsp:txXfrm>
        <a:off x="59371" y="1404011"/>
        <a:ext cx="10396858" cy="1097473"/>
      </dsp:txXfrm>
    </dsp:sp>
    <dsp:sp modelId="{0A61E797-2EDD-4978-B932-C8B3EE577D0B}">
      <dsp:nvSpPr>
        <dsp:cNvPr id="0" name=""/>
        <dsp:cNvSpPr/>
      </dsp:nvSpPr>
      <dsp:spPr>
        <a:xfrm>
          <a:off x="0" y="2624215"/>
          <a:ext cx="10515600" cy="12162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 addition to its extreme importance in space-vehicle systems, missile-guidance systems, robotic system and like ,automatic control  has become an important and integral part of modern manufacturing  and industrial processes.</a:t>
          </a:r>
        </a:p>
      </dsp:txBody>
      <dsp:txXfrm>
        <a:off x="59371" y="2683586"/>
        <a:ext cx="10396858" cy="1097473"/>
      </dsp:txXfrm>
    </dsp:sp>
    <dsp:sp modelId="{F9741E26-0EC7-409A-AC6A-5743EC819ADF}">
      <dsp:nvSpPr>
        <dsp:cNvPr id="0" name=""/>
        <dsp:cNvSpPr/>
      </dsp:nvSpPr>
      <dsp:spPr>
        <a:xfrm>
          <a:off x="0" y="3903790"/>
          <a:ext cx="10515600" cy="12162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For example, automatic control is essential in the numerical control  of machine tools in the manufacturing  industries, in the design of autopilot  systems in the aerospace industries and in the design of cars and trucks in the automobile industries.</a:t>
          </a:r>
        </a:p>
      </dsp:txBody>
      <dsp:txXfrm>
        <a:off x="59371" y="3963161"/>
        <a:ext cx="10396858" cy="10974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A662A7-7ECA-44A4-A774-C3CDA18CCD1E}">
      <dsp:nvSpPr>
        <dsp:cNvPr id="0" name=""/>
        <dsp:cNvSpPr/>
      </dsp:nvSpPr>
      <dsp:spPr>
        <a:xfrm>
          <a:off x="0" y="745053"/>
          <a:ext cx="10506456" cy="137548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7B135C-D27A-4A36-BE07-6917B8996675}">
      <dsp:nvSpPr>
        <dsp:cNvPr id="0" name=""/>
        <dsp:cNvSpPr/>
      </dsp:nvSpPr>
      <dsp:spPr>
        <a:xfrm>
          <a:off x="416083" y="1054537"/>
          <a:ext cx="756516" cy="7565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2BA257-FCE3-4D51-A452-1F274113EF56}">
      <dsp:nvSpPr>
        <dsp:cNvPr id="0" name=""/>
        <dsp:cNvSpPr/>
      </dsp:nvSpPr>
      <dsp:spPr>
        <a:xfrm>
          <a:off x="1588683" y="745053"/>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844550">
            <a:lnSpc>
              <a:spcPct val="90000"/>
            </a:lnSpc>
            <a:spcBef>
              <a:spcPct val="0"/>
            </a:spcBef>
            <a:spcAft>
              <a:spcPct val="35000"/>
            </a:spcAft>
            <a:buNone/>
          </a:pPr>
          <a:r>
            <a:rPr lang="en-US" sz="1900" kern="1200"/>
            <a:t>It is also essential in such industries operations such as controlling  pressure , temperature, humidity, viscosity and flow in the process industries.</a:t>
          </a:r>
        </a:p>
      </dsp:txBody>
      <dsp:txXfrm>
        <a:off x="1588683" y="745053"/>
        <a:ext cx="8917772" cy="1375483"/>
      </dsp:txXfrm>
    </dsp:sp>
    <dsp:sp modelId="{42C52D47-3D1F-4A24-9697-C3E12E3CA73E}">
      <dsp:nvSpPr>
        <dsp:cNvPr id="0" name=""/>
        <dsp:cNvSpPr/>
      </dsp:nvSpPr>
      <dsp:spPr>
        <a:xfrm>
          <a:off x="0" y="2464408"/>
          <a:ext cx="10506456" cy="137548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4A4C7C-A6A8-4E79-8008-27942BB7A1BF}">
      <dsp:nvSpPr>
        <dsp:cNvPr id="0" name=""/>
        <dsp:cNvSpPr/>
      </dsp:nvSpPr>
      <dsp:spPr>
        <a:xfrm>
          <a:off x="416083" y="2773892"/>
          <a:ext cx="756516" cy="7565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6C5942-A115-4141-A759-5A95FDDA2300}">
      <dsp:nvSpPr>
        <dsp:cNvPr id="0" name=""/>
        <dsp:cNvSpPr/>
      </dsp:nvSpPr>
      <dsp:spPr>
        <a:xfrm>
          <a:off x="1588683" y="2464408"/>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844550">
            <a:lnSpc>
              <a:spcPct val="90000"/>
            </a:lnSpc>
            <a:spcBef>
              <a:spcPct val="0"/>
            </a:spcBef>
            <a:spcAft>
              <a:spcPct val="35000"/>
            </a:spcAft>
            <a:buNone/>
          </a:pPr>
          <a:r>
            <a:rPr lang="en-US" sz="1900" kern="1200"/>
            <a:t>Since advances in the theory and practice of automatic control provide  the means for attaining optimal performance  of dynamic systems, improving  productivity, relieving  the drudgery of many routine repetitive manual  operations and more ,most engineers and scientists must now have a good understanding  of this field.</a:t>
          </a:r>
        </a:p>
      </dsp:txBody>
      <dsp:txXfrm>
        <a:off x="1588683" y="2464408"/>
        <a:ext cx="8917772" cy="13754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41D15-76CC-4358-BD76-86690CB8A153}">
      <dsp:nvSpPr>
        <dsp:cNvPr id="0" name=""/>
        <dsp:cNvSpPr/>
      </dsp:nvSpPr>
      <dsp:spPr>
        <a:xfrm>
          <a:off x="973190" y="201179"/>
          <a:ext cx="1264141" cy="1264141"/>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1A26C6-7F1E-4FD9-A174-15451BC2476A}">
      <dsp:nvSpPr>
        <dsp:cNvPr id="0" name=""/>
        <dsp:cNvSpPr/>
      </dsp:nvSpPr>
      <dsp:spPr>
        <a:xfrm>
          <a:off x="1242597" y="470586"/>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B359C6-E3D1-46F7-9E06-1B39A4CE9B3E}">
      <dsp:nvSpPr>
        <dsp:cNvPr id="0" name=""/>
        <dsp:cNvSpPr/>
      </dsp:nvSpPr>
      <dsp:spPr>
        <a:xfrm>
          <a:off x="569079" y="1859069"/>
          <a:ext cx="2072362" cy="24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dirty="0"/>
            <a:t>Such systems  are ,in general acceptable but not optimal  in any meaningful sense.</a:t>
          </a:r>
        </a:p>
      </dsp:txBody>
      <dsp:txXfrm>
        <a:off x="569079" y="1859069"/>
        <a:ext cx="2072362" cy="2460937"/>
      </dsp:txXfrm>
    </dsp:sp>
    <dsp:sp modelId="{38B29430-9FC5-43B9-B6FF-B5713DA768D5}">
      <dsp:nvSpPr>
        <dsp:cNvPr id="0" name=""/>
        <dsp:cNvSpPr/>
      </dsp:nvSpPr>
      <dsp:spPr>
        <a:xfrm>
          <a:off x="3408216" y="201179"/>
          <a:ext cx="1264141" cy="1264141"/>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DAA346-D241-413A-A32F-1B2B99073A0E}">
      <dsp:nvSpPr>
        <dsp:cNvPr id="0" name=""/>
        <dsp:cNvSpPr/>
      </dsp:nvSpPr>
      <dsp:spPr>
        <a:xfrm>
          <a:off x="3677623" y="470586"/>
          <a:ext cx="725326" cy="725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E7E276-82A2-4620-B7B2-2428FF19DD8C}">
      <dsp:nvSpPr>
        <dsp:cNvPr id="0" name=""/>
        <dsp:cNvSpPr/>
      </dsp:nvSpPr>
      <dsp:spPr>
        <a:xfrm>
          <a:off x="3004105" y="1859069"/>
          <a:ext cx="2072362" cy="24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dirty="0"/>
            <a:t>Since the late 1950s, the emphasis in control design problems has been shifted from the design of one many systems that work to the design of one  optimal system in some meaningful sense.</a:t>
          </a:r>
        </a:p>
      </dsp:txBody>
      <dsp:txXfrm>
        <a:off x="3004105" y="1859069"/>
        <a:ext cx="2072362" cy="2460937"/>
      </dsp:txXfrm>
    </dsp:sp>
    <dsp:sp modelId="{2492B233-F827-494A-9B5D-2D2CCC9F0583}">
      <dsp:nvSpPr>
        <dsp:cNvPr id="0" name=""/>
        <dsp:cNvSpPr/>
      </dsp:nvSpPr>
      <dsp:spPr>
        <a:xfrm>
          <a:off x="5843242" y="201179"/>
          <a:ext cx="1264141" cy="1264141"/>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9426B0-38DC-4BD5-8A1E-B4718907BB65}">
      <dsp:nvSpPr>
        <dsp:cNvPr id="0" name=""/>
        <dsp:cNvSpPr/>
      </dsp:nvSpPr>
      <dsp:spPr>
        <a:xfrm>
          <a:off x="6112649" y="470586"/>
          <a:ext cx="725326" cy="7253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D39361-962D-4774-B3F1-DB2864523FFA}">
      <dsp:nvSpPr>
        <dsp:cNvPr id="0" name=""/>
        <dsp:cNvSpPr/>
      </dsp:nvSpPr>
      <dsp:spPr>
        <a:xfrm>
          <a:off x="5439131" y="1859069"/>
          <a:ext cx="2072362" cy="24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dirty="0"/>
            <a:t>As modern plants with many inputs and outputs become increasingly complex, the description of a modern control system requires a large number of equations.</a:t>
          </a:r>
        </a:p>
      </dsp:txBody>
      <dsp:txXfrm>
        <a:off x="5439131" y="1859069"/>
        <a:ext cx="2072362" cy="2460937"/>
      </dsp:txXfrm>
    </dsp:sp>
    <dsp:sp modelId="{5E2B58A2-1C72-46D0-B09F-B88EF5B2B587}">
      <dsp:nvSpPr>
        <dsp:cNvPr id="0" name=""/>
        <dsp:cNvSpPr/>
      </dsp:nvSpPr>
      <dsp:spPr>
        <a:xfrm>
          <a:off x="8278268" y="201179"/>
          <a:ext cx="1264141" cy="1264141"/>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F5B3FF-30FE-4F8C-919D-562747CF820F}">
      <dsp:nvSpPr>
        <dsp:cNvPr id="0" name=""/>
        <dsp:cNvSpPr/>
      </dsp:nvSpPr>
      <dsp:spPr>
        <a:xfrm>
          <a:off x="8547675" y="470586"/>
          <a:ext cx="725326" cy="7253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03CFBB-CD8B-46BC-8F32-0EFB8A7D22F4}">
      <dsp:nvSpPr>
        <dsp:cNvPr id="0" name=""/>
        <dsp:cNvSpPr/>
      </dsp:nvSpPr>
      <dsp:spPr>
        <a:xfrm>
          <a:off x="7874157" y="1859069"/>
          <a:ext cx="2072362" cy="246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dirty="0"/>
            <a:t>Classical control theory ,which deals only with single-input-single-output systems becomes powerless for multiple-input-multiple-outputs systems.</a:t>
          </a:r>
        </a:p>
      </dsp:txBody>
      <dsp:txXfrm>
        <a:off x="7874157" y="1859069"/>
        <a:ext cx="2072362" cy="24609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34286-E147-4F8F-A846-D8FB7F7EC76A}">
      <dsp:nvSpPr>
        <dsp:cNvPr id="0" name=""/>
        <dsp:cNvSpPr/>
      </dsp:nvSpPr>
      <dsp:spPr>
        <a:xfrm>
          <a:off x="0" y="199932"/>
          <a:ext cx="10515600" cy="128465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Since  about 1960,because the availability of digital computers made possible time-domain analysis of complex systems, modern control theory, based on time-domain analysis  and synthesis using state variables, has been developed to cope with the increased complexity of modern plants and the straight requirements on accuracy, weight  and cost  in military , space and  industrial applications.</a:t>
          </a:r>
        </a:p>
      </dsp:txBody>
      <dsp:txXfrm>
        <a:off x="62712" y="262644"/>
        <a:ext cx="10390176" cy="1159235"/>
      </dsp:txXfrm>
    </dsp:sp>
    <dsp:sp modelId="{356213CB-9967-4C1F-A881-1C5AE9944CA4}">
      <dsp:nvSpPr>
        <dsp:cNvPr id="0" name=""/>
        <dsp:cNvSpPr/>
      </dsp:nvSpPr>
      <dsp:spPr>
        <a:xfrm>
          <a:off x="0" y="1536432"/>
          <a:ext cx="10515600" cy="1284659"/>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During  the years from 1960 to 1980,optimal control of both deterministic and stochastic systems, as well as adaptive and learning control of complex systems, were fully investigated.</a:t>
          </a:r>
        </a:p>
      </dsp:txBody>
      <dsp:txXfrm>
        <a:off x="62712" y="1599144"/>
        <a:ext cx="10390176" cy="1159235"/>
      </dsp:txXfrm>
    </dsp:sp>
    <dsp:sp modelId="{F31CF132-A7DB-4051-A4A2-7DD706244D67}">
      <dsp:nvSpPr>
        <dsp:cNvPr id="0" name=""/>
        <dsp:cNvSpPr/>
      </dsp:nvSpPr>
      <dsp:spPr>
        <a:xfrm>
          <a:off x="0" y="2872931"/>
          <a:ext cx="10515600" cy="128465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From 1980 to the present developments in modern control theory centered around robust control, H∞ control and associated topics.</a:t>
          </a:r>
        </a:p>
      </dsp:txBody>
      <dsp:txXfrm>
        <a:off x="62712" y="2935643"/>
        <a:ext cx="10390176" cy="11592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20934D-464B-4C24-91F7-6D1711518061}">
      <dsp:nvSpPr>
        <dsp:cNvPr id="0" name=""/>
        <dsp:cNvSpPr/>
      </dsp:nvSpPr>
      <dsp:spPr>
        <a:xfrm>
          <a:off x="0" y="34422"/>
          <a:ext cx="10515600" cy="208961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Now  that digital computers  have become cheaper and more compact, they are used as integral parts of control systems.</a:t>
          </a:r>
        </a:p>
      </dsp:txBody>
      <dsp:txXfrm>
        <a:off x="102007" y="136429"/>
        <a:ext cx="10311586" cy="1885605"/>
      </dsp:txXfrm>
    </dsp:sp>
    <dsp:sp modelId="{560F3654-0DA8-432C-82E1-4A691B3F3921}">
      <dsp:nvSpPr>
        <dsp:cNvPr id="0" name=""/>
        <dsp:cNvSpPr/>
      </dsp:nvSpPr>
      <dsp:spPr>
        <a:xfrm>
          <a:off x="0" y="2233482"/>
          <a:ext cx="10515600" cy="208961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Recent applications such  non-engineering systems as biological, biomedical, economic and socio-economic systems. </a:t>
          </a:r>
        </a:p>
      </dsp:txBody>
      <dsp:txXfrm>
        <a:off x="102007" y="2335489"/>
        <a:ext cx="10311586" cy="18856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DEFF92-3233-4995-A6EB-428810273758}">
      <dsp:nvSpPr>
        <dsp:cNvPr id="0" name=""/>
        <dsp:cNvSpPr/>
      </dsp:nvSpPr>
      <dsp:spPr>
        <a:xfrm>
          <a:off x="0" y="383976"/>
          <a:ext cx="10515600" cy="67874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Controlled  Variable  and Manipulated Variable</a:t>
          </a:r>
          <a:endParaRPr lang="en-US" sz="1700" kern="1200"/>
        </a:p>
      </dsp:txBody>
      <dsp:txXfrm>
        <a:off x="33134" y="417110"/>
        <a:ext cx="10449332" cy="612478"/>
      </dsp:txXfrm>
    </dsp:sp>
    <dsp:sp modelId="{FBC46889-3FE5-4D17-85C1-FF79E314A21C}">
      <dsp:nvSpPr>
        <dsp:cNvPr id="0" name=""/>
        <dsp:cNvSpPr/>
      </dsp:nvSpPr>
      <dsp:spPr>
        <a:xfrm>
          <a:off x="0" y="1111682"/>
          <a:ext cx="10515600" cy="678746"/>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controlled variable is the quantity or condition that is measured and controlled.</a:t>
          </a:r>
        </a:p>
      </dsp:txBody>
      <dsp:txXfrm>
        <a:off x="33134" y="1144816"/>
        <a:ext cx="10449332" cy="612478"/>
      </dsp:txXfrm>
    </dsp:sp>
    <dsp:sp modelId="{7E44696E-A7F9-4098-8D0A-EEA98D9736CB}">
      <dsp:nvSpPr>
        <dsp:cNvPr id="0" name=""/>
        <dsp:cNvSpPr/>
      </dsp:nvSpPr>
      <dsp:spPr>
        <a:xfrm>
          <a:off x="0" y="1839388"/>
          <a:ext cx="10515600" cy="678746"/>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manipulated variable is the quantity or condition that is varied by the controller to affect  the value of the controller variable.</a:t>
          </a:r>
        </a:p>
      </dsp:txBody>
      <dsp:txXfrm>
        <a:off x="33134" y="1872522"/>
        <a:ext cx="10449332" cy="612478"/>
      </dsp:txXfrm>
    </dsp:sp>
    <dsp:sp modelId="{44F88E25-F75C-4F4C-AC19-C1A4F9B14380}">
      <dsp:nvSpPr>
        <dsp:cNvPr id="0" name=""/>
        <dsp:cNvSpPr/>
      </dsp:nvSpPr>
      <dsp:spPr>
        <a:xfrm>
          <a:off x="0" y="2567095"/>
          <a:ext cx="10515600" cy="678746"/>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Normally, the controlled variable is the output  of the system.</a:t>
          </a:r>
        </a:p>
      </dsp:txBody>
      <dsp:txXfrm>
        <a:off x="33134" y="2600229"/>
        <a:ext cx="10449332" cy="612478"/>
      </dsp:txXfrm>
    </dsp:sp>
    <dsp:sp modelId="{9F863264-A5BC-43EA-8A46-3F46A528E9D6}">
      <dsp:nvSpPr>
        <dsp:cNvPr id="0" name=""/>
        <dsp:cNvSpPr/>
      </dsp:nvSpPr>
      <dsp:spPr>
        <a:xfrm>
          <a:off x="0" y="3294801"/>
          <a:ext cx="10515600" cy="678746"/>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Control means measuring  the value of the controlled variable  of the system and applying the  manipulated variable to the system to correct or limit deviation of the measured value from  a desired value.</a:t>
          </a:r>
        </a:p>
      </dsp:txBody>
      <dsp:txXfrm>
        <a:off x="33134" y="3327935"/>
        <a:ext cx="10449332" cy="61247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A3081C-3DDC-49CF-A0F3-DEC19F079815}">
      <dsp:nvSpPr>
        <dsp:cNvPr id="0" name=""/>
        <dsp:cNvSpPr/>
      </dsp:nvSpPr>
      <dsp:spPr>
        <a:xfrm>
          <a:off x="0" y="260141"/>
          <a:ext cx="10515600" cy="18696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Plants    </a:t>
          </a:r>
          <a:r>
            <a:rPr lang="en-US" sz="3400" kern="1200"/>
            <a:t>A plant may be piece  of equipment, perhaps just a set of machine parts  functioning together ,the purpose of which is to perform a particular operation.</a:t>
          </a:r>
        </a:p>
      </dsp:txBody>
      <dsp:txXfrm>
        <a:off x="91269" y="351410"/>
        <a:ext cx="10333062" cy="1687122"/>
      </dsp:txXfrm>
    </dsp:sp>
    <dsp:sp modelId="{7CD8852E-312F-4E8A-B696-2C70E57042BF}">
      <dsp:nvSpPr>
        <dsp:cNvPr id="0" name=""/>
        <dsp:cNvSpPr/>
      </dsp:nvSpPr>
      <dsp:spPr>
        <a:xfrm>
          <a:off x="0" y="2227722"/>
          <a:ext cx="10515600" cy="186966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Any physical object to be controlled (such as  a mechanical device, a heating furnace, a chemical  reactor or a spacecraft) a plant. </a:t>
          </a:r>
        </a:p>
      </dsp:txBody>
      <dsp:txXfrm>
        <a:off x="91269" y="2318991"/>
        <a:ext cx="10333062" cy="168712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21F546-3C14-494B-A525-7325B4129BEE}">
      <dsp:nvSpPr>
        <dsp:cNvPr id="0" name=""/>
        <dsp:cNvSpPr/>
      </dsp:nvSpPr>
      <dsp:spPr>
        <a:xfrm>
          <a:off x="0" y="75312"/>
          <a:ext cx="10506456" cy="216216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Processes    </a:t>
          </a:r>
          <a:r>
            <a:rPr lang="en-US" sz="2100" kern="1200"/>
            <a:t>The Merriam-Webster Dictionary defines a process to be a natural, progressively continuing operation or development marked by a series of gradual changes that succeed one another in a relatively fixed way and lead toward a particular result  orend; or an artificial or voluntary ,progressively continuing operation that consists of a series of controlled actions or movements systematically directed toward  a particular result or end.</a:t>
          </a:r>
        </a:p>
      </dsp:txBody>
      <dsp:txXfrm>
        <a:off x="105548" y="180860"/>
        <a:ext cx="10295360" cy="1951064"/>
      </dsp:txXfrm>
    </dsp:sp>
    <dsp:sp modelId="{9EABCEE9-829D-416C-8B4F-5C0FEB43CDC9}">
      <dsp:nvSpPr>
        <dsp:cNvPr id="0" name=""/>
        <dsp:cNvSpPr/>
      </dsp:nvSpPr>
      <dsp:spPr>
        <a:xfrm>
          <a:off x="0" y="2297952"/>
          <a:ext cx="10506456" cy="216216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Examples are  chemical , economic  and biological processes. </a:t>
          </a:r>
        </a:p>
      </dsp:txBody>
      <dsp:txXfrm>
        <a:off x="105548" y="2403500"/>
        <a:ext cx="10295360" cy="195106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03EF3-E2F1-472D-86EC-AD9F82B68387}">
      <dsp:nvSpPr>
        <dsp:cNvPr id="0" name=""/>
        <dsp:cNvSpPr/>
      </dsp:nvSpPr>
      <dsp:spPr>
        <a:xfrm>
          <a:off x="0" y="2952"/>
          <a:ext cx="10506456" cy="10740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Systems   A system is a combination of components that act together and perform  a certain objective.</a:t>
          </a:r>
        </a:p>
      </dsp:txBody>
      <dsp:txXfrm>
        <a:off x="52431" y="55383"/>
        <a:ext cx="10401594" cy="969198"/>
      </dsp:txXfrm>
    </dsp:sp>
    <dsp:sp modelId="{2A7A9F56-51B8-4754-8AC8-2019BBB69C8E}">
      <dsp:nvSpPr>
        <dsp:cNvPr id="0" name=""/>
        <dsp:cNvSpPr/>
      </dsp:nvSpPr>
      <dsp:spPr>
        <a:xfrm>
          <a:off x="0" y="1154772"/>
          <a:ext cx="10506456" cy="107406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 system is not limited to physical ones.</a:t>
          </a:r>
        </a:p>
      </dsp:txBody>
      <dsp:txXfrm>
        <a:off x="52431" y="1207203"/>
        <a:ext cx="10401594" cy="969198"/>
      </dsp:txXfrm>
    </dsp:sp>
    <dsp:sp modelId="{429B8CDA-BBD4-40A1-841D-3B8B8B12875C}">
      <dsp:nvSpPr>
        <dsp:cNvPr id="0" name=""/>
        <dsp:cNvSpPr/>
      </dsp:nvSpPr>
      <dsp:spPr>
        <a:xfrm>
          <a:off x="0" y="2306592"/>
          <a:ext cx="10506456" cy="107406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The  concept  of the system can be applied to abstract, dynamic phenomena such as those encountered in economics.</a:t>
          </a:r>
        </a:p>
      </dsp:txBody>
      <dsp:txXfrm>
        <a:off x="52431" y="2359023"/>
        <a:ext cx="10401594" cy="969198"/>
      </dsp:txXfrm>
    </dsp:sp>
    <dsp:sp modelId="{BE105733-35A6-409E-9FDF-13288940C59F}">
      <dsp:nvSpPr>
        <dsp:cNvPr id="0" name=""/>
        <dsp:cNvSpPr/>
      </dsp:nvSpPr>
      <dsp:spPr>
        <a:xfrm>
          <a:off x="0" y="3458412"/>
          <a:ext cx="10506456" cy="107406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The word system should, therefore, be interpreted to imply physical , biological, economics and like systems.</a:t>
          </a:r>
        </a:p>
      </dsp:txBody>
      <dsp:txXfrm>
        <a:off x="52431" y="3510843"/>
        <a:ext cx="10401594" cy="96919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19CA96-8287-40F5-9B18-151BE0D118FC}">
      <dsp:nvSpPr>
        <dsp:cNvPr id="0" name=""/>
        <dsp:cNvSpPr/>
      </dsp:nvSpPr>
      <dsp:spPr>
        <a:xfrm>
          <a:off x="0" y="794540"/>
          <a:ext cx="10515600" cy="12161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C52FFD-E106-490E-8CB9-B6718EA77B13}">
      <dsp:nvSpPr>
        <dsp:cNvPr id="0" name=""/>
        <dsp:cNvSpPr/>
      </dsp:nvSpPr>
      <dsp:spPr>
        <a:xfrm>
          <a:off x="481113" y="965224"/>
          <a:ext cx="874751" cy="874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5C65A9-017D-4F24-B0B3-0192A7A7E8F7}">
      <dsp:nvSpPr>
        <dsp:cNvPr id="0" name=""/>
        <dsp:cNvSpPr/>
      </dsp:nvSpPr>
      <dsp:spPr>
        <a:xfrm>
          <a:off x="1836977" y="794540"/>
          <a:ext cx="8503079" cy="1110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541" tIns="117541" rIns="117541" bIns="117541" numCol="1" spcCol="1270" anchor="ctr" anchorCtr="0">
          <a:noAutofit/>
        </a:bodyPr>
        <a:lstStyle/>
        <a:p>
          <a:pPr marL="0" lvl="0" indent="0" algn="l" defTabSz="1244600">
            <a:lnSpc>
              <a:spcPct val="100000"/>
            </a:lnSpc>
            <a:spcBef>
              <a:spcPct val="0"/>
            </a:spcBef>
            <a:spcAft>
              <a:spcPct val="35000"/>
            </a:spcAft>
            <a:buNone/>
          </a:pPr>
          <a:r>
            <a:rPr lang="en-US" sz="2800" b="1" kern="1200" dirty="0"/>
            <a:t>Disturbances</a:t>
          </a:r>
          <a:r>
            <a:rPr lang="en-US" sz="2800" kern="1200" dirty="0"/>
            <a:t>        A disturbance is  a signal  that tends  to adversely  affect the value of the output of a system.</a:t>
          </a:r>
        </a:p>
      </dsp:txBody>
      <dsp:txXfrm>
        <a:off x="1836977" y="794540"/>
        <a:ext cx="8503079" cy="1110628"/>
      </dsp:txXfrm>
    </dsp:sp>
    <dsp:sp modelId="{5E1B5636-8443-4D06-AD9F-3D009DC234FF}">
      <dsp:nvSpPr>
        <dsp:cNvPr id="0" name=""/>
        <dsp:cNvSpPr/>
      </dsp:nvSpPr>
      <dsp:spPr>
        <a:xfrm>
          <a:off x="0" y="2782610"/>
          <a:ext cx="10515600" cy="159201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38D8-2E95-4581-A2DC-D2814BCCA29C}">
      <dsp:nvSpPr>
        <dsp:cNvPr id="0" name=""/>
        <dsp:cNvSpPr/>
      </dsp:nvSpPr>
      <dsp:spPr>
        <a:xfrm>
          <a:off x="481113" y="3141240"/>
          <a:ext cx="874751" cy="874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B1993A-E16D-419F-BE9E-5ED1BB775789}">
      <dsp:nvSpPr>
        <dsp:cNvPr id="0" name=""/>
        <dsp:cNvSpPr/>
      </dsp:nvSpPr>
      <dsp:spPr>
        <a:xfrm>
          <a:off x="1836977" y="3062049"/>
          <a:ext cx="8503079" cy="927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541" tIns="117541" rIns="117541" bIns="117541" numCol="1" spcCol="1270" anchor="ctr" anchorCtr="0">
          <a:noAutofit/>
        </a:bodyPr>
        <a:lstStyle/>
        <a:p>
          <a:pPr marL="0" lvl="0" indent="0" algn="l" defTabSz="1066800">
            <a:lnSpc>
              <a:spcPct val="100000"/>
            </a:lnSpc>
            <a:spcBef>
              <a:spcPct val="0"/>
            </a:spcBef>
            <a:spcAft>
              <a:spcPct val="35000"/>
            </a:spcAft>
            <a:buNone/>
          </a:pPr>
          <a:r>
            <a:rPr lang="en-US" sz="2400" kern="1200" dirty="0"/>
            <a:t>If a disturbance  is generated within the system, it is called internal, while an external disturbance is generated within the system, it is called internal, while an external disturbance is generated  outside the system  and is an input. </a:t>
          </a:r>
        </a:p>
      </dsp:txBody>
      <dsp:txXfrm>
        <a:off x="1836977" y="3062049"/>
        <a:ext cx="8503079" cy="92764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E8B42-15FF-48DF-B02C-4EE6CE9B2C75}">
      <dsp:nvSpPr>
        <dsp:cNvPr id="0" name=""/>
        <dsp:cNvSpPr/>
      </dsp:nvSpPr>
      <dsp:spPr>
        <a:xfrm>
          <a:off x="0" y="745053"/>
          <a:ext cx="10506456" cy="137548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96202F-7995-4CE7-BA7E-31E77DC472A7}">
      <dsp:nvSpPr>
        <dsp:cNvPr id="0" name=""/>
        <dsp:cNvSpPr/>
      </dsp:nvSpPr>
      <dsp:spPr>
        <a:xfrm>
          <a:off x="416083" y="1054537"/>
          <a:ext cx="756516" cy="7565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FB1C22-03AF-4BD1-BE77-741B1BC9FF7A}">
      <dsp:nvSpPr>
        <dsp:cNvPr id="0" name=""/>
        <dsp:cNvSpPr/>
      </dsp:nvSpPr>
      <dsp:spPr>
        <a:xfrm>
          <a:off x="1588683" y="745053"/>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844550">
            <a:lnSpc>
              <a:spcPct val="90000"/>
            </a:lnSpc>
            <a:spcBef>
              <a:spcPct val="0"/>
            </a:spcBef>
            <a:spcAft>
              <a:spcPct val="35000"/>
            </a:spcAft>
            <a:buNone/>
          </a:pPr>
          <a:r>
            <a:rPr lang="en-US" sz="1900" kern="1200"/>
            <a:t>Feedback control      Feedback control refers to  an operation that in the presence of disturbances, tends  to reduce  the difference between the output  of a system  and some reference input and does  so on the based of this difference.</a:t>
          </a:r>
        </a:p>
      </dsp:txBody>
      <dsp:txXfrm>
        <a:off x="1588683" y="745053"/>
        <a:ext cx="8917772" cy="1375483"/>
      </dsp:txXfrm>
    </dsp:sp>
    <dsp:sp modelId="{2A73D561-2384-46C8-87B0-91F202ACC37F}">
      <dsp:nvSpPr>
        <dsp:cNvPr id="0" name=""/>
        <dsp:cNvSpPr/>
      </dsp:nvSpPr>
      <dsp:spPr>
        <a:xfrm>
          <a:off x="0" y="2464408"/>
          <a:ext cx="10506456" cy="137548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C2DCBB-5D3B-405C-9581-15D3C17F66E8}">
      <dsp:nvSpPr>
        <dsp:cNvPr id="0" name=""/>
        <dsp:cNvSpPr/>
      </dsp:nvSpPr>
      <dsp:spPr>
        <a:xfrm>
          <a:off x="416083" y="2773892"/>
          <a:ext cx="756516" cy="7565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9B8485-5E1B-440C-BFFC-1E78867225EE}">
      <dsp:nvSpPr>
        <dsp:cNvPr id="0" name=""/>
        <dsp:cNvSpPr/>
      </dsp:nvSpPr>
      <dsp:spPr>
        <a:xfrm>
          <a:off x="1588683" y="2464408"/>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844550">
            <a:lnSpc>
              <a:spcPct val="90000"/>
            </a:lnSpc>
            <a:spcBef>
              <a:spcPct val="0"/>
            </a:spcBef>
            <a:spcAft>
              <a:spcPct val="35000"/>
            </a:spcAft>
            <a:buNone/>
          </a:pPr>
          <a:r>
            <a:rPr lang="en-US" sz="1900" kern="1200"/>
            <a:t>Here only  unpredictable disturbances are so specified, since predictable  or known disturbances  can always be compensated for within  the system.</a:t>
          </a:r>
        </a:p>
      </dsp:txBody>
      <dsp:txXfrm>
        <a:off x="1588683" y="2464408"/>
        <a:ext cx="8917772" cy="137548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9AF16C-DD04-488F-B1F8-340565BB15DE}">
      <dsp:nvSpPr>
        <dsp:cNvPr id="0" name=""/>
        <dsp:cNvSpPr/>
      </dsp:nvSpPr>
      <dsp:spPr>
        <a:xfrm>
          <a:off x="0" y="2055"/>
          <a:ext cx="10515600" cy="10417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ACE5CB-7DAB-4197-A804-7D4AFE865974}">
      <dsp:nvSpPr>
        <dsp:cNvPr id="0" name=""/>
        <dsp:cNvSpPr/>
      </dsp:nvSpPr>
      <dsp:spPr>
        <a:xfrm>
          <a:off x="315140" y="236457"/>
          <a:ext cx="572982" cy="5729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478B81-944E-49AE-92DF-C2AAA5B90C1C}">
      <dsp:nvSpPr>
        <dsp:cNvPr id="0" name=""/>
        <dsp:cNvSpPr/>
      </dsp:nvSpPr>
      <dsp:spPr>
        <a:xfrm>
          <a:off x="1203263" y="2055"/>
          <a:ext cx="9312336" cy="1041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256" tIns="110256" rIns="110256" bIns="110256" numCol="1" spcCol="1270" anchor="ctr" anchorCtr="0">
          <a:noAutofit/>
        </a:bodyPr>
        <a:lstStyle/>
        <a:p>
          <a:pPr marL="0" lvl="0" indent="0" algn="l" defTabSz="755650">
            <a:lnSpc>
              <a:spcPct val="100000"/>
            </a:lnSpc>
            <a:spcBef>
              <a:spcPct val="0"/>
            </a:spcBef>
            <a:spcAft>
              <a:spcPct val="35000"/>
            </a:spcAft>
            <a:buNone/>
          </a:pPr>
          <a:r>
            <a:rPr lang="en-US" sz="1700" kern="1200"/>
            <a:t>The amount of fuel admitted to the engine is adjusted according to the difference between the desired and the actual engine speeds.</a:t>
          </a:r>
        </a:p>
      </dsp:txBody>
      <dsp:txXfrm>
        <a:off x="1203263" y="2055"/>
        <a:ext cx="9312336" cy="1041786"/>
      </dsp:txXfrm>
    </dsp:sp>
    <dsp:sp modelId="{34493BDC-4D4B-480D-A495-B197D4FD6DE3}">
      <dsp:nvSpPr>
        <dsp:cNvPr id="0" name=""/>
        <dsp:cNvSpPr/>
      </dsp:nvSpPr>
      <dsp:spPr>
        <a:xfrm>
          <a:off x="0" y="1304288"/>
          <a:ext cx="10515600" cy="10417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49FF3B-F28C-4509-AB02-AB510141E3C1}">
      <dsp:nvSpPr>
        <dsp:cNvPr id="0" name=""/>
        <dsp:cNvSpPr/>
      </dsp:nvSpPr>
      <dsp:spPr>
        <a:xfrm>
          <a:off x="315140" y="1538690"/>
          <a:ext cx="572982" cy="5729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BF513B-58A0-429F-BDC9-C23EA02430D4}">
      <dsp:nvSpPr>
        <dsp:cNvPr id="0" name=""/>
        <dsp:cNvSpPr/>
      </dsp:nvSpPr>
      <dsp:spPr>
        <a:xfrm>
          <a:off x="1203263" y="1304288"/>
          <a:ext cx="9312336" cy="1041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256" tIns="110256" rIns="110256" bIns="110256" numCol="1" spcCol="1270" anchor="ctr" anchorCtr="0">
          <a:noAutofit/>
        </a:bodyPr>
        <a:lstStyle/>
        <a:p>
          <a:pPr marL="0" lvl="0" indent="0" algn="l" defTabSz="755650">
            <a:lnSpc>
              <a:spcPct val="100000"/>
            </a:lnSpc>
            <a:spcBef>
              <a:spcPct val="0"/>
            </a:spcBef>
            <a:spcAft>
              <a:spcPct val="35000"/>
            </a:spcAft>
            <a:buNone/>
          </a:pPr>
          <a:r>
            <a:rPr lang="en-US" sz="1700" kern="1200"/>
            <a:t>The sequence of actions may be stated as follows :The speed governor is adjusted such that, at that desired speed ,no pressured oil will flow  into either side of the power cylinder.</a:t>
          </a:r>
        </a:p>
      </dsp:txBody>
      <dsp:txXfrm>
        <a:off x="1203263" y="1304288"/>
        <a:ext cx="9312336" cy="1041786"/>
      </dsp:txXfrm>
    </dsp:sp>
    <dsp:sp modelId="{190FC7EC-462B-47C3-9C1C-DD1D133D24F1}">
      <dsp:nvSpPr>
        <dsp:cNvPr id="0" name=""/>
        <dsp:cNvSpPr/>
      </dsp:nvSpPr>
      <dsp:spPr>
        <a:xfrm>
          <a:off x="0" y="2606521"/>
          <a:ext cx="10515600" cy="10417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3F5D58-FD40-49E0-9A3E-547AB3C22707}">
      <dsp:nvSpPr>
        <dsp:cNvPr id="0" name=""/>
        <dsp:cNvSpPr/>
      </dsp:nvSpPr>
      <dsp:spPr>
        <a:xfrm>
          <a:off x="315140" y="2840923"/>
          <a:ext cx="572982" cy="5729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5667B9-5105-4CE2-B1A5-6EA405AD6DC7}">
      <dsp:nvSpPr>
        <dsp:cNvPr id="0" name=""/>
        <dsp:cNvSpPr/>
      </dsp:nvSpPr>
      <dsp:spPr>
        <a:xfrm>
          <a:off x="1203263" y="2606521"/>
          <a:ext cx="9312336" cy="1041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256" tIns="110256" rIns="110256" bIns="110256" numCol="1" spcCol="1270" anchor="ctr" anchorCtr="0">
          <a:noAutofit/>
        </a:bodyPr>
        <a:lstStyle/>
        <a:p>
          <a:pPr marL="0" lvl="0" indent="0" algn="l" defTabSz="755650">
            <a:lnSpc>
              <a:spcPct val="100000"/>
            </a:lnSpc>
            <a:spcBef>
              <a:spcPct val="0"/>
            </a:spcBef>
            <a:spcAft>
              <a:spcPct val="35000"/>
            </a:spcAft>
            <a:buNone/>
          </a:pPr>
          <a:r>
            <a:rPr lang="en-US" sz="1700" kern="1200"/>
            <a:t>If the actual  speed drops below the desired value due to disturbance, then the decreases in the centrifugal force  of the speed  governor causes the control value to move downward , supplying more fuel and the speed of the engine increases until the  desired value is reached.</a:t>
          </a:r>
        </a:p>
      </dsp:txBody>
      <dsp:txXfrm>
        <a:off x="1203263" y="2606521"/>
        <a:ext cx="9312336" cy="1041786"/>
      </dsp:txXfrm>
    </dsp:sp>
    <dsp:sp modelId="{EE211A3D-8320-41EE-B17B-6589DA5440C8}">
      <dsp:nvSpPr>
        <dsp:cNvPr id="0" name=""/>
        <dsp:cNvSpPr/>
      </dsp:nvSpPr>
      <dsp:spPr>
        <a:xfrm>
          <a:off x="0" y="3908754"/>
          <a:ext cx="10515600" cy="10417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8CC590-F80C-4468-B2F4-569C22CADD92}">
      <dsp:nvSpPr>
        <dsp:cNvPr id="0" name=""/>
        <dsp:cNvSpPr/>
      </dsp:nvSpPr>
      <dsp:spPr>
        <a:xfrm>
          <a:off x="315140" y="4143156"/>
          <a:ext cx="572982" cy="5729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1D4A7E-FA86-4BC1-96DD-9472B9A15B5D}">
      <dsp:nvSpPr>
        <dsp:cNvPr id="0" name=""/>
        <dsp:cNvSpPr/>
      </dsp:nvSpPr>
      <dsp:spPr>
        <a:xfrm>
          <a:off x="1203263" y="3908754"/>
          <a:ext cx="9312336" cy="10417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256" tIns="110256" rIns="110256" bIns="110256" numCol="1" spcCol="1270" anchor="ctr" anchorCtr="0">
          <a:noAutofit/>
        </a:bodyPr>
        <a:lstStyle/>
        <a:p>
          <a:pPr marL="0" lvl="0" indent="0" algn="l" defTabSz="755650">
            <a:lnSpc>
              <a:spcPct val="100000"/>
            </a:lnSpc>
            <a:spcBef>
              <a:spcPct val="0"/>
            </a:spcBef>
            <a:spcAft>
              <a:spcPct val="35000"/>
            </a:spcAft>
            <a:buNone/>
          </a:pPr>
          <a:r>
            <a:rPr lang="en-US" sz="1700" kern="1200"/>
            <a:t>On the other hand, if the speed of the engine increases  above the desired value, then the increase in the centrifugal  force of the governor  causes the control value  to move upward.  </a:t>
          </a:r>
        </a:p>
      </dsp:txBody>
      <dsp:txXfrm>
        <a:off x="1203263" y="3908754"/>
        <a:ext cx="9312336" cy="10417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7FE483-92B2-4444-B645-318B131F6215}" type="datetimeFigureOut">
              <a:rPr lang="en-US" smtClean="0"/>
              <a:t>05-Sep-25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1A14B7-CA59-423E-AC13-88FD82D6F17A}" type="slidenum">
              <a:rPr lang="en-US" smtClean="0"/>
              <a:t>‹#›</a:t>
            </a:fld>
            <a:endParaRPr lang="en-US"/>
          </a:p>
        </p:txBody>
      </p:sp>
    </p:spTree>
    <p:extLst>
      <p:ext uri="{BB962C8B-B14F-4D97-AF65-F5344CB8AC3E}">
        <p14:creationId xmlns:p14="http://schemas.microsoft.com/office/powerpoint/2010/main" val="3963985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1A14B7-CA59-423E-AC13-88FD82D6F17A}" type="slidenum">
              <a:rPr lang="en-US" smtClean="0"/>
              <a:t>6</a:t>
            </a:fld>
            <a:endParaRPr lang="en-US"/>
          </a:p>
        </p:txBody>
      </p:sp>
    </p:spTree>
    <p:extLst>
      <p:ext uri="{BB962C8B-B14F-4D97-AF65-F5344CB8AC3E}">
        <p14:creationId xmlns:p14="http://schemas.microsoft.com/office/powerpoint/2010/main" val="2934301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714E3-7E78-A577-19F9-6C25378A78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4FA17A-8DB4-8CA2-C495-EACF7C0140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CD3FA9-9CED-EE1E-A42C-D6B7C95DF02D}"/>
              </a:ext>
            </a:extLst>
          </p:cNvPr>
          <p:cNvSpPr>
            <a:spLocks noGrp="1"/>
          </p:cNvSpPr>
          <p:nvPr>
            <p:ph type="dt" sz="half" idx="10"/>
          </p:nvPr>
        </p:nvSpPr>
        <p:spPr/>
        <p:txBody>
          <a:bodyPr/>
          <a:lstStyle/>
          <a:p>
            <a:fld id="{9AE4D175-2BF4-4E1C-8E25-26C7583482CA}" type="datetime1">
              <a:rPr lang="en-US" smtClean="0"/>
              <a:t>05-Sep-25</a:t>
            </a:fld>
            <a:endParaRPr lang="en-US"/>
          </a:p>
        </p:txBody>
      </p:sp>
      <p:sp>
        <p:nvSpPr>
          <p:cNvPr id="5" name="Footer Placeholder 4">
            <a:extLst>
              <a:ext uri="{FF2B5EF4-FFF2-40B4-BE49-F238E27FC236}">
                <a16:creationId xmlns:a16="http://schemas.microsoft.com/office/drawing/2014/main" id="{80BBAF63-09F9-4A60-9455-54D6F3E8DF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63901-CDDC-0249-2685-9BDE7F30828C}"/>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2905722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1D51-A140-D33A-BA7B-B930696E98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F24B67-4380-0599-D2A8-D85BD9A669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5A77E2-1826-7B54-054C-C1A84AD5083D}"/>
              </a:ext>
            </a:extLst>
          </p:cNvPr>
          <p:cNvSpPr>
            <a:spLocks noGrp="1"/>
          </p:cNvSpPr>
          <p:nvPr>
            <p:ph type="dt" sz="half" idx="10"/>
          </p:nvPr>
        </p:nvSpPr>
        <p:spPr/>
        <p:txBody>
          <a:bodyPr/>
          <a:lstStyle/>
          <a:p>
            <a:fld id="{ECB6A0C5-86E3-42D0-BB99-3FABD2B3E933}" type="datetime1">
              <a:rPr lang="en-US" smtClean="0"/>
              <a:t>05-Sep-25</a:t>
            </a:fld>
            <a:endParaRPr lang="en-US"/>
          </a:p>
        </p:txBody>
      </p:sp>
      <p:sp>
        <p:nvSpPr>
          <p:cNvPr id="5" name="Footer Placeholder 4">
            <a:extLst>
              <a:ext uri="{FF2B5EF4-FFF2-40B4-BE49-F238E27FC236}">
                <a16:creationId xmlns:a16="http://schemas.microsoft.com/office/drawing/2014/main" id="{F50F4ED4-F1E7-52F4-C812-CF128DEC44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585861-A73E-79C3-3A89-41495C479328}"/>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3066418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2ED52-0A32-4E70-A3BE-50C438A754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96D0BC-24F7-31F6-8EF9-98064D8130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A2EC05-655F-D185-FFA2-555FFFDF674A}"/>
              </a:ext>
            </a:extLst>
          </p:cNvPr>
          <p:cNvSpPr>
            <a:spLocks noGrp="1"/>
          </p:cNvSpPr>
          <p:nvPr>
            <p:ph type="dt" sz="half" idx="10"/>
          </p:nvPr>
        </p:nvSpPr>
        <p:spPr/>
        <p:txBody>
          <a:bodyPr/>
          <a:lstStyle/>
          <a:p>
            <a:fld id="{A3AEA556-B845-48ED-B2FD-47BFA8AB1455}" type="datetime1">
              <a:rPr lang="en-US" smtClean="0"/>
              <a:t>05-Sep-25</a:t>
            </a:fld>
            <a:endParaRPr lang="en-US"/>
          </a:p>
        </p:txBody>
      </p:sp>
      <p:sp>
        <p:nvSpPr>
          <p:cNvPr id="5" name="Footer Placeholder 4">
            <a:extLst>
              <a:ext uri="{FF2B5EF4-FFF2-40B4-BE49-F238E27FC236}">
                <a16:creationId xmlns:a16="http://schemas.microsoft.com/office/drawing/2014/main" id="{23A41D20-5F5D-9B2E-B103-70D6A8C7D9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AB33E-D22E-1DE9-2E09-7C36FBD3A993}"/>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2175491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3CA12-1A0E-001B-F2BA-7265C13340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8F8E56-817E-D89D-95A1-8F4C865172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2DC200-8686-B48D-1FB6-B37F643493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395B58-328C-F247-0856-2D0C1917B361}"/>
              </a:ext>
            </a:extLst>
          </p:cNvPr>
          <p:cNvSpPr>
            <a:spLocks noGrp="1"/>
          </p:cNvSpPr>
          <p:nvPr>
            <p:ph type="dt" sz="half" idx="10"/>
          </p:nvPr>
        </p:nvSpPr>
        <p:spPr/>
        <p:txBody>
          <a:bodyPr/>
          <a:lstStyle/>
          <a:p>
            <a:fld id="{D1F13AAA-A347-4A8F-BCB6-0370C60F7DC1}" type="datetime1">
              <a:rPr lang="en-US" smtClean="0"/>
              <a:t>05-Sep-25</a:t>
            </a:fld>
            <a:endParaRPr lang="en-US"/>
          </a:p>
        </p:txBody>
      </p:sp>
      <p:sp>
        <p:nvSpPr>
          <p:cNvPr id="6" name="Footer Placeholder 5">
            <a:extLst>
              <a:ext uri="{FF2B5EF4-FFF2-40B4-BE49-F238E27FC236}">
                <a16:creationId xmlns:a16="http://schemas.microsoft.com/office/drawing/2014/main" id="{CE0D7D38-64A7-BC91-5586-011D898C27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21FAF4-C1F8-DA33-896D-C9B080CA0341}"/>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173612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3F9D4-C63F-D657-3AF9-0E5743921D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ADC98B-F1F7-4753-530C-B02B44B799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2A4F94-A842-BE36-26BE-1A0F53685E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ABC942-CB9D-595B-D3A5-DE4621BA11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5A877D-AB29-F159-082D-AC75BB61B6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EE554-B465-F258-BC0A-7AF6F30EC942}"/>
              </a:ext>
            </a:extLst>
          </p:cNvPr>
          <p:cNvSpPr>
            <a:spLocks noGrp="1"/>
          </p:cNvSpPr>
          <p:nvPr>
            <p:ph type="dt" sz="half" idx="10"/>
          </p:nvPr>
        </p:nvSpPr>
        <p:spPr/>
        <p:txBody>
          <a:bodyPr/>
          <a:lstStyle/>
          <a:p>
            <a:fld id="{F497D5D0-B08B-4CCC-81D4-DCBADEB45D7F}" type="datetime1">
              <a:rPr lang="en-US" smtClean="0"/>
              <a:t>05-Sep-25</a:t>
            </a:fld>
            <a:endParaRPr lang="en-US"/>
          </a:p>
        </p:txBody>
      </p:sp>
      <p:sp>
        <p:nvSpPr>
          <p:cNvPr id="8" name="Footer Placeholder 7">
            <a:extLst>
              <a:ext uri="{FF2B5EF4-FFF2-40B4-BE49-F238E27FC236}">
                <a16:creationId xmlns:a16="http://schemas.microsoft.com/office/drawing/2014/main" id="{4A7966F1-7D8B-6626-81CB-CA4028A5B7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736743-DEC0-DCBF-E932-FA27F5A0BB1C}"/>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3245162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B5B5A-38C7-250C-7F60-CEEC5F4A3A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2FD7B6-FC99-7E04-1AD1-4F356D7380B1}"/>
              </a:ext>
            </a:extLst>
          </p:cNvPr>
          <p:cNvSpPr>
            <a:spLocks noGrp="1"/>
          </p:cNvSpPr>
          <p:nvPr>
            <p:ph type="dt" sz="half" idx="10"/>
          </p:nvPr>
        </p:nvSpPr>
        <p:spPr/>
        <p:txBody>
          <a:bodyPr/>
          <a:lstStyle/>
          <a:p>
            <a:fld id="{2635F475-C0AD-4085-913D-B32800DF88D2}" type="datetime1">
              <a:rPr lang="en-US" smtClean="0"/>
              <a:t>05-Sep-25</a:t>
            </a:fld>
            <a:endParaRPr lang="en-US"/>
          </a:p>
        </p:txBody>
      </p:sp>
      <p:sp>
        <p:nvSpPr>
          <p:cNvPr id="4" name="Footer Placeholder 3">
            <a:extLst>
              <a:ext uri="{FF2B5EF4-FFF2-40B4-BE49-F238E27FC236}">
                <a16:creationId xmlns:a16="http://schemas.microsoft.com/office/drawing/2014/main" id="{D95A3B93-4F3E-9665-BE35-79BB962CC8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79B689-510F-9248-D3C4-847568A03235}"/>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1205484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D51F7B-DCD4-3F73-9A28-23183EA9B1CE}"/>
              </a:ext>
            </a:extLst>
          </p:cNvPr>
          <p:cNvSpPr>
            <a:spLocks noGrp="1"/>
          </p:cNvSpPr>
          <p:nvPr>
            <p:ph type="dt" sz="half" idx="10"/>
          </p:nvPr>
        </p:nvSpPr>
        <p:spPr/>
        <p:txBody>
          <a:bodyPr/>
          <a:lstStyle/>
          <a:p>
            <a:fld id="{E7243CEC-C007-460B-A47F-03CCF171D11E}" type="datetime1">
              <a:rPr lang="en-US" smtClean="0"/>
              <a:t>05-Sep-25</a:t>
            </a:fld>
            <a:endParaRPr lang="en-US"/>
          </a:p>
        </p:txBody>
      </p:sp>
      <p:sp>
        <p:nvSpPr>
          <p:cNvPr id="3" name="Footer Placeholder 2">
            <a:extLst>
              <a:ext uri="{FF2B5EF4-FFF2-40B4-BE49-F238E27FC236}">
                <a16:creationId xmlns:a16="http://schemas.microsoft.com/office/drawing/2014/main" id="{DCA9EB3E-B3BB-6EEC-763D-C73BD3D533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19AC06-DF6A-9A81-41A8-5BD1E29C8703}"/>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981370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CEFF4-FEA4-7BC3-8B64-0F52714BBD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634A8F-A87D-867A-D2D1-53BFBB8CAD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69D6B6-9E64-F342-9692-B6A6683388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11755-BC13-7276-374B-D19C76A19610}"/>
              </a:ext>
            </a:extLst>
          </p:cNvPr>
          <p:cNvSpPr>
            <a:spLocks noGrp="1"/>
          </p:cNvSpPr>
          <p:nvPr>
            <p:ph type="dt" sz="half" idx="10"/>
          </p:nvPr>
        </p:nvSpPr>
        <p:spPr/>
        <p:txBody>
          <a:bodyPr/>
          <a:lstStyle/>
          <a:p>
            <a:fld id="{3CA8B558-5973-4B0A-8321-618656CFEE12}" type="datetime1">
              <a:rPr lang="en-US" smtClean="0"/>
              <a:t>05-Sep-25</a:t>
            </a:fld>
            <a:endParaRPr lang="en-US"/>
          </a:p>
        </p:txBody>
      </p:sp>
      <p:sp>
        <p:nvSpPr>
          <p:cNvPr id="6" name="Footer Placeholder 5">
            <a:extLst>
              <a:ext uri="{FF2B5EF4-FFF2-40B4-BE49-F238E27FC236}">
                <a16:creationId xmlns:a16="http://schemas.microsoft.com/office/drawing/2014/main" id="{320415F0-6778-C89F-345E-36D7320087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0B10F2-C6BB-7D3A-2DDD-A6FB5C6D2316}"/>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3305568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80F40-E0A2-91A1-215C-1D99344975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3326C5-E3E1-7F09-41C8-BB19903BA6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7A8C-5AFF-0A39-A355-D71F2F64F7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93EBB8-143B-CC9A-8DF1-F61D18318C1F}"/>
              </a:ext>
            </a:extLst>
          </p:cNvPr>
          <p:cNvSpPr>
            <a:spLocks noGrp="1"/>
          </p:cNvSpPr>
          <p:nvPr>
            <p:ph type="dt" sz="half" idx="10"/>
          </p:nvPr>
        </p:nvSpPr>
        <p:spPr/>
        <p:txBody>
          <a:bodyPr/>
          <a:lstStyle/>
          <a:p>
            <a:fld id="{D4B5C5CF-36BB-4A45-A91E-61AC4F71E386}" type="datetime1">
              <a:rPr lang="en-US" smtClean="0"/>
              <a:t>05-Sep-25</a:t>
            </a:fld>
            <a:endParaRPr lang="en-US"/>
          </a:p>
        </p:txBody>
      </p:sp>
      <p:sp>
        <p:nvSpPr>
          <p:cNvPr id="6" name="Footer Placeholder 5">
            <a:extLst>
              <a:ext uri="{FF2B5EF4-FFF2-40B4-BE49-F238E27FC236}">
                <a16:creationId xmlns:a16="http://schemas.microsoft.com/office/drawing/2014/main" id="{6233E70D-E587-345E-BFE6-8D58BB68DF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996386-77DE-1347-B02C-5AB03634F85A}"/>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2517131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CF68-D053-92A0-B2BC-C7EC83C70B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BEA2E4-1DB3-DA94-57C7-6C487A4CDD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307430-E903-E908-C6EE-31756913DE42}"/>
              </a:ext>
            </a:extLst>
          </p:cNvPr>
          <p:cNvSpPr>
            <a:spLocks noGrp="1"/>
          </p:cNvSpPr>
          <p:nvPr>
            <p:ph type="dt" sz="half" idx="10"/>
          </p:nvPr>
        </p:nvSpPr>
        <p:spPr/>
        <p:txBody>
          <a:bodyPr/>
          <a:lstStyle/>
          <a:p>
            <a:fld id="{14CD5134-89CA-4800-A381-988AC9AFC15C}" type="datetime1">
              <a:rPr lang="en-US" smtClean="0"/>
              <a:t>05-Sep-25</a:t>
            </a:fld>
            <a:endParaRPr lang="en-US"/>
          </a:p>
        </p:txBody>
      </p:sp>
      <p:sp>
        <p:nvSpPr>
          <p:cNvPr id="5" name="Footer Placeholder 4">
            <a:extLst>
              <a:ext uri="{FF2B5EF4-FFF2-40B4-BE49-F238E27FC236}">
                <a16:creationId xmlns:a16="http://schemas.microsoft.com/office/drawing/2014/main" id="{F1D450F3-0FA8-7769-8FBF-100231B361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7369E-4B20-322D-063B-DFEA72250295}"/>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2975470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DA9EB5-C060-4BC7-ED80-B9B5D0184A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3931C4-2AFC-17F5-2CC1-735DA6FF51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9ED20D-8795-F2AB-0602-1EBB6A2975A9}"/>
              </a:ext>
            </a:extLst>
          </p:cNvPr>
          <p:cNvSpPr>
            <a:spLocks noGrp="1"/>
          </p:cNvSpPr>
          <p:nvPr>
            <p:ph type="dt" sz="half" idx="10"/>
          </p:nvPr>
        </p:nvSpPr>
        <p:spPr/>
        <p:txBody>
          <a:bodyPr/>
          <a:lstStyle/>
          <a:p>
            <a:fld id="{728E245E-890E-468C-B71A-FAEE8074D4C5}" type="datetime1">
              <a:rPr lang="en-US" smtClean="0"/>
              <a:t>05-Sep-25</a:t>
            </a:fld>
            <a:endParaRPr lang="en-US"/>
          </a:p>
        </p:txBody>
      </p:sp>
      <p:sp>
        <p:nvSpPr>
          <p:cNvPr id="5" name="Footer Placeholder 4">
            <a:extLst>
              <a:ext uri="{FF2B5EF4-FFF2-40B4-BE49-F238E27FC236}">
                <a16:creationId xmlns:a16="http://schemas.microsoft.com/office/drawing/2014/main" id="{5993A8FF-80D9-ED50-D4DC-4D04708D7C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8CCC91-E360-27A5-AB48-E54F83FD1CC5}"/>
              </a:ext>
            </a:extLst>
          </p:cNvPr>
          <p:cNvSpPr>
            <a:spLocks noGrp="1"/>
          </p:cNvSpPr>
          <p:nvPr>
            <p:ph type="sldNum" sz="quarter" idx="12"/>
          </p:nvPr>
        </p:nvSpPr>
        <p:spPr/>
        <p:txBody>
          <a:bodyPr/>
          <a:lstStyle/>
          <a:p>
            <a:fld id="{110F6125-3063-4E11-91F3-6F475C26F04E}" type="slidenum">
              <a:rPr lang="en-US" smtClean="0"/>
              <a:t>‹#›</a:t>
            </a:fld>
            <a:endParaRPr lang="en-US"/>
          </a:p>
        </p:txBody>
      </p:sp>
    </p:spTree>
    <p:extLst>
      <p:ext uri="{BB962C8B-B14F-4D97-AF65-F5344CB8AC3E}">
        <p14:creationId xmlns:p14="http://schemas.microsoft.com/office/powerpoint/2010/main" val="453442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11B58C-AB88-0756-6587-9A139A150E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96E2C3-2A1A-191C-0135-8120E622B2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F1CE51-2FCB-5FAD-8440-0520A0D4D0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954EF9-69AC-45F7-AEA3-6E6F409AFF47}" type="datetime1">
              <a:rPr lang="en-US" smtClean="0"/>
              <a:t>05-Sep-25</a:t>
            </a:fld>
            <a:endParaRPr lang="en-US"/>
          </a:p>
        </p:txBody>
      </p:sp>
      <p:sp>
        <p:nvSpPr>
          <p:cNvPr id="5" name="Footer Placeholder 4">
            <a:extLst>
              <a:ext uri="{FF2B5EF4-FFF2-40B4-BE49-F238E27FC236}">
                <a16:creationId xmlns:a16="http://schemas.microsoft.com/office/drawing/2014/main" id="{E1C2B48F-81D0-FB77-9577-33565A2BC1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819C00-34E5-07D7-1580-C2C7D3C0AB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0F6125-3063-4E11-91F3-6F475C26F04E}" type="slidenum">
              <a:rPr lang="en-US" smtClean="0"/>
              <a:t>‹#›</a:t>
            </a:fld>
            <a:endParaRPr lang="en-US"/>
          </a:p>
        </p:txBody>
      </p:sp>
    </p:spTree>
    <p:extLst>
      <p:ext uri="{BB962C8B-B14F-4D97-AF65-F5344CB8AC3E}">
        <p14:creationId xmlns:p14="http://schemas.microsoft.com/office/powerpoint/2010/main" val="3472768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4CCE-175F-E56F-8E52-FB57DD4DDA26}"/>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A3BA8D89-96C6-B2C9-C087-BAB29383A9B3}"/>
              </a:ext>
            </a:extLst>
          </p:cNvPr>
          <p:cNvSpPr>
            <a:spLocks noGrp="1"/>
          </p:cNvSpPr>
          <p:nvPr>
            <p:ph type="subTitle" idx="1"/>
          </p:nvPr>
        </p:nvSpPr>
        <p:spPr/>
        <p:txBody>
          <a:bodyPr/>
          <a:lstStyle/>
          <a:p>
            <a:endParaRPr lang="en-US"/>
          </a:p>
        </p:txBody>
      </p:sp>
      <p:pic>
        <p:nvPicPr>
          <p:cNvPr id="5" name="Picture 2" descr="A yellow and black logo&#10;&#10;AI-generated content may be incorrect.">
            <a:extLst>
              <a:ext uri="{FF2B5EF4-FFF2-40B4-BE49-F238E27FC236}">
                <a16:creationId xmlns:a16="http://schemas.microsoft.com/office/drawing/2014/main" id="{BDB384A4-9D09-3918-1575-C3B0937171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9"/>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353DAA3E-F096-39E5-5C84-3E226B71F5D8}"/>
              </a:ext>
            </a:extLst>
          </p:cNvPr>
          <p:cNvSpPr>
            <a:spLocks noGrp="1"/>
          </p:cNvSpPr>
          <p:nvPr>
            <p:ph type="sldNum" sz="quarter" idx="12"/>
          </p:nvPr>
        </p:nvSpPr>
        <p:spPr/>
        <p:txBody>
          <a:bodyPr/>
          <a:lstStyle/>
          <a:p>
            <a:fld id="{110F6125-3063-4E11-91F3-6F475C26F04E}" type="slidenum">
              <a:rPr lang="en-US" smtClean="0"/>
              <a:t>1</a:t>
            </a:fld>
            <a:endParaRPr lang="en-US"/>
          </a:p>
        </p:txBody>
      </p:sp>
    </p:spTree>
    <p:extLst>
      <p:ext uri="{BB962C8B-B14F-4D97-AF65-F5344CB8AC3E}">
        <p14:creationId xmlns:p14="http://schemas.microsoft.com/office/powerpoint/2010/main" val="134013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C16656-5942-6713-9846-5CF2331B840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10BE4A3-FA4E-043F-7288-FDAB441C3CE2}"/>
              </a:ext>
            </a:extLst>
          </p:cNvPr>
          <p:cNvSpPr>
            <a:spLocks noGrp="1"/>
          </p:cNvSpPr>
          <p:nvPr>
            <p:ph type="ctrTitle"/>
          </p:nvPr>
        </p:nvSpPr>
        <p:spPr>
          <a:xfrm>
            <a:off x="4162567" y="818984"/>
            <a:ext cx="6714699" cy="3178689"/>
          </a:xfrm>
        </p:spPr>
        <p:txBody>
          <a:bodyPr>
            <a:normAutofit/>
          </a:bodyPr>
          <a:lstStyle/>
          <a:p>
            <a:pPr algn="l"/>
            <a:r>
              <a:rPr lang="en-US" sz="4400" dirty="0">
                <a:solidFill>
                  <a:srgbClr val="FFFFFF"/>
                </a:solidFill>
              </a:rPr>
              <a:t>CONTROL ENGINEERING</a:t>
            </a:r>
            <a:br>
              <a:rPr lang="en-US" sz="4400" dirty="0">
                <a:solidFill>
                  <a:srgbClr val="FFFFFF"/>
                </a:solidFill>
              </a:rPr>
            </a:br>
            <a:r>
              <a:rPr lang="en-US" sz="4400" dirty="0">
                <a:solidFill>
                  <a:srgbClr val="FFFFFF"/>
                </a:solidFill>
              </a:rPr>
              <a:t>THEROY</a:t>
            </a:r>
            <a:br>
              <a:rPr lang="en-US" sz="4400" dirty="0">
                <a:solidFill>
                  <a:srgbClr val="FFFFFF"/>
                </a:solidFill>
              </a:rPr>
            </a:br>
            <a:r>
              <a:rPr lang="en-US" sz="4400" dirty="0">
                <a:solidFill>
                  <a:srgbClr val="FFFFFF"/>
                </a:solidFill>
              </a:rPr>
              <a:t>CHAPTER 1</a:t>
            </a:r>
            <a:br>
              <a:rPr lang="en-US" sz="4400" dirty="0">
                <a:solidFill>
                  <a:srgbClr val="FFFFFF"/>
                </a:solidFill>
              </a:rPr>
            </a:br>
            <a:r>
              <a:rPr lang="en-US" sz="4400" dirty="0">
                <a:solidFill>
                  <a:srgbClr val="FFFFFF"/>
                </a:solidFill>
              </a:rPr>
              <a:t>INTRODUCTION TO CONTROL SYSTEM</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A003F322-212A-A7E7-5C29-BDB5D210E068}"/>
              </a:ext>
            </a:extLst>
          </p:cNvPr>
          <p:cNvSpPr>
            <a:spLocks noGrp="1"/>
          </p:cNvSpPr>
          <p:nvPr>
            <p:ph type="subTitle" idx="1"/>
          </p:nvPr>
        </p:nvSpPr>
        <p:spPr>
          <a:xfrm>
            <a:off x="4285397" y="4960961"/>
            <a:ext cx="7055893" cy="1078054"/>
          </a:xfrm>
        </p:spPr>
        <p:txBody>
          <a:bodyPr>
            <a:normAutofit/>
          </a:bodyPr>
          <a:lstStyle/>
          <a:p>
            <a:pPr algn="l"/>
            <a:r>
              <a:rPr lang="en-US">
                <a:solidFill>
                  <a:srgbClr val="FFFFFF"/>
                </a:solidFill>
              </a:rPr>
              <a:t>PRESENTED BY:</a:t>
            </a:r>
          </a:p>
          <a:p>
            <a:pPr algn="l"/>
            <a:r>
              <a:rPr lang="en-US">
                <a:solidFill>
                  <a:srgbClr val="FFFFFF"/>
                </a:solidFill>
              </a:rPr>
              <a:t>HUZAIFA SHAHBAZ</a:t>
            </a:r>
          </a:p>
        </p:txBody>
      </p:sp>
      <p:sp>
        <p:nvSpPr>
          <p:cNvPr id="4" name="Slide Number Placeholder 3">
            <a:extLst>
              <a:ext uri="{FF2B5EF4-FFF2-40B4-BE49-F238E27FC236}">
                <a16:creationId xmlns:a16="http://schemas.microsoft.com/office/drawing/2014/main" id="{A3ADA7F6-6341-129E-AA13-7873FB570571}"/>
              </a:ext>
            </a:extLst>
          </p:cNvPr>
          <p:cNvSpPr>
            <a:spLocks noGrp="1"/>
          </p:cNvSpPr>
          <p:nvPr>
            <p:ph type="sldNum" sz="quarter" idx="12"/>
          </p:nvPr>
        </p:nvSpPr>
        <p:spPr/>
        <p:txBody>
          <a:bodyPr/>
          <a:lstStyle/>
          <a:p>
            <a:fld id="{110F6125-3063-4E11-91F3-6F475C26F04E}" type="slidenum">
              <a:rPr lang="en-US" smtClean="0"/>
              <a:t>2</a:t>
            </a:fld>
            <a:endParaRPr lang="en-US"/>
          </a:p>
        </p:txBody>
      </p:sp>
    </p:spTree>
    <p:extLst>
      <p:ext uri="{BB962C8B-B14F-4D97-AF65-F5344CB8AC3E}">
        <p14:creationId xmlns:p14="http://schemas.microsoft.com/office/powerpoint/2010/main" val="4015752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611F4-55F6-3162-F437-56B9AD961A39}"/>
              </a:ext>
            </a:extLst>
          </p:cNvPr>
          <p:cNvSpPr>
            <a:spLocks noGrp="1"/>
          </p:cNvSpPr>
          <p:nvPr>
            <p:ph type="title"/>
          </p:nvPr>
        </p:nvSpPr>
        <p:spPr>
          <a:xfrm>
            <a:off x="838200" y="185980"/>
            <a:ext cx="10515600" cy="805912"/>
          </a:xfrm>
        </p:spPr>
        <p:txBody>
          <a:bodyPr>
            <a:normAutofit/>
          </a:bodyPr>
          <a:lstStyle/>
          <a:p>
            <a:pPr algn="ctr"/>
            <a:r>
              <a:rPr lang="en-US" sz="4000" b="1" dirty="0"/>
              <a:t>INTRODUCTION TO CONTROL SYSTEMS 1/2</a:t>
            </a:r>
          </a:p>
        </p:txBody>
      </p:sp>
      <p:graphicFrame>
        <p:nvGraphicFramePr>
          <p:cNvPr id="13" name="Content Placeholder 2">
            <a:extLst>
              <a:ext uri="{FF2B5EF4-FFF2-40B4-BE49-F238E27FC236}">
                <a16:creationId xmlns:a16="http://schemas.microsoft.com/office/drawing/2014/main" id="{1CD7EE17-568F-9209-9477-7FB0B2B1DCF6}"/>
              </a:ext>
            </a:extLst>
          </p:cNvPr>
          <p:cNvGraphicFramePr>
            <a:graphicFrameLocks noGrp="1"/>
          </p:cNvGraphicFramePr>
          <p:nvPr>
            <p:ph idx="1"/>
          </p:nvPr>
        </p:nvGraphicFramePr>
        <p:xfrm>
          <a:off x="838200" y="991892"/>
          <a:ext cx="10515600" cy="5185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29029E4D-EA19-0C66-D3B3-90F114BF40D8}"/>
              </a:ext>
            </a:extLst>
          </p:cNvPr>
          <p:cNvSpPr>
            <a:spLocks noGrp="1"/>
          </p:cNvSpPr>
          <p:nvPr>
            <p:ph type="sldNum" sz="quarter" idx="12"/>
          </p:nvPr>
        </p:nvSpPr>
        <p:spPr/>
        <p:txBody>
          <a:bodyPr/>
          <a:lstStyle/>
          <a:p>
            <a:fld id="{110F6125-3063-4E11-91F3-6F475C26F04E}" type="slidenum">
              <a:rPr lang="en-US" smtClean="0"/>
              <a:t>3</a:t>
            </a:fld>
            <a:endParaRPr lang="en-US"/>
          </a:p>
        </p:txBody>
      </p:sp>
    </p:spTree>
    <p:extLst>
      <p:ext uri="{BB962C8B-B14F-4D97-AF65-F5344CB8AC3E}">
        <p14:creationId xmlns:p14="http://schemas.microsoft.com/office/powerpoint/2010/main" val="73261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88507C-7ECF-87C5-9231-FFF07B96BF79}"/>
              </a:ext>
            </a:extLst>
          </p:cNvPr>
          <p:cNvSpPr>
            <a:spLocks noGrp="1"/>
          </p:cNvSpPr>
          <p:nvPr>
            <p:ph type="title"/>
          </p:nvPr>
        </p:nvSpPr>
        <p:spPr>
          <a:xfrm>
            <a:off x="841248" y="251312"/>
            <a:ext cx="10506456" cy="1010264"/>
          </a:xfrm>
        </p:spPr>
        <p:txBody>
          <a:bodyPr anchor="ctr">
            <a:normAutofit/>
          </a:bodyPr>
          <a:lstStyle/>
          <a:p>
            <a:r>
              <a:rPr lang="en-US" sz="4100" b="1"/>
              <a:t>INTRODUCTION TO CONTROL SYSTEMS 2/2</a:t>
            </a:r>
            <a:endParaRPr lang="en-US" sz="4100"/>
          </a:p>
        </p:txBody>
      </p:sp>
      <p:sp>
        <p:nvSpPr>
          <p:cNvPr id="16" name="Rectangle 15">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1F6D2097-F0AC-502D-D209-4D4F3C49B6AF}"/>
              </a:ext>
            </a:extLst>
          </p:cNvPr>
          <p:cNvSpPr>
            <a:spLocks noGrp="1"/>
          </p:cNvSpPr>
          <p:nvPr>
            <p:ph type="sldNum" sz="quarter" idx="12"/>
          </p:nvPr>
        </p:nvSpPr>
        <p:spPr>
          <a:xfrm>
            <a:off x="8860536" y="6356350"/>
            <a:ext cx="2490216" cy="365125"/>
          </a:xfrm>
        </p:spPr>
        <p:txBody>
          <a:bodyPr>
            <a:normAutofit/>
          </a:bodyPr>
          <a:lstStyle/>
          <a:p>
            <a:pPr>
              <a:spcAft>
                <a:spcPts val="600"/>
              </a:spcAft>
            </a:pPr>
            <a:fld id="{110F6125-3063-4E11-91F3-6F475C26F04E}" type="slidenum">
              <a:rPr lang="en-US">
                <a:solidFill>
                  <a:schemeClr val="tx1">
                    <a:lumMod val="50000"/>
                    <a:lumOff val="50000"/>
                  </a:schemeClr>
                </a:solidFill>
              </a:rPr>
              <a:pPr>
                <a:spcAft>
                  <a:spcPts val="600"/>
                </a:spcAft>
              </a:pPr>
              <a:t>4</a:t>
            </a:fld>
            <a:endParaRPr lang="en-US">
              <a:solidFill>
                <a:schemeClr val="tx1">
                  <a:lumMod val="50000"/>
                  <a:lumOff val="50000"/>
                </a:schemeClr>
              </a:solidFill>
            </a:endParaRPr>
          </a:p>
        </p:txBody>
      </p:sp>
      <p:graphicFrame>
        <p:nvGraphicFramePr>
          <p:cNvPr id="17" name="Content Placeholder 2">
            <a:extLst>
              <a:ext uri="{FF2B5EF4-FFF2-40B4-BE49-F238E27FC236}">
                <a16:creationId xmlns:a16="http://schemas.microsoft.com/office/drawing/2014/main" id="{D17F9367-41AA-9300-C7F9-E656410B9974}"/>
              </a:ext>
            </a:extLst>
          </p:cNvPr>
          <p:cNvGraphicFramePr>
            <a:graphicFrameLocks noGrp="1"/>
          </p:cNvGraphicFramePr>
          <p:nvPr>
            <p:ph idx="1"/>
            <p:extLst>
              <p:ext uri="{D42A27DB-BD31-4B8C-83A1-F6EECF244321}">
                <p14:modId xmlns:p14="http://schemas.microsoft.com/office/powerpoint/2010/main" val="2924608727"/>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0290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C2C62-20DD-5D82-8EC5-17FBE5EA24C9}"/>
              </a:ext>
            </a:extLst>
          </p:cNvPr>
          <p:cNvSpPr>
            <a:spLocks noGrp="1"/>
          </p:cNvSpPr>
          <p:nvPr>
            <p:ph type="title"/>
          </p:nvPr>
        </p:nvSpPr>
        <p:spPr>
          <a:xfrm>
            <a:off x="761800" y="336885"/>
            <a:ext cx="5334197" cy="641683"/>
          </a:xfrm>
        </p:spPr>
        <p:txBody>
          <a:bodyPr anchor="ctr">
            <a:normAutofit fontScale="90000"/>
          </a:bodyPr>
          <a:lstStyle/>
          <a:p>
            <a:r>
              <a:rPr lang="en-US" sz="4000" b="1" dirty="0"/>
              <a:t>HISTORICAL REVIEW1/5</a:t>
            </a:r>
          </a:p>
        </p:txBody>
      </p:sp>
      <p:sp>
        <p:nvSpPr>
          <p:cNvPr id="19" name="Content Placeholder 2">
            <a:extLst>
              <a:ext uri="{FF2B5EF4-FFF2-40B4-BE49-F238E27FC236}">
                <a16:creationId xmlns:a16="http://schemas.microsoft.com/office/drawing/2014/main" id="{0A09FCE0-609D-E18F-8756-3252DB11C8CF}"/>
              </a:ext>
            </a:extLst>
          </p:cNvPr>
          <p:cNvSpPr>
            <a:spLocks noGrp="1"/>
          </p:cNvSpPr>
          <p:nvPr>
            <p:ph idx="1"/>
          </p:nvPr>
        </p:nvSpPr>
        <p:spPr>
          <a:xfrm>
            <a:off x="761800" y="989454"/>
            <a:ext cx="5334197" cy="5250626"/>
          </a:xfrm>
        </p:spPr>
        <p:txBody>
          <a:bodyPr anchor="ctr">
            <a:normAutofit fontScale="92500" lnSpcReduction="20000"/>
          </a:bodyPr>
          <a:lstStyle/>
          <a:p>
            <a:r>
              <a:rPr lang="en-US" sz="2400" dirty="0"/>
              <a:t>The first significant work in automatic control was James Watt’s centrifugal governor for the speed control  of a steam engine in the eighteenth century.</a:t>
            </a:r>
          </a:p>
          <a:p>
            <a:r>
              <a:rPr lang="en-US" sz="2400" dirty="0"/>
              <a:t>Other significant works in the early stages of development of control theory were due to Minorsky,  Hazen and Nyquist among many others.</a:t>
            </a:r>
          </a:p>
          <a:p>
            <a:r>
              <a:rPr lang="en-US" sz="2400" dirty="0"/>
              <a:t>In 1922, Minorsky worked on automatic controllers for steering ships and showed how stability could be determined from the differential equations describing  the systems.</a:t>
            </a:r>
          </a:p>
          <a:p>
            <a:r>
              <a:rPr lang="en-US" sz="2400" dirty="0"/>
              <a:t>In 1932,Nyquist developed a relatively simple procedure for determining the stability of closed-loop systems on the basis of open-loop response to steady-state sinusoidal inputs. </a:t>
            </a:r>
          </a:p>
          <a:p>
            <a:endParaRPr lang="en-US" sz="2400" dirty="0"/>
          </a:p>
        </p:txBody>
      </p:sp>
      <p:pic>
        <p:nvPicPr>
          <p:cNvPr id="6" name="Picture 5" descr="Close-up of train wheels">
            <a:extLst>
              <a:ext uri="{FF2B5EF4-FFF2-40B4-BE49-F238E27FC236}">
                <a16:creationId xmlns:a16="http://schemas.microsoft.com/office/drawing/2014/main" id="{F86F63FA-D160-B102-F78B-4E2146B37640}"/>
              </a:ext>
            </a:extLst>
          </p:cNvPr>
          <p:cNvPicPr>
            <a:picLocks noChangeAspect="1"/>
          </p:cNvPicPr>
          <p:nvPr/>
        </p:nvPicPr>
        <p:blipFill>
          <a:blip r:embed="rId2"/>
          <a:srcRect l="15487" r="32677"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Slide Number Placeholder 3">
            <a:extLst>
              <a:ext uri="{FF2B5EF4-FFF2-40B4-BE49-F238E27FC236}">
                <a16:creationId xmlns:a16="http://schemas.microsoft.com/office/drawing/2014/main" id="{AFA298D3-65B2-95AB-F927-99D1C5CB77C4}"/>
              </a:ext>
            </a:extLst>
          </p:cNvPr>
          <p:cNvSpPr>
            <a:spLocks noGrp="1"/>
          </p:cNvSpPr>
          <p:nvPr>
            <p:ph type="sldNum" sz="quarter" idx="12"/>
          </p:nvPr>
        </p:nvSpPr>
        <p:spPr>
          <a:xfrm>
            <a:off x="10167869" y="6356350"/>
            <a:ext cx="1768425" cy="365125"/>
          </a:xfrm>
        </p:spPr>
        <p:txBody>
          <a:bodyPr>
            <a:normAutofit/>
          </a:bodyPr>
          <a:lstStyle/>
          <a:p>
            <a:pPr>
              <a:spcAft>
                <a:spcPts val="600"/>
              </a:spcAft>
            </a:pPr>
            <a:fld id="{110F6125-3063-4E11-91F3-6F475C26F04E}" type="slidenum">
              <a:rPr lang="en-US">
                <a:solidFill>
                  <a:srgbClr val="FFFFFF"/>
                </a:solidFill>
              </a:rPr>
              <a:pPr>
                <a:spcAft>
                  <a:spcPts val="600"/>
                </a:spcAft>
              </a:pPr>
              <a:t>5</a:t>
            </a:fld>
            <a:endParaRPr lang="en-US">
              <a:solidFill>
                <a:srgbClr val="FFFFFF"/>
              </a:solidFill>
            </a:endParaRPr>
          </a:p>
        </p:txBody>
      </p:sp>
    </p:spTree>
    <p:extLst>
      <p:ext uri="{BB962C8B-B14F-4D97-AF65-F5344CB8AC3E}">
        <p14:creationId xmlns:p14="http://schemas.microsoft.com/office/powerpoint/2010/main" val="2887921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FF8A33-1DAA-4013-AD10-A1BD2659DBEA}"/>
              </a:ext>
            </a:extLst>
          </p:cNvPr>
          <p:cNvSpPr>
            <a:spLocks noGrp="1"/>
          </p:cNvSpPr>
          <p:nvPr>
            <p:ph type="title"/>
          </p:nvPr>
        </p:nvSpPr>
        <p:spPr>
          <a:xfrm>
            <a:off x="761800" y="387459"/>
            <a:ext cx="5334197" cy="759416"/>
          </a:xfrm>
        </p:spPr>
        <p:txBody>
          <a:bodyPr anchor="ctr">
            <a:normAutofit fontScale="90000"/>
          </a:bodyPr>
          <a:lstStyle/>
          <a:p>
            <a:r>
              <a:rPr lang="en-US" sz="4000" b="1" dirty="0"/>
              <a:t>HISTORICAL REVIEW 2/5</a:t>
            </a:r>
            <a:endParaRPr lang="en-US" sz="4000" dirty="0"/>
          </a:p>
        </p:txBody>
      </p:sp>
      <p:sp>
        <p:nvSpPr>
          <p:cNvPr id="3" name="Content Placeholder 2">
            <a:extLst>
              <a:ext uri="{FF2B5EF4-FFF2-40B4-BE49-F238E27FC236}">
                <a16:creationId xmlns:a16="http://schemas.microsoft.com/office/drawing/2014/main" id="{7F26AA14-13BE-6F9B-AA85-27189E5C2322}"/>
              </a:ext>
            </a:extLst>
          </p:cNvPr>
          <p:cNvSpPr>
            <a:spLocks noGrp="1"/>
          </p:cNvSpPr>
          <p:nvPr>
            <p:ph idx="1"/>
          </p:nvPr>
        </p:nvSpPr>
        <p:spPr>
          <a:xfrm>
            <a:off x="761800" y="1146876"/>
            <a:ext cx="5334197" cy="5093204"/>
          </a:xfrm>
        </p:spPr>
        <p:txBody>
          <a:bodyPr anchor="ctr">
            <a:normAutofit lnSpcReduction="10000"/>
          </a:bodyPr>
          <a:lstStyle/>
          <a:p>
            <a:r>
              <a:rPr lang="en-US" sz="2000" dirty="0"/>
              <a:t>In 1934,Hazen who introduced the term servomechanisms  for position control systems ,discussed the design of relay servomechanism  capable  of closely  following  a changing  input.</a:t>
            </a:r>
          </a:p>
          <a:p>
            <a:r>
              <a:rPr lang="en-US" sz="2000" dirty="0"/>
              <a:t>During  the decade of the 1940s, frequency-response methods made it possible  for engineers to design  linear closed-loop control systems that satisfied performances  requirements.</a:t>
            </a:r>
          </a:p>
          <a:p>
            <a:r>
              <a:rPr lang="en-US" sz="2000" dirty="0"/>
              <a:t>From  the end of the 1940s to early 1950s , the root-locus method due to Evans was fully developed.</a:t>
            </a:r>
          </a:p>
          <a:p>
            <a:r>
              <a:rPr lang="en-US" sz="2000" dirty="0"/>
              <a:t>The frequency-response and root-locus methods ,which are the core of classical control theory, lead to systems that are stable and satisfy a set of more or less arbitrary performance requirements.  </a:t>
            </a:r>
          </a:p>
        </p:txBody>
      </p:sp>
      <p:pic>
        <p:nvPicPr>
          <p:cNvPr id="6" name="Picture 5" descr="A hand lever">
            <a:extLst>
              <a:ext uri="{FF2B5EF4-FFF2-40B4-BE49-F238E27FC236}">
                <a16:creationId xmlns:a16="http://schemas.microsoft.com/office/drawing/2014/main" id="{71049945-6882-C93A-D1A4-B6111525E593}"/>
              </a:ext>
            </a:extLst>
          </p:cNvPr>
          <p:cNvPicPr>
            <a:picLocks noChangeAspect="1"/>
          </p:cNvPicPr>
          <p:nvPr/>
        </p:nvPicPr>
        <p:blipFill>
          <a:blip r:embed="rId3"/>
          <a:srcRect l="15181" r="32788"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Slide Number Placeholder 3">
            <a:extLst>
              <a:ext uri="{FF2B5EF4-FFF2-40B4-BE49-F238E27FC236}">
                <a16:creationId xmlns:a16="http://schemas.microsoft.com/office/drawing/2014/main" id="{05E2AF65-A32E-6DAF-DF5C-D7158E3B6D34}"/>
              </a:ext>
            </a:extLst>
          </p:cNvPr>
          <p:cNvSpPr>
            <a:spLocks noGrp="1"/>
          </p:cNvSpPr>
          <p:nvPr>
            <p:ph type="sldNum" sz="quarter" idx="12"/>
          </p:nvPr>
        </p:nvSpPr>
        <p:spPr>
          <a:xfrm>
            <a:off x="10167869" y="6356350"/>
            <a:ext cx="1768425" cy="365125"/>
          </a:xfrm>
        </p:spPr>
        <p:txBody>
          <a:bodyPr>
            <a:normAutofit/>
          </a:bodyPr>
          <a:lstStyle/>
          <a:p>
            <a:pPr>
              <a:spcAft>
                <a:spcPts val="600"/>
              </a:spcAft>
            </a:pPr>
            <a:fld id="{110F6125-3063-4E11-91F3-6F475C26F04E}" type="slidenum">
              <a:rPr lang="en-US">
                <a:solidFill>
                  <a:srgbClr val="FFFFFF"/>
                </a:solidFill>
              </a:rPr>
              <a:pPr>
                <a:spcAft>
                  <a:spcPts val="600"/>
                </a:spcAft>
              </a:pPr>
              <a:t>6</a:t>
            </a:fld>
            <a:endParaRPr lang="en-US">
              <a:solidFill>
                <a:srgbClr val="FFFFFF"/>
              </a:solidFill>
            </a:endParaRPr>
          </a:p>
        </p:txBody>
      </p:sp>
    </p:spTree>
    <p:extLst>
      <p:ext uri="{BB962C8B-B14F-4D97-AF65-F5344CB8AC3E}">
        <p14:creationId xmlns:p14="http://schemas.microsoft.com/office/powerpoint/2010/main" val="4182920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35F37C-F964-B987-E714-27BAB7DC3D50}"/>
              </a:ext>
            </a:extLst>
          </p:cNvPr>
          <p:cNvSpPr>
            <a:spLocks noGrp="1"/>
          </p:cNvSpPr>
          <p:nvPr>
            <p:ph type="title"/>
          </p:nvPr>
        </p:nvSpPr>
        <p:spPr>
          <a:xfrm>
            <a:off x="841248" y="256032"/>
            <a:ext cx="10506456" cy="707934"/>
          </a:xfrm>
        </p:spPr>
        <p:txBody>
          <a:bodyPr anchor="b">
            <a:normAutofit/>
          </a:bodyPr>
          <a:lstStyle/>
          <a:p>
            <a:pPr algn="ctr"/>
            <a:r>
              <a:rPr lang="en-US" sz="4000" b="1" dirty="0"/>
              <a:t>HISTORICAL REVIEW 3/5</a:t>
            </a:r>
            <a:endParaRPr lang="en-US" sz="4000" dirty="0"/>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3403AD83-D600-961D-71C3-1E2B4A147F05}"/>
              </a:ext>
            </a:extLst>
          </p:cNvPr>
          <p:cNvSpPr>
            <a:spLocks noGrp="1"/>
          </p:cNvSpPr>
          <p:nvPr>
            <p:ph type="sldNum" sz="quarter" idx="12"/>
          </p:nvPr>
        </p:nvSpPr>
        <p:spPr>
          <a:xfrm>
            <a:off x="8873254" y="6356350"/>
            <a:ext cx="2477498" cy="365125"/>
          </a:xfrm>
        </p:spPr>
        <p:txBody>
          <a:bodyPr>
            <a:normAutofit/>
          </a:bodyPr>
          <a:lstStyle/>
          <a:p>
            <a:pPr>
              <a:spcAft>
                <a:spcPts val="600"/>
              </a:spcAft>
            </a:pPr>
            <a:fld id="{110F6125-3063-4E11-91F3-6F475C26F04E}" type="slidenum">
              <a:rPr lang="en-US">
                <a:solidFill>
                  <a:schemeClr val="tx1">
                    <a:lumMod val="50000"/>
                    <a:lumOff val="50000"/>
                  </a:schemeClr>
                </a:solidFill>
              </a:rPr>
              <a:pPr>
                <a:spcAft>
                  <a:spcPts val="600"/>
                </a:spcAft>
              </a:pPr>
              <a:t>7</a:t>
            </a:fld>
            <a:endParaRPr lang="en-US">
              <a:solidFill>
                <a:schemeClr val="tx1">
                  <a:lumMod val="50000"/>
                  <a:lumOff val="50000"/>
                </a:schemeClr>
              </a:solidFill>
            </a:endParaRPr>
          </a:p>
        </p:txBody>
      </p:sp>
      <p:graphicFrame>
        <p:nvGraphicFramePr>
          <p:cNvPr id="9" name="Content Placeholder 2">
            <a:extLst>
              <a:ext uri="{FF2B5EF4-FFF2-40B4-BE49-F238E27FC236}">
                <a16:creationId xmlns:a16="http://schemas.microsoft.com/office/drawing/2014/main" id="{804390A0-CD04-B075-8FAF-25102F8210F1}"/>
              </a:ext>
            </a:extLst>
          </p:cNvPr>
          <p:cNvGraphicFramePr>
            <a:graphicFrameLocks noGrp="1"/>
          </p:cNvGraphicFramePr>
          <p:nvPr>
            <p:ph idx="1"/>
            <p:extLst>
              <p:ext uri="{D42A27DB-BD31-4B8C-83A1-F6EECF244321}">
                <p14:modId xmlns:p14="http://schemas.microsoft.com/office/powerpoint/2010/main" val="3002181876"/>
              </p:ext>
            </p:extLst>
          </p:nvPr>
        </p:nvGraphicFramePr>
        <p:xfrm>
          <a:off x="838200" y="1762604"/>
          <a:ext cx="10515600" cy="4521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7425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8A2A41-0DD8-891B-29BE-09C1BEA1E1B2}"/>
              </a:ext>
            </a:extLst>
          </p:cNvPr>
          <p:cNvSpPr>
            <a:spLocks noGrp="1"/>
          </p:cNvSpPr>
          <p:nvPr>
            <p:ph type="title"/>
          </p:nvPr>
        </p:nvSpPr>
        <p:spPr>
          <a:xfrm>
            <a:off x="841248" y="256032"/>
            <a:ext cx="10506456" cy="777154"/>
          </a:xfrm>
        </p:spPr>
        <p:txBody>
          <a:bodyPr anchor="b">
            <a:normAutofit/>
          </a:bodyPr>
          <a:lstStyle/>
          <a:p>
            <a:pPr algn="ctr"/>
            <a:r>
              <a:rPr lang="en-US" b="1" dirty="0"/>
              <a:t>HISTORICAL REVIEW 4/5</a:t>
            </a:r>
            <a:endParaRPr lang="en-US" dirty="0"/>
          </a:p>
        </p:txBody>
      </p:sp>
      <p:sp>
        <p:nvSpPr>
          <p:cNvPr id="16" name="Rectangle 1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36261010-9F70-40CD-E08C-47649086B5F8}"/>
              </a:ext>
            </a:extLst>
          </p:cNvPr>
          <p:cNvSpPr>
            <a:spLocks noGrp="1"/>
          </p:cNvSpPr>
          <p:nvPr>
            <p:ph type="sldNum" sz="quarter" idx="12"/>
          </p:nvPr>
        </p:nvSpPr>
        <p:spPr>
          <a:xfrm>
            <a:off x="8873254" y="6356350"/>
            <a:ext cx="2477498" cy="365125"/>
          </a:xfrm>
        </p:spPr>
        <p:txBody>
          <a:bodyPr>
            <a:normAutofit/>
          </a:bodyPr>
          <a:lstStyle/>
          <a:p>
            <a:pPr>
              <a:spcAft>
                <a:spcPts val="600"/>
              </a:spcAft>
            </a:pPr>
            <a:fld id="{110F6125-3063-4E11-91F3-6F475C26F04E}" type="slidenum">
              <a:rPr lang="en-US">
                <a:solidFill>
                  <a:schemeClr val="tx1">
                    <a:lumMod val="50000"/>
                    <a:lumOff val="50000"/>
                  </a:schemeClr>
                </a:solidFill>
              </a:rPr>
              <a:pPr>
                <a:spcAft>
                  <a:spcPts val="600"/>
                </a:spcAft>
              </a:pPr>
              <a:t>8</a:t>
            </a:fld>
            <a:endParaRPr lang="en-US">
              <a:solidFill>
                <a:schemeClr val="tx1">
                  <a:lumMod val="50000"/>
                  <a:lumOff val="50000"/>
                </a:schemeClr>
              </a:solidFill>
            </a:endParaRPr>
          </a:p>
        </p:txBody>
      </p:sp>
      <p:graphicFrame>
        <p:nvGraphicFramePr>
          <p:cNvPr id="17" name="Content Placeholder 2">
            <a:extLst>
              <a:ext uri="{FF2B5EF4-FFF2-40B4-BE49-F238E27FC236}">
                <a16:creationId xmlns:a16="http://schemas.microsoft.com/office/drawing/2014/main" id="{645B26ED-2645-09F7-09E0-E152FED05E8D}"/>
              </a:ext>
            </a:extLst>
          </p:cNvPr>
          <p:cNvGraphicFramePr>
            <a:graphicFrameLocks noGrp="1"/>
          </p:cNvGraphicFramePr>
          <p:nvPr>
            <p:ph idx="1"/>
            <p:extLst>
              <p:ext uri="{D42A27DB-BD31-4B8C-83A1-F6EECF244321}">
                <p14:modId xmlns:p14="http://schemas.microsoft.com/office/powerpoint/2010/main" val="292685701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3443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67C055-EAD7-E319-DB7B-D417C5038AD7}"/>
              </a:ext>
            </a:extLst>
          </p:cNvPr>
          <p:cNvSpPr>
            <a:spLocks noGrp="1"/>
          </p:cNvSpPr>
          <p:nvPr>
            <p:ph type="title"/>
          </p:nvPr>
        </p:nvSpPr>
        <p:spPr>
          <a:xfrm>
            <a:off x="841248" y="256032"/>
            <a:ext cx="10506456" cy="1014984"/>
          </a:xfrm>
        </p:spPr>
        <p:txBody>
          <a:bodyPr anchor="b">
            <a:normAutofit/>
          </a:bodyPr>
          <a:lstStyle/>
          <a:p>
            <a:r>
              <a:rPr lang="en-US" b="1"/>
              <a:t>HISTORICAL REVIEW 5/5</a:t>
            </a:r>
            <a:endParaRPr lang="en-US"/>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517C4A09-E704-A882-BD51-62FD0C9821A3}"/>
              </a:ext>
            </a:extLst>
          </p:cNvPr>
          <p:cNvSpPr>
            <a:spLocks noGrp="1"/>
          </p:cNvSpPr>
          <p:nvPr>
            <p:ph type="sldNum" sz="quarter" idx="12"/>
          </p:nvPr>
        </p:nvSpPr>
        <p:spPr>
          <a:xfrm>
            <a:off x="8873254" y="6356350"/>
            <a:ext cx="2477498" cy="365125"/>
          </a:xfrm>
        </p:spPr>
        <p:txBody>
          <a:bodyPr>
            <a:normAutofit/>
          </a:bodyPr>
          <a:lstStyle/>
          <a:p>
            <a:pPr>
              <a:spcAft>
                <a:spcPts val="600"/>
              </a:spcAft>
            </a:pPr>
            <a:fld id="{110F6125-3063-4E11-91F3-6F475C26F04E}" type="slidenum">
              <a:rPr lang="en-US">
                <a:solidFill>
                  <a:schemeClr val="tx1">
                    <a:lumMod val="50000"/>
                    <a:lumOff val="50000"/>
                  </a:schemeClr>
                </a:solidFill>
              </a:rPr>
              <a:pPr>
                <a:spcAft>
                  <a:spcPts val="600"/>
                </a:spcAft>
              </a:pPr>
              <a:t>9</a:t>
            </a:fld>
            <a:endParaRPr lang="en-US">
              <a:solidFill>
                <a:schemeClr val="tx1">
                  <a:lumMod val="50000"/>
                  <a:lumOff val="50000"/>
                </a:schemeClr>
              </a:solidFill>
            </a:endParaRPr>
          </a:p>
        </p:txBody>
      </p:sp>
      <p:graphicFrame>
        <p:nvGraphicFramePr>
          <p:cNvPr id="19" name="Content Placeholder 2">
            <a:extLst>
              <a:ext uri="{FF2B5EF4-FFF2-40B4-BE49-F238E27FC236}">
                <a16:creationId xmlns:a16="http://schemas.microsoft.com/office/drawing/2014/main" id="{F5CED58C-5285-BA66-3F8D-44EE778038FB}"/>
              </a:ext>
            </a:extLst>
          </p:cNvPr>
          <p:cNvGraphicFramePr>
            <a:graphicFrameLocks noGrp="1"/>
          </p:cNvGraphicFramePr>
          <p:nvPr>
            <p:ph idx="1"/>
            <p:extLst>
              <p:ext uri="{D42A27DB-BD31-4B8C-83A1-F6EECF244321}">
                <p14:modId xmlns:p14="http://schemas.microsoft.com/office/powerpoint/2010/main" val="422285436"/>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2987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E49616-F8B0-F6B4-FE65-348553FC9553}"/>
              </a:ext>
            </a:extLst>
          </p:cNvPr>
          <p:cNvSpPr>
            <a:spLocks noGrp="1"/>
          </p:cNvSpPr>
          <p:nvPr>
            <p:ph type="title"/>
          </p:nvPr>
        </p:nvSpPr>
        <p:spPr>
          <a:xfrm>
            <a:off x="841248" y="256032"/>
            <a:ext cx="10506456" cy="1014984"/>
          </a:xfrm>
        </p:spPr>
        <p:txBody>
          <a:bodyPr anchor="b">
            <a:normAutofit fontScale="90000"/>
          </a:bodyPr>
          <a:lstStyle/>
          <a:p>
            <a:pPr algn="ctr"/>
            <a:r>
              <a:rPr lang="en-US" b="1" dirty="0"/>
              <a:t>TERMINOLOGIES OF CONTROL SYSTEMS1/6</a:t>
            </a:r>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4DAA149E-171B-9B3A-A55C-F9E05E178CBD}"/>
              </a:ext>
            </a:extLst>
          </p:cNvPr>
          <p:cNvSpPr>
            <a:spLocks noGrp="1"/>
          </p:cNvSpPr>
          <p:nvPr>
            <p:ph type="sldNum" sz="quarter" idx="12"/>
          </p:nvPr>
        </p:nvSpPr>
        <p:spPr>
          <a:xfrm>
            <a:off x="8873254" y="6356350"/>
            <a:ext cx="2477498" cy="365125"/>
          </a:xfrm>
        </p:spPr>
        <p:txBody>
          <a:bodyPr>
            <a:normAutofit/>
          </a:bodyPr>
          <a:lstStyle/>
          <a:p>
            <a:pPr>
              <a:spcAft>
                <a:spcPts val="600"/>
              </a:spcAft>
            </a:pPr>
            <a:fld id="{110F6125-3063-4E11-91F3-6F475C26F04E}" type="slidenum">
              <a:rPr lang="en-US">
                <a:solidFill>
                  <a:schemeClr val="tx1">
                    <a:lumMod val="50000"/>
                    <a:lumOff val="50000"/>
                  </a:schemeClr>
                </a:solidFill>
              </a:rPr>
              <a:pPr>
                <a:spcAft>
                  <a:spcPts val="600"/>
                </a:spcAft>
              </a:pPr>
              <a:t>10</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DC20ADFA-F760-5B05-8D04-3E4000C3F968}"/>
              </a:ext>
            </a:extLst>
          </p:cNvPr>
          <p:cNvGraphicFramePr>
            <a:graphicFrameLocks noGrp="1"/>
          </p:cNvGraphicFramePr>
          <p:nvPr>
            <p:ph idx="1"/>
            <p:extLst>
              <p:ext uri="{D42A27DB-BD31-4B8C-83A1-F6EECF244321}">
                <p14:modId xmlns:p14="http://schemas.microsoft.com/office/powerpoint/2010/main" val="51862572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9175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1D78A0-4E8C-F829-BE60-C5DE23D54EE0}"/>
              </a:ext>
            </a:extLst>
          </p:cNvPr>
          <p:cNvSpPr>
            <a:spLocks noGrp="1"/>
          </p:cNvSpPr>
          <p:nvPr>
            <p:ph type="title"/>
          </p:nvPr>
        </p:nvSpPr>
        <p:spPr>
          <a:xfrm>
            <a:off x="841248" y="256032"/>
            <a:ext cx="10506456" cy="1014984"/>
          </a:xfrm>
        </p:spPr>
        <p:txBody>
          <a:bodyPr anchor="b">
            <a:normAutofit/>
          </a:bodyPr>
          <a:lstStyle/>
          <a:p>
            <a:r>
              <a:rPr lang="en-US" sz="4100" b="1" dirty="0"/>
              <a:t>TERMINOLOGIES OF CONTROL SYSTEMS2/6</a:t>
            </a:r>
            <a:endParaRPr lang="en-US" sz="4100" dirty="0"/>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53AC0181-3907-CF0E-D470-EC3A42C683A9}"/>
              </a:ext>
            </a:extLst>
          </p:cNvPr>
          <p:cNvSpPr>
            <a:spLocks noGrp="1"/>
          </p:cNvSpPr>
          <p:nvPr>
            <p:ph type="sldNum" sz="quarter" idx="12"/>
          </p:nvPr>
        </p:nvSpPr>
        <p:spPr>
          <a:xfrm>
            <a:off x="8873254" y="6356350"/>
            <a:ext cx="2477498" cy="365125"/>
          </a:xfrm>
        </p:spPr>
        <p:txBody>
          <a:bodyPr>
            <a:normAutofit/>
          </a:bodyPr>
          <a:lstStyle/>
          <a:p>
            <a:pPr>
              <a:spcAft>
                <a:spcPts val="600"/>
              </a:spcAft>
            </a:pPr>
            <a:fld id="{110F6125-3063-4E11-91F3-6F475C26F04E}" type="slidenum">
              <a:rPr lang="en-US">
                <a:solidFill>
                  <a:schemeClr val="tx1">
                    <a:lumMod val="50000"/>
                    <a:lumOff val="50000"/>
                  </a:schemeClr>
                </a:solidFill>
              </a:rPr>
              <a:pPr>
                <a:spcAft>
                  <a:spcPts val="600"/>
                </a:spcAft>
              </a:pPr>
              <a:t>11</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18C7FDF1-918D-F4F8-3057-4C05EF426EBF}"/>
              </a:ext>
            </a:extLst>
          </p:cNvPr>
          <p:cNvGraphicFramePr>
            <a:graphicFrameLocks noGrp="1"/>
          </p:cNvGraphicFramePr>
          <p:nvPr>
            <p:ph idx="1"/>
            <p:extLst>
              <p:ext uri="{D42A27DB-BD31-4B8C-83A1-F6EECF244321}">
                <p14:modId xmlns:p14="http://schemas.microsoft.com/office/powerpoint/2010/main" val="414376223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7018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E8D8C5-23A5-C720-63D5-17BD4E53B942}"/>
              </a:ext>
            </a:extLst>
          </p:cNvPr>
          <p:cNvSpPr>
            <a:spLocks noGrp="1"/>
          </p:cNvSpPr>
          <p:nvPr>
            <p:ph type="title"/>
          </p:nvPr>
        </p:nvSpPr>
        <p:spPr>
          <a:xfrm>
            <a:off x="841248" y="334644"/>
            <a:ext cx="10509504" cy="1076914"/>
          </a:xfrm>
        </p:spPr>
        <p:txBody>
          <a:bodyPr anchor="ctr">
            <a:normAutofit/>
          </a:bodyPr>
          <a:lstStyle/>
          <a:p>
            <a:pPr algn="ctr"/>
            <a:r>
              <a:rPr lang="en-US" sz="4000" b="1" dirty="0"/>
              <a:t>TERMINOLOGIES OF CONTROL SYSTEMS3/6</a:t>
            </a:r>
            <a:endParaRPr lang="en-US" sz="4000" dirty="0"/>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26F87A8E-3C40-96D1-B8CD-3E78B28680B6}"/>
              </a:ext>
            </a:extLst>
          </p:cNvPr>
          <p:cNvSpPr>
            <a:spLocks noGrp="1"/>
          </p:cNvSpPr>
          <p:nvPr>
            <p:ph type="sldNum" sz="quarter" idx="12"/>
          </p:nvPr>
        </p:nvSpPr>
        <p:spPr>
          <a:xfrm>
            <a:off x="8717280" y="6356350"/>
            <a:ext cx="2633472" cy="365125"/>
          </a:xfrm>
        </p:spPr>
        <p:txBody>
          <a:bodyPr>
            <a:normAutofit/>
          </a:bodyPr>
          <a:lstStyle/>
          <a:p>
            <a:pPr>
              <a:spcAft>
                <a:spcPts val="600"/>
              </a:spcAft>
            </a:pPr>
            <a:fld id="{110F6125-3063-4E11-91F3-6F475C26F04E}" type="slidenum">
              <a:rPr lang="en-US">
                <a:solidFill>
                  <a:schemeClr val="tx1">
                    <a:lumMod val="50000"/>
                    <a:lumOff val="50000"/>
                  </a:schemeClr>
                </a:solidFill>
              </a:rPr>
              <a:pPr>
                <a:spcAft>
                  <a:spcPts val="600"/>
                </a:spcAft>
              </a:pPr>
              <a:t>12</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B2F3BA83-1C62-2ED1-5A35-DC8C7B93AC90}"/>
              </a:ext>
            </a:extLst>
          </p:cNvPr>
          <p:cNvGraphicFramePr>
            <a:graphicFrameLocks noGrp="1"/>
          </p:cNvGraphicFramePr>
          <p:nvPr>
            <p:ph idx="1"/>
            <p:extLst>
              <p:ext uri="{D42A27DB-BD31-4B8C-83A1-F6EECF244321}">
                <p14:modId xmlns:p14="http://schemas.microsoft.com/office/powerpoint/2010/main" val="1095631528"/>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5248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BD721E-B06E-8B4D-24D6-56A5B889ECCE}"/>
              </a:ext>
            </a:extLst>
          </p:cNvPr>
          <p:cNvSpPr>
            <a:spLocks noGrp="1"/>
          </p:cNvSpPr>
          <p:nvPr>
            <p:ph type="title"/>
          </p:nvPr>
        </p:nvSpPr>
        <p:spPr>
          <a:xfrm>
            <a:off x="841248" y="334644"/>
            <a:ext cx="10509504" cy="1076914"/>
          </a:xfrm>
        </p:spPr>
        <p:txBody>
          <a:bodyPr anchor="ctr">
            <a:normAutofit/>
          </a:bodyPr>
          <a:lstStyle/>
          <a:p>
            <a:r>
              <a:rPr lang="en-US" sz="4000" b="1" dirty="0"/>
              <a:t>TERMINOLOGIES OF CONTROL SYSTEMS4/6</a:t>
            </a:r>
            <a:endParaRPr lang="en-US" sz="4000" dirty="0"/>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E01CAFE2-A138-7EF4-5A16-B8649F67688F}"/>
              </a:ext>
            </a:extLst>
          </p:cNvPr>
          <p:cNvSpPr>
            <a:spLocks noGrp="1"/>
          </p:cNvSpPr>
          <p:nvPr>
            <p:ph type="sldNum" sz="quarter" idx="12"/>
          </p:nvPr>
        </p:nvSpPr>
        <p:spPr>
          <a:xfrm>
            <a:off x="8717280" y="6356350"/>
            <a:ext cx="2633472" cy="365125"/>
          </a:xfrm>
        </p:spPr>
        <p:txBody>
          <a:bodyPr>
            <a:normAutofit/>
          </a:bodyPr>
          <a:lstStyle/>
          <a:p>
            <a:pPr>
              <a:spcAft>
                <a:spcPts val="600"/>
              </a:spcAft>
            </a:pPr>
            <a:fld id="{110F6125-3063-4E11-91F3-6F475C26F04E}" type="slidenum">
              <a:rPr lang="en-US">
                <a:solidFill>
                  <a:schemeClr val="tx1">
                    <a:lumMod val="50000"/>
                    <a:lumOff val="50000"/>
                  </a:schemeClr>
                </a:solidFill>
              </a:rPr>
              <a:pPr>
                <a:spcAft>
                  <a:spcPts val="600"/>
                </a:spcAft>
              </a:pPr>
              <a:t>13</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781316F7-830B-12A0-1F84-464AC0461C02}"/>
              </a:ext>
            </a:extLst>
          </p:cNvPr>
          <p:cNvGraphicFramePr>
            <a:graphicFrameLocks noGrp="1"/>
          </p:cNvGraphicFramePr>
          <p:nvPr>
            <p:ph idx="1"/>
            <p:extLst>
              <p:ext uri="{D42A27DB-BD31-4B8C-83A1-F6EECF244321}">
                <p14:modId xmlns:p14="http://schemas.microsoft.com/office/powerpoint/2010/main" val="1059584810"/>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8376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FBDFD-A5B9-5296-2C42-89E863D421D8}"/>
              </a:ext>
            </a:extLst>
          </p:cNvPr>
          <p:cNvSpPr>
            <a:spLocks noGrp="1"/>
          </p:cNvSpPr>
          <p:nvPr>
            <p:ph type="title"/>
          </p:nvPr>
        </p:nvSpPr>
        <p:spPr>
          <a:xfrm>
            <a:off x="838200" y="136525"/>
            <a:ext cx="10515600" cy="684885"/>
          </a:xfrm>
        </p:spPr>
        <p:txBody>
          <a:bodyPr>
            <a:normAutofit/>
          </a:bodyPr>
          <a:lstStyle/>
          <a:p>
            <a:pPr algn="ctr"/>
            <a:r>
              <a:rPr lang="en-US" sz="4000" b="1" dirty="0"/>
              <a:t>TERMINOLOGIES OF CONTROL SYSTEMS5/6</a:t>
            </a:r>
            <a:endParaRPr lang="en-US" sz="4000" dirty="0"/>
          </a:p>
        </p:txBody>
      </p:sp>
      <p:graphicFrame>
        <p:nvGraphicFramePr>
          <p:cNvPr id="6" name="Content Placeholder 2">
            <a:extLst>
              <a:ext uri="{FF2B5EF4-FFF2-40B4-BE49-F238E27FC236}">
                <a16:creationId xmlns:a16="http://schemas.microsoft.com/office/drawing/2014/main" id="{4D60436A-BE78-C617-41C2-49B37D381353}"/>
              </a:ext>
            </a:extLst>
          </p:cNvPr>
          <p:cNvGraphicFramePr>
            <a:graphicFrameLocks noGrp="1"/>
          </p:cNvGraphicFramePr>
          <p:nvPr>
            <p:ph idx="1"/>
            <p:extLst>
              <p:ext uri="{D42A27DB-BD31-4B8C-83A1-F6EECF244321}">
                <p14:modId xmlns:p14="http://schemas.microsoft.com/office/powerpoint/2010/main" val="3887997945"/>
              </p:ext>
            </p:extLst>
          </p:nvPr>
        </p:nvGraphicFramePr>
        <p:xfrm>
          <a:off x="838200" y="1000797"/>
          <a:ext cx="10515600" cy="53555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C90FAE5E-0442-0265-167D-6EE981DC95F0}"/>
              </a:ext>
            </a:extLst>
          </p:cNvPr>
          <p:cNvSpPr>
            <a:spLocks noGrp="1"/>
          </p:cNvSpPr>
          <p:nvPr>
            <p:ph type="sldNum" sz="quarter" idx="12"/>
          </p:nvPr>
        </p:nvSpPr>
        <p:spPr/>
        <p:txBody>
          <a:bodyPr/>
          <a:lstStyle/>
          <a:p>
            <a:fld id="{110F6125-3063-4E11-91F3-6F475C26F04E}" type="slidenum">
              <a:rPr lang="en-US" smtClean="0"/>
              <a:t>14</a:t>
            </a:fld>
            <a:endParaRPr lang="en-US"/>
          </a:p>
        </p:txBody>
      </p:sp>
    </p:spTree>
    <p:extLst>
      <p:ext uri="{BB962C8B-B14F-4D97-AF65-F5344CB8AC3E}">
        <p14:creationId xmlns:p14="http://schemas.microsoft.com/office/powerpoint/2010/main" val="2714725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E47F2C-34A7-5F3F-485B-76898ABEF10F}"/>
              </a:ext>
            </a:extLst>
          </p:cNvPr>
          <p:cNvSpPr>
            <a:spLocks noGrp="1"/>
          </p:cNvSpPr>
          <p:nvPr>
            <p:ph type="title"/>
          </p:nvPr>
        </p:nvSpPr>
        <p:spPr>
          <a:xfrm>
            <a:off x="841248" y="251312"/>
            <a:ext cx="10506456" cy="1010264"/>
          </a:xfrm>
        </p:spPr>
        <p:txBody>
          <a:bodyPr anchor="ctr">
            <a:normAutofit/>
          </a:bodyPr>
          <a:lstStyle/>
          <a:p>
            <a:r>
              <a:rPr lang="en-US" sz="4100" b="1"/>
              <a:t>TERMINOLOGIES OF CONTROL SYSTEMS6/6</a:t>
            </a:r>
            <a:endParaRPr lang="en-US" sz="4100"/>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32C691B3-0C3F-BB57-6A69-E274414DDE1A}"/>
              </a:ext>
            </a:extLst>
          </p:cNvPr>
          <p:cNvSpPr>
            <a:spLocks noGrp="1"/>
          </p:cNvSpPr>
          <p:nvPr>
            <p:ph type="sldNum" sz="quarter" idx="12"/>
          </p:nvPr>
        </p:nvSpPr>
        <p:spPr>
          <a:xfrm>
            <a:off x="8860536" y="6356350"/>
            <a:ext cx="2490216" cy="365125"/>
          </a:xfrm>
        </p:spPr>
        <p:txBody>
          <a:bodyPr>
            <a:normAutofit/>
          </a:bodyPr>
          <a:lstStyle/>
          <a:p>
            <a:pPr>
              <a:spcAft>
                <a:spcPts val="600"/>
              </a:spcAft>
            </a:pPr>
            <a:fld id="{110F6125-3063-4E11-91F3-6F475C26F04E}" type="slidenum">
              <a:rPr lang="en-US">
                <a:solidFill>
                  <a:schemeClr val="tx1">
                    <a:lumMod val="50000"/>
                    <a:lumOff val="50000"/>
                  </a:schemeClr>
                </a:solidFill>
              </a:rPr>
              <a:pPr>
                <a:spcAft>
                  <a:spcPts val="600"/>
                </a:spcAft>
              </a:pPr>
              <a:t>15</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E1314BE1-54E3-B4A0-A4BF-E1C7E91006BD}"/>
              </a:ext>
            </a:extLst>
          </p:cNvPr>
          <p:cNvGraphicFramePr>
            <a:graphicFrameLocks noGrp="1"/>
          </p:cNvGraphicFramePr>
          <p:nvPr>
            <p:ph idx="1"/>
            <p:extLst>
              <p:ext uri="{D42A27DB-BD31-4B8C-83A1-F6EECF244321}">
                <p14:modId xmlns:p14="http://schemas.microsoft.com/office/powerpoint/2010/main" val="270346027"/>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3762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9125-7ABA-7DD4-3D0C-C06D12D17DD3}"/>
              </a:ext>
            </a:extLst>
          </p:cNvPr>
          <p:cNvSpPr>
            <a:spLocks noGrp="1"/>
          </p:cNvSpPr>
          <p:nvPr>
            <p:ph type="title"/>
          </p:nvPr>
        </p:nvSpPr>
        <p:spPr>
          <a:xfrm>
            <a:off x="838200" y="136525"/>
            <a:ext cx="10515600" cy="901861"/>
          </a:xfrm>
        </p:spPr>
        <p:txBody>
          <a:bodyPr>
            <a:noAutofit/>
          </a:bodyPr>
          <a:lstStyle/>
          <a:p>
            <a:pPr algn="just"/>
            <a:r>
              <a:rPr lang="en-US" sz="4000" b="1"/>
              <a:t>EXAMPLES OF CONTROL SYSTEMS-SPEED CONTROL SYSTEM</a:t>
            </a:r>
            <a:endParaRPr lang="en-US" sz="4000" b="1" dirty="0"/>
          </a:p>
        </p:txBody>
      </p:sp>
      <p:sp>
        <p:nvSpPr>
          <p:cNvPr id="3" name="Content Placeholder 2">
            <a:extLst>
              <a:ext uri="{FF2B5EF4-FFF2-40B4-BE49-F238E27FC236}">
                <a16:creationId xmlns:a16="http://schemas.microsoft.com/office/drawing/2014/main" id="{231C63EF-AF33-E828-D298-D70D226EE4CD}"/>
              </a:ext>
            </a:extLst>
          </p:cNvPr>
          <p:cNvSpPr>
            <a:spLocks noGrp="1"/>
          </p:cNvSpPr>
          <p:nvPr>
            <p:ph idx="1"/>
          </p:nvPr>
        </p:nvSpPr>
        <p:spPr>
          <a:xfrm>
            <a:off x="838200" y="1224366"/>
            <a:ext cx="10515600" cy="4952597"/>
          </a:xfrm>
        </p:spPr>
        <p:txBody>
          <a:bodyPr/>
          <a:lstStyle/>
          <a:p>
            <a:r>
              <a:rPr lang="en-US"/>
              <a:t>The basic principle of a Watt’s speed  governor for an engine is illustrated in the schematic diagram of figure 1.1.</a:t>
            </a:r>
          </a:p>
          <a:p>
            <a:pPr marL="0" indent="0">
              <a:buNone/>
            </a:pPr>
            <a:endParaRPr lang="en-US" dirty="0"/>
          </a:p>
        </p:txBody>
      </p:sp>
      <p:sp>
        <p:nvSpPr>
          <p:cNvPr id="4" name="Slide Number Placeholder 3">
            <a:extLst>
              <a:ext uri="{FF2B5EF4-FFF2-40B4-BE49-F238E27FC236}">
                <a16:creationId xmlns:a16="http://schemas.microsoft.com/office/drawing/2014/main" id="{72F1419A-556D-DCA3-9D11-EFC279C36474}"/>
              </a:ext>
            </a:extLst>
          </p:cNvPr>
          <p:cNvSpPr>
            <a:spLocks noGrp="1"/>
          </p:cNvSpPr>
          <p:nvPr>
            <p:ph type="sldNum" sz="quarter" idx="12"/>
          </p:nvPr>
        </p:nvSpPr>
        <p:spPr/>
        <p:txBody>
          <a:bodyPr/>
          <a:lstStyle/>
          <a:p>
            <a:fld id="{110F6125-3063-4E11-91F3-6F475C26F04E}" type="slidenum">
              <a:rPr lang="en-US" smtClean="0"/>
              <a:t>16</a:t>
            </a:fld>
            <a:endParaRPr lang="en-US"/>
          </a:p>
        </p:txBody>
      </p:sp>
      <p:pic>
        <p:nvPicPr>
          <p:cNvPr id="6" name="Picture 5">
            <a:extLst>
              <a:ext uri="{FF2B5EF4-FFF2-40B4-BE49-F238E27FC236}">
                <a16:creationId xmlns:a16="http://schemas.microsoft.com/office/drawing/2014/main" id="{0ABF6FEF-B6AC-BABB-F0DC-F088E3317C30}"/>
              </a:ext>
            </a:extLst>
          </p:cNvPr>
          <p:cNvPicPr>
            <a:picLocks noChangeAspect="1"/>
          </p:cNvPicPr>
          <p:nvPr/>
        </p:nvPicPr>
        <p:blipFill>
          <a:blip r:embed="rId2"/>
          <a:stretch>
            <a:fillRect/>
          </a:stretch>
        </p:blipFill>
        <p:spPr>
          <a:xfrm>
            <a:off x="838200" y="2080412"/>
            <a:ext cx="10181095" cy="4282531"/>
          </a:xfrm>
          <a:prstGeom prst="rect">
            <a:avLst/>
          </a:prstGeom>
        </p:spPr>
      </p:pic>
    </p:spTree>
    <p:extLst>
      <p:ext uri="{BB962C8B-B14F-4D97-AF65-F5344CB8AC3E}">
        <p14:creationId xmlns:p14="http://schemas.microsoft.com/office/powerpoint/2010/main" val="761456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28F2D-08BA-6EB6-1895-B67ABA6BCC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6A491-1BF8-F63E-8657-5F420460BF15}"/>
              </a:ext>
            </a:extLst>
          </p:cNvPr>
          <p:cNvSpPr>
            <a:spLocks noGrp="1"/>
          </p:cNvSpPr>
          <p:nvPr>
            <p:ph type="title"/>
          </p:nvPr>
        </p:nvSpPr>
        <p:spPr>
          <a:xfrm>
            <a:off x="838200" y="136525"/>
            <a:ext cx="10515600" cy="901861"/>
          </a:xfrm>
        </p:spPr>
        <p:txBody>
          <a:bodyPr>
            <a:noAutofit/>
          </a:bodyPr>
          <a:lstStyle/>
          <a:p>
            <a:pPr algn="just"/>
            <a:r>
              <a:rPr lang="en-US" sz="4000" b="1" dirty="0"/>
              <a:t>EXAMPLES OF CONTROL SYSTEMS-SPEED CONTROL SYSTEM</a:t>
            </a:r>
          </a:p>
        </p:txBody>
      </p:sp>
      <p:graphicFrame>
        <p:nvGraphicFramePr>
          <p:cNvPr id="6" name="Content Placeholder 2">
            <a:extLst>
              <a:ext uri="{FF2B5EF4-FFF2-40B4-BE49-F238E27FC236}">
                <a16:creationId xmlns:a16="http://schemas.microsoft.com/office/drawing/2014/main" id="{018541FC-8D89-6D34-D749-F360CCB7F982}"/>
              </a:ext>
            </a:extLst>
          </p:cNvPr>
          <p:cNvGraphicFramePr>
            <a:graphicFrameLocks noGrp="1"/>
          </p:cNvGraphicFramePr>
          <p:nvPr>
            <p:ph idx="1"/>
          </p:nvPr>
        </p:nvGraphicFramePr>
        <p:xfrm>
          <a:off x="838200" y="1224366"/>
          <a:ext cx="10515600" cy="49525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12097F39-5C5C-764C-5E32-9976611D801E}"/>
              </a:ext>
            </a:extLst>
          </p:cNvPr>
          <p:cNvSpPr>
            <a:spLocks noGrp="1"/>
          </p:cNvSpPr>
          <p:nvPr>
            <p:ph type="sldNum" sz="quarter" idx="12"/>
          </p:nvPr>
        </p:nvSpPr>
        <p:spPr/>
        <p:txBody>
          <a:bodyPr/>
          <a:lstStyle/>
          <a:p>
            <a:fld id="{110F6125-3063-4E11-91F3-6F475C26F04E}" type="slidenum">
              <a:rPr lang="en-US" smtClean="0"/>
              <a:t>17</a:t>
            </a:fld>
            <a:endParaRPr lang="en-US"/>
          </a:p>
        </p:txBody>
      </p:sp>
    </p:spTree>
    <p:extLst>
      <p:ext uri="{BB962C8B-B14F-4D97-AF65-F5344CB8AC3E}">
        <p14:creationId xmlns:p14="http://schemas.microsoft.com/office/powerpoint/2010/main" val="3399250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D0EEAE-0943-A955-D6E2-E8FA59E8AF36}"/>
              </a:ext>
            </a:extLst>
          </p:cNvPr>
          <p:cNvSpPr>
            <a:spLocks noGrp="1"/>
          </p:cNvSpPr>
          <p:nvPr>
            <p:ph type="title"/>
          </p:nvPr>
        </p:nvSpPr>
        <p:spPr>
          <a:xfrm>
            <a:off x="263470" y="139484"/>
            <a:ext cx="5517397" cy="1978079"/>
          </a:xfrm>
        </p:spPr>
        <p:txBody>
          <a:bodyPr anchor="ctr">
            <a:noAutofit/>
          </a:bodyPr>
          <a:lstStyle/>
          <a:p>
            <a:r>
              <a:rPr lang="en-US" sz="4000" b="1" dirty="0"/>
              <a:t>EXAMPLES OF CONTROL SYSTEMS-SPEED CONTROL SYSTEM</a:t>
            </a:r>
            <a:endParaRPr lang="en-US" sz="4000" dirty="0"/>
          </a:p>
        </p:txBody>
      </p:sp>
      <p:sp>
        <p:nvSpPr>
          <p:cNvPr id="3" name="Content Placeholder 2">
            <a:extLst>
              <a:ext uri="{FF2B5EF4-FFF2-40B4-BE49-F238E27FC236}">
                <a16:creationId xmlns:a16="http://schemas.microsoft.com/office/drawing/2014/main" id="{035F8D87-ED12-F834-7985-E81E3FB0798B}"/>
              </a:ext>
            </a:extLst>
          </p:cNvPr>
          <p:cNvSpPr>
            <a:spLocks noGrp="1"/>
          </p:cNvSpPr>
          <p:nvPr>
            <p:ph idx="1"/>
          </p:nvPr>
        </p:nvSpPr>
        <p:spPr>
          <a:xfrm>
            <a:off x="761802" y="2619214"/>
            <a:ext cx="4646905" cy="3737135"/>
          </a:xfrm>
        </p:spPr>
        <p:txBody>
          <a:bodyPr anchor="ctr">
            <a:normAutofit fontScale="92500" lnSpcReduction="20000"/>
          </a:bodyPr>
          <a:lstStyle/>
          <a:p>
            <a:r>
              <a:rPr lang="en-US" sz="1800" dirty="0"/>
              <a:t>This decreases the supply of fuel  and the speed of the engine decreases until the desired value is reached.</a:t>
            </a:r>
          </a:p>
          <a:p>
            <a:r>
              <a:rPr lang="en-US" sz="1800" dirty="0"/>
              <a:t>In this speed  control  system, the plant (controlled  system) is the engine and the controlled variable is the speed of the engine.</a:t>
            </a:r>
          </a:p>
          <a:p>
            <a:r>
              <a:rPr lang="en-US" sz="1800" dirty="0"/>
              <a:t>The difference between the desired speed  and the actual speed is the error signal.</a:t>
            </a:r>
          </a:p>
          <a:p>
            <a:r>
              <a:rPr lang="en-US" sz="1800" dirty="0"/>
              <a:t>The control signal (the amount  of  fuel) to be applied to the plant (engine) is the actuating signal.</a:t>
            </a:r>
          </a:p>
          <a:p>
            <a:r>
              <a:rPr lang="en-US" sz="1800" dirty="0"/>
              <a:t>The external input to disturb the controlled variable is the disturbance.</a:t>
            </a:r>
          </a:p>
          <a:p>
            <a:r>
              <a:rPr lang="en-US" sz="1800" dirty="0"/>
              <a:t>An unexpected change in the load is a disturbance.</a:t>
            </a:r>
          </a:p>
        </p:txBody>
      </p:sp>
      <p:pic>
        <p:nvPicPr>
          <p:cNvPr id="6" name="Picture 5" descr="Speedometer">
            <a:extLst>
              <a:ext uri="{FF2B5EF4-FFF2-40B4-BE49-F238E27FC236}">
                <a16:creationId xmlns:a16="http://schemas.microsoft.com/office/drawing/2014/main" id="{01B87C72-F594-C987-BFB6-EE13A1456A1E}"/>
              </a:ext>
            </a:extLst>
          </p:cNvPr>
          <p:cNvPicPr>
            <a:picLocks noChangeAspect="1"/>
          </p:cNvPicPr>
          <p:nvPr/>
        </p:nvPicPr>
        <p:blipFill>
          <a:blip r:embed="rId2"/>
          <a:srcRect l="22429" r="22176" b="-1"/>
          <a:stretch>
            <a:fillRect/>
          </a:stretch>
        </p:blipFill>
        <p:spPr>
          <a:xfrm>
            <a:off x="6096000" y="1"/>
            <a:ext cx="6102825" cy="6858000"/>
          </a:xfrm>
          <a:prstGeom prst="rect">
            <a:avLst/>
          </a:prstGeom>
        </p:spPr>
      </p:pic>
      <p:sp>
        <p:nvSpPr>
          <p:cNvPr id="4" name="Slide Number Placeholder 3">
            <a:extLst>
              <a:ext uri="{FF2B5EF4-FFF2-40B4-BE49-F238E27FC236}">
                <a16:creationId xmlns:a16="http://schemas.microsoft.com/office/drawing/2014/main" id="{7AA222E2-64E4-D7BC-1D0E-02AFF90FF341}"/>
              </a:ext>
            </a:extLst>
          </p:cNvPr>
          <p:cNvSpPr>
            <a:spLocks noGrp="1"/>
          </p:cNvSpPr>
          <p:nvPr>
            <p:ph type="sldNum" sz="quarter" idx="12"/>
          </p:nvPr>
        </p:nvSpPr>
        <p:spPr>
          <a:xfrm>
            <a:off x="8732520" y="6356350"/>
            <a:ext cx="3200400" cy="365125"/>
          </a:xfrm>
        </p:spPr>
        <p:txBody>
          <a:bodyPr>
            <a:normAutofit/>
          </a:bodyPr>
          <a:lstStyle/>
          <a:p>
            <a:pPr>
              <a:spcAft>
                <a:spcPts val="600"/>
              </a:spcAft>
            </a:pPr>
            <a:fld id="{110F6125-3063-4E11-91F3-6F475C26F04E}" type="slidenum">
              <a:rPr lang="en-US">
                <a:solidFill>
                  <a:srgbClr val="FFFFFF"/>
                </a:solidFill>
              </a:rPr>
              <a:pPr>
                <a:spcAft>
                  <a:spcPts val="600"/>
                </a:spcAft>
              </a:pPr>
              <a:t>18</a:t>
            </a:fld>
            <a:endParaRPr lang="en-US">
              <a:solidFill>
                <a:srgbClr val="FFFFFF"/>
              </a:solidFill>
            </a:endParaRPr>
          </a:p>
        </p:txBody>
      </p:sp>
    </p:spTree>
    <p:extLst>
      <p:ext uri="{BB962C8B-B14F-4D97-AF65-F5344CB8AC3E}">
        <p14:creationId xmlns:p14="http://schemas.microsoft.com/office/powerpoint/2010/main" val="264981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BB3B8-A0DC-4847-A026-1B6C108FAC00}"/>
              </a:ext>
            </a:extLst>
          </p:cNvPr>
          <p:cNvSpPr>
            <a:spLocks noGrp="1"/>
          </p:cNvSpPr>
          <p:nvPr>
            <p:ph type="title"/>
          </p:nvPr>
        </p:nvSpPr>
        <p:spPr>
          <a:xfrm>
            <a:off x="838200" y="136525"/>
            <a:ext cx="10515600" cy="1242825"/>
          </a:xfrm>
        </p:spPr>
        <p:txBody>
          <a:bodyPr>
            <a:normAutofit/>
          </a:bodyPr>
          <a:lstStyle/>
          <a:p>
            <a:pPr algn="ctr"/>
            <a:r>
              <a:rPr lang="en-US" sz="4000" b="1" dirty="0"/>
              <a:t>EXAMPLES OF CONTROL SYSTEMS-ROBOT CONTROL SYSTEM</a:t>
            </a:r>
            <a:endParaRPr lang="en-US" sz="4000" dirty="0"/>
          </a:p>
        </p:txBody>
      </p:sp>
      <p:sp>
        <p:nvSpPr>
          <p:cNvPr id="3" name="Content Placeholder 2">
            <a:extLst>
              <a:ext uri="{FF2B5EF4-FFF2-40B4-BE49-F238E27FC236}">
                <a16:creationId xmlns:a16="http://schemas.microsoft.com/office/drawing/2014/main" id="{26CEDD74-F911-D507-D526-1F181D20A224}"/>
              </a:ext>
            </a:extLst>
          </p:cNvPr>
          <p:cNvSpPr>
            <a:spLocks noGrp="1"/>
          </p:cNvSpPr>
          <p:nvPr>
            <p:ph idx="1"/>
          </p:nvPr>
        </p:nvSpPr>
        <p:spPr>
          <a:xfrm>
            <a:off x="838200" y="1379350"/>
            <a:ext cx="10515600" cy="4797613"/>
          </a:xfrm>
        </p:spPr>
        <p:txBody>
          <a:bodyPr/>
          <a:lstStyle/>
          <a:p>
            <a:r>
              <a:rPr lang="en-US" dirty="0"/>
              <a:t>Industrial robots are frequently used in industry to improve productivity. </a:t>
            </a:r>
          </a:p>
          <a:p>
            <a:r>
              <a:rPr lang="en-US" dirty="0"/>
              <a:t>The robot can handle monotonous jobs as well </a:t>
            </a:r>
            <a:r>
              <a:rPr lang="en-US"/>
              <a:t>as complex </a:t>
            </a:r>
            <a:endParaRPr lang="en-US" dirty="0"/>
          </a:p>
        </p:txBody>
      </p:sp>
      <p:sp>
        <p:nvSpPr>
          <p:cNvPr id="4" name="Slide Number Placeholder 3">
            <a:extLst>
              <a:ext uri="{FF2B5EF4-FFF2-40B4-BE49-F238E27FC236}">
                <a16:creationId xmlns:a16="http://schemas.microsoft.com/office/drawing/2014/main" id="{74E6FAF7-C3C8-FC76-CC3A-6F874B633C34}"/>
              </a:ext>
            </a:extLst>
          </p:cNvPr>
          <p:cNvSpPr>
            <a:spLocks noGrp="1"/>
          </p:cNvSpPr>
          <p:nvPr>
            <p:ph type="sldNum" sz="quarter" idx="12"/>
          </p:nvPr>
        </p:nvSpPr>
        <p:spPr/>
        <p:txBody>
          <a:bodyPr/>
          <a:lstStyle/>
          <a:p>
            <a:fld id="{110F6125-3063-4E11-91F3-6F475C26F04E}" type="slidenum">
              <a:rPr lang="en-US" smtClean="0"/>
              <a:t>19</a:t>
            </a:fld>
            <a:endParaRPr lang="en-US"/>
          </a:p>
        </p:txBody>
      </p:sp>
    </p:spTree>
    <p:extLst>
      <p:ext uri="{BB962C8B-B14F-4D97-AF65-F5344CB8AC3E}">
        <p14:creationId xmlns:p14="http://schemas.microsoft.com/office/powerpoint/2010/main" val="823119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AD0C94DE-E214-4C82-93FA-1D00E6988617}">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8FD3E39-60DB-404A-A00E-266C47518839}">
  <we:reference id="wa200005107" version="1.1.0.0" store="en-US" storeType="OMEX"/>
  <we:alternateReferences>
    <we:reference id="WA200005107" version="1.1.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17875</TotalTime>
  <Words>1432</Words>
  <Application>Microsoft Office PowerPoint</Application>
  <PresentationFormat>Widescreen</PresentationFormat>
  <Paragraphs>93</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PowerPoint Presentation</vt:lpstr>
      <vt:lpstr>CONTROL ENGINEERING THEROY CHAPTER 1 INTRODUCTION TO CONTROL SYSTEM</vt:lpstr>
      <vt:lpstr>INTRODUCTION TO CONTROL SYSTEMS 1/2</vt:lpstr>
      <vt:lpstr>INTRODUCTION TO CONTROL SYSTEMS 2/2</vt:lpstr>
      <vt:lpstr>HISTORICAL REVIEW1/5</vt:lpstr>
      <vt:lpstr>HISTORICAL REVIEW 2/5</vt:lpstr>
      <vt:lpstr>HISTORICAL REVIEW 3/5</vt:lpstr>
      <vt:lpstr>HISTORICAL REVIEW 4/5</vt:lpstr>
      <vt:lpstr>HISTORICAL REVIEW 5/5</vt:lpstr>
      <vt:lpstr>TERMINOLOGIES OF CONTROL SYSTEMS1/6</vt:lpstr>
      <vt:lpstr>TERMINOLOGIES OF CONTROL SYSTEMS2/6</vt:lpstr>
      <vt:lpstr>TERMINOLOGIES OF CONTROL SYSTEMS3/6</vt:lpstr>
      <vt:lpstr>TERMINOLOGIES OF CONTROL SYSTEMS4/6</vt:lpstr>
      <vt:lpstr>TERMINOLOGIES OF CONTROL SYSTEMS5/6</vt:lpstr>
      <vt:lpstr>TERMINOLOGIES OF CONTROL SYSTEMS6/6</vt:lpstr>
      <vt:lpstr>EXAMPLES OF CONTROL SYSTEMS-SPEED CONTROL SYSTEM</vt:lpstr>
      <vt:lpstr>EXAMPLES OF CONTROL SYSTEMS-SPEED CONTROL SYSTEM</vt:lpstr>
      <vt:lpstr>EXAMPLES OF CONTROL SYSTEMS-SPEED CONTROL SYSTEM</vt:lpstr>
      <vt:lpstr>EXAMPLES OF CONTROL SYSTEMS-ROBOT CONTROL SYSTEM</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huzaifa shahbaz</dc:creator>
  <cp:lastModifiedBy>huzaifa shahbaz</cp:lastModifiedBy>
  <cp:revision>2</cp:revision>
  <dcterms:created xsi:type="dcterms:W3CDTF">2025-08-19T14:22:53Z</dcterms:created>
  <dcterms:modified xsi:type="dcterms:W3CDTF">2025-09-07T08:16:46Z</dcterms:modified>
</cp:coreProperties>
</file>